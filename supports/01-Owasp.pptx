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embedTrueTypeFonts="1">
  <p:sldMasterIdLst>
    <p:sldMasterId id="2147483648" r:id="rId4"/>
  </p:sldMasterIdLst>
  <p:notesMasterIdLst>
    <p:notesMasterId r:id="rId84"/>
  </p:notesMasterIdLst>
  <p:sldIdLst>
    <p:sldId id="381" r:id="rId5"/>
    <p:sldId id="380" r:id="rId6"/>
    <p:sldId id="302" r:id="rId7"/>
    <p:sldId id="319" r:id="rId8"/>
    <p:sldId id="262" r:id="rId9"/>
    <p:sldId id="342" r:id="rId10"/>
    <p:sldId id="343" r:id="rId11"/>
    <p:sldId id="355" r:id="rId12"/>
    <p:sldId id="305" r:id="rId13"/>
    <p:sldId id="360" r:id="rId14"/>
    <p:sldId id="306" r:id="rId15"/>
    <p:sldId id="321" r:id="rId16"/>
    <p:sldId id="307" r:id="rId17"/>
    <p:sldId id="308" r:id="rId18"/>
    <p:sldId id="309" r:id="rId19"/>
    <p:sldId id="310" r:id="rId20"/>
    <p:sldId id="311" r:id="rId21"/>
    <p:sldId id="312" r:id="rId22"/>
    <p:sldId id="313" r:id="rId23"/>
    <p:sldId id="314" r:id="rId24"/>
    <p:sldId id="316" r:id="rId25"/>
    <p:sldId id="315" r:id="rId26"/>
    <p:sldId id="317" r:id="rId27"/>
    <p:sldId id="318" r:id="rId28"/>
    <p:sldId id="379" r:id="rId29"/>
    <p:sldId id="338" r:id="rId30"/>
    <p:sldId id="283" r:id="rId31"/>
    <p:sldId id="331" r:id="rId32"/>
    <p:sldId id="303" r:id="rId33"/>
    <p:sldId id="304" r:id="rId34"/>
    <p:sldId id="369" r:id="rId35"/>
    <p:sldId id="325" r:id="rId36"/>
    <p:sldId id="344" r:id="rId37"/>
    <p:sldId id="326" r:id="rId38"/>
    <p:sldId id="361" r:id="rId39"/>
    <p:sldId id="367" r:id="rId40"/>
    <p:sldId id="368" r:id="rId41"/>
    <p:sldId id="322" r:id="rId42"/>
    <p:sldId id="333" r:id="rId43"/>
    <p:sldId id="349" r:id="rId44"/>
    <p:sldId id="370" r:id="rId45"/>
    <p:sldId id="323" r:id="rId46"/>
    <p:sldId id="350" r:id="rId47"/>
    <p:sldId id="334" r:id="rId48"/>
    <p:sldId id="351" r:id="rId49"/>
    <p:sldId id="352" r:id="rId50"/>
    <p:sldId id="353" r:id="rId51"/>
    <p:sldId id="365" r:id="rId52"/>
    <p:sldId id="378" r:id="rId53"/>
    <p:sldId id="354" r:id="rId54"/>
    <p:sldId id="324" r:id="rId55"/>
    <p:sldId id="335" r:id="rId56"/>
    <p:sldId id="356" r:id="rId57"/>
    <p:sldId id="357" r:id="rId58"/>
    <p:sldId id="336" r:id="rId59"/>
    <p:sldId id="358" r:id="rId60"/>
    <p:sldId id="359" r:id="rId61"/>
    <p:sldId id="366" r:id="rId62"/>
    <p:sldId id="327" r:id="rId63"/>
    <p:sldId id="362" r:id="rId64"/>
    <p:sldId id="371" r:id="rId65"/>
    <p:sldId id="372" r:id="rId66"/>
    <p:sldId id="328" r:id="rId67"/>
    <p:sldId id="363" r:id="rId68"/>
    <p:sldId id="373" r:id="rId69"/>
    <p:sldId id="374" r:id="rId70"/>
    <p:sldId id="329" r:id="rId71"/>
    <p:sldId id="364" r:id="rId72"/>
    <p:sldId id="375" r:id="rId73"/>
    <p:sldId id="376" r:id="rId74"/>
    <p:sldId id="377" r:id="rId75"/>
    <p:sldId id="330" r:id="rId76"/>
    <p:sldId id="382" r:id="rId77"/>
    <p:sldId id="332" r:id="rId78"/>
    <p:sldId id="341" r:id="rId79"/>
    <p:sldId id="339" r:id="rId80"/>
    <p:sldId id="340" r:id="rId81"/>
    <p:sldId id="347" r:id="rId82"/>
    <p:sldId id="348" r:id="rId83"/>
  </p:sldIdLst>
  <p:sldSz cx="12192000" cy="6858000"/>
  <p:notesSz cx="6858000" cy="9144000"/>
  <p:embeddedFontLst>
    <p:embeddedFont>
      <p:font typeface="Century Gothic" panose="020B0502020202020204" pitchFamily="34" charset="0"/>
      <p:regular r:id="rId85"/>
      <p:bold r:id="rId86"/>
      <p:italic r:id="rId87"/>
      <p:boldItalic r:id="rId88"/>
    </p:embeddedFont>
    <p:embeddedFont>
      <p:font typeface="Daytona Light" panose="020B0304030503040204" pitchFamily="34" charset="0"/>
      <p:regular r:id="rId89"/>
      <p:italic r:id="rId90"/>
    </p:embeddedFont>
    <p:embeddedFont>
      <p:font typeface="Helvetica" panose="020B0604020202020204" pitchFamily="34" charset="0"/>
      <p:regular r:id="rId91"/>
      <p:bold r:id="rId92"/>
      <p:italic r:id="rId93"/>
      <p:boldItalic r:id="rId94"/>
    </p:embeddedFont>
    <p:embeddedFont>
      <p:font typeface="roboto" panose="02000000000000000000" pitchFamily="2" charset="0"/>
      <p:regular r:id="rId95"/>
      <p:bold r:id="rId96"/>
      <p:italic r:id="rId97"/>
      <p:boldItalic r:id="rId98"/>
    </p:embeddedFont>
    <p:embeddedFont>
      <p:font typeface="Segoe UI" panose="020B0502040204020203" pitchFamily="34" charset="0"/>
      <p:regular r:id="rId99"/>
      <p:bold r:id="rId100"/>
      <p:italic r:id="rId101"/>
      <p:boldItalic r:id="rId102"/>
    </p:embeddedFont>
  </p:embeddedFontLst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8D4C291C-4C0B-4AA0-B003-C6C25442A5E7}">
          <p14:sldIdLst>
            <p14:sldId id="381"/>
            <p14:sldId id="380"/>
            <p14:sldId id="302"/>
            <p14:sldId id="319"/>
            <p14:sldId id="262"/>
            <p14:sldId id="342"/>
            <p14:sldId id="343"/>
            <p14:sldId id="355"/>
            <p14:sldId id="305"/>
            <p14:sldId id="360"/>
            <p14:sldId id="306"/>
            <p14:sldId id="321"/>
            <p14:sldId id="307"/>
            <p14:sldId id="308"/>
            <p14:sldId id="309"/>
            <p14:sldId id="310"/>
            <p14:sldId id="311"/>
            <p14:sldId id="312"/>
            <p14:sldId id="313"/>
            <p14:sldId id="314"/>
            <p14:sldId id="316"/>
            <p14:sldId id="315"/>
            <p14:sldId id="317"/>
            <p14:sldId id="318"/>
            <p14:sldId id="379"/>
            <p14:sldId id="338"/>
            <p14:sldId id="283"/>
            <p14:sldId id="331"/>
            <p14:sldId id="303"/>
            <p14:sldId id="304"/>
            <p14:sldId id="369"/>
            <p14:sldId id="325"/>
            <p14:sldId id="344"/>
            <p14:sldId id="326"/>
            <p14:sldId id="361"/>
            <p14:sldId id="367"/>
            <p14:sldId id="368"/>
            <p14:sldId id="322"/>
            <p14:sldId id="333"/>
            <p14:sldId id="349"/>
            <p14:sldId id="370"/>
            <p14:sldId id="323"/>
            <p14:sldId id="350"/>
            <p14:sldId id="334"/>
            <p14:sldId id="351"/>
            <p14:sldId id="352"/>
            <p14:sldId id="353"/>
            <p14:sldId id="365"/>
            <p14:sldId id="378"/>
            <p14:sldId id="354"/>
            <p14:sldId id="324"/>
            <p14:sldId id="335"/>
            <p14:sldId id="356"/>
            <p14:sldId id="357"/>
            <p14:sldId id="336"/>
            <p14:sldId id="358"/>
            <p14:sldId id="359"/>
            <p14:sldId id="366"/>
            <p14:sldId id="327"/>
            <p14:sldId id="362"/>
            <p14:sldId id="371"/>
            <p14:sldId id="372"/>
            <p14:sldId id="328"/>
            <p14:sldId id="363"/>
            <p14:sldId id="373"/>
            <p14:sldId id="374"/>
            <p14:sldId id="329"/>
            <p14:sldId id="364"/>
            <p14:sldId id="375"/>
            <p14:sldId id="376"/>
            <p14:sldId id="377"/>
            <p14:sldId id="330"/>
            <p14:sldId id="382"/>
            <p14:sldId id="332"/>
            <p14:sldId id="341"/>
            <p14:sldId id="339"/>
            <p14:sldId id="340"/>
            <p14:sldId id="347"/>
            <p14:sldId id="348"/>
          </p14:sldIdLst>
        </p14:section>
      </p14:sectionLst>
    </p:ex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Cédric Schaffter" initials="CS" lastIdx="1" clrIdx="0">
    <p:extLst>
      <p:ext uri="{19B8F6BF-5375-455C-9EA6-DF929625EA0E}">
        <p15:presenceInfo xmlns:p15="http://schemas.microsoft.com/office/powerpoint/2012/main" userId="S::px53yvq@eduvaud.ch::553b4a19-b3bd-4c85-8b03-e3da8d2d0ee5" providerId="AD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4595"/>
    <a:srgbClr val="7F0000"/>
    <a:srgbClr val="AD2B33"/>
    <a:srgbClr val="333333"/>
    <a:srgbClr val="F5F7FA"/>
    <a:srgbClr val="66AEDD"/>
    <a:srgbClr val="EDEDED"/>
    <a:srgbClr val="CCFFFF"/>
    <a:srgbClr val="FFFFFF"/>
    <a:srgbClr val="B5676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A4D30FAB-5556-402E-9A84-5A5DF07B323F}" v="8" dt="2026-01-26T09:04:14.415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8FB837D-C827-4EFA-A057-4D05807E0F7C}" styleName="Themed Style 1 – Accent 6">
    <a:tblBg>
      <a:fillRef idx="2">
        <a:schemeClr val="accent6"/>
      </a:fillRef>
      <a:effectRef idx="1">
        <a:schemeClr val="accent6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Ref idx="1">
              <a:schemeClr val="accent6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  <a:fill>
          <a:solidFill>
            <a:schemeClr val="accent6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6"/>
            </a:lnRef>
          </a:left>
          <a:right>
            <a:lnRef idx="2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2">
              <a:schemeClr val="accent6"/>
            </a:lnRef>
          </a:top>
          <a:bottom>
            <a:lnRef idx="2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6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72062" autoAdjust="0"/>
  </p:normalViewPr>
  <p:slideViewPr>
    <p:cSldViewPr snapToGrid="0">
      <p:cViewPr varScale="1">
        <p:scale>
          <a:sx n="92" d="100"/>
          <a:sy n="92" d="100"/>
        </p:scale>
        <p:origin x="1278" y="9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66" d="100"/>
          <a:sy n="66" d="100"/>
        </p:scale>
        <p:origin x="0" y="0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2.xml"/><Relationship Id="rId21" Type="http://schemas.openxmlformats.org/officeDocument/2006/relationships/slide" Target="slides/slide17.xml"/><Relationship Id="rId42" Type="http://schemas.openxmlformats.org/officeDocument/2006/relationships/slide" Target="slides/slide38.xml"/><Relationship Id="rId47" Type="http://schemas.openxmlformats.org/officeDocument/2006/relationships/slide" Target="slides/slide43.xml"/><Relationship Id="rId63" Type="http://schemas.openxmlformats.org/officeDocument/2006/relationships/slide" Target="slides/slide59.xml"/><Relationship Id="rId68" Type="http://schemas.openxmlformats.org/officeDocument/2006/relationships/slide" Target="slides/slide64.xml"/><Relationship Id="rId84" Type="http://schemas.openxmlformats.org/officeDocument/2006/relationships/notesMaster" Target="notesMasters/notesMaster1.xml"/><Relationship Id="rId89" Type="http://schemas.openxmlformats.org/officeDocument/2006/relationships/font" Target="fonts/font5.fntdata"/><Relationship Id="rId16" Type="http://schemas.openxmlformats.org/officeDocument/2006/relationships/slide" Target="slides/slide12.xml"/><Relationship Id="rId107" Type="http://schemas.openxmlformats.org/officeDocument/2006/relationships/tableStyles" Target="tableStyles.xml"/><Relationship Id="rId11" Type="http://schemas.openxmlformats.org/officeDocument/2006/relationships/slide" Target="slides/slide7.xml"/><Relationship Id="rId32" Type="http://schemas.openxmlformats.org/officeDocument/2006/relationships/slide" Target="slides/slide28.xml"/><Relationship Id="rId37" Type="http://schemas.openxmlformats.org/officeDocument/2006/relationships/slide" Target="slides/slide33.xml"/><Relationship Id="rId53" Type="http://schemas.openxmlformats.org/officeDocument/2006/relationships/slide" Target="slides/slide49.xml"/><Relationship Id="rId58" Type="http://schemas.openxmlformats.org/officeDocument/2006/relationships/slide" Target="slides/slide54.xml"/><Relationship Id="rId74" Type="http://schemas.openxmlformats.org/officeDocument/2006/relationships/slide" Target="slides/slide70.xml"/><Relationship Id="rId79" Type="http://schemas.openxmlformats.org/officeDocument/2006/relationships/slide" Target="slides/slide75.xml"/><Relationship Id="rId102" Type="http://schemas.openxmlformats.org/officeDocument/2006/relationships/font" Target="fonts/font18.fntdata"/><Relationship Id="rId5" Type="http://schemas.openxmlformats.org/officeDocument/2006/relationships/slide" Target="slides/slide1.xml"/><Relationship Id="rId90" Type="http://schemas.openxmlformats.org/officeDocument/2006/relationships/font" Target="fonts/font6.fntdata"/><Relationship Id="rId95" Type="http://schemas.openxmlformats.org/officeDocument/2006/relationships/font" Target="fonts/font11.fntdata"/><Relationship Id="rId22" Type="http://schemas.openxmlformats.org/officeDocument/2006/relationships/slide" Target="slides/slide18.xml"/><Relationship Id="rId27" Type="http://schemas.openxmlformats.org/officeDocument/2006/relationships/slide" Target="slides/slide23.xml"/><Relationship Id="rId43" Type="http://schemas.openxmlformats.org/officeDocument/2006/relationships/slide" Target="slides/slide39.xml"/><Relationship Id="rId48" Type="http://schemas.openxmlformats.org/officeDocument/2006/relationships/slide" Target="slides/slide44.xml"/><Relationship Id="rId64" Type="http://schemas.openxmlformats.org/officeDocument/2006/relationships/slide" Target="slides/slide60.xml"/><Relationship Id="rId69" Type="http://schemas.openxmlformats.org/officeDocument/2006/relationships/slide" Target="slides/slide65.xml"/><Relationship Id="rId80" Type="http://schemas.openxmlformats.org/officeDocument/2006/relationships/slide" Target="slides/slide76.xml"/><Relationship Id="rId85" Type="http://schemas.openxmlformats.org/officeDocument/2006/relationships/font" Target="fonts/font1.fntdata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33" Type="http://schemas.openxmlformats.org/officeDocument/2006/relationships/slide" Target="slides/slide29.xml"/><Relationship Id="rId38" Type="http://schemas.openxmlformats.org/officeDocument/2006/relationships/slide" Target="slides/slide34.xml"/><Relationship Id="rId59" Type="http://schemas.openxmlformats.org/officeDocument/2006/relationships/slide" Target="slides/slide55.xml"/><Relationship Id="rId103" Type="http://schemas.openxmlformats.org/officeDocument/2006/relationships/commentAuthors" Target="commentAuthors.xml"/><Relationship Id="rId108" Type="http://schemas.microsoft.com/office/2016/11/relationships/changesInfo" Target="changesInfos/changesInfo1.xml"/><Relationship Id="rId54" Type="http://schemas.openxmlformats.org/officeDocument/2006/relationships/slide" Target="slides/slide50.xml"/><Relationship Id="rId70" Type="http://schemas.openxmlformats.org/officeDocument/2006/relationships/slide" Target="slides/slide66.xml"/><Relationship Id="rId75" Type="http://schemas.openxmlformats.org/officeDocument/2006/relationships/slide" Target="slides/slide71.xml"/><Relationship Id="rId91" Type="http://schemas.openxmlformats.org/officeDocument/2006/relationships/font" Target="fonts/font7.fntdata"/><Relationship Id="rId96" Type="http://schemas.openxmlformats.org/officeDocument/2006/relationships/font" Target="fonts/font12.fntdata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slide" Target="slides/slide24.xml"/><Relationship Id="rId36" Type="http://schemas.openxmlformats.org/officeDocument/2006/relationships/slide" Target="slides/slide32.xml"/><Relationship Id="rId49" Type="http://schemas.openxmlformats.org/officeDocument/2006/relationships/slide" Target="slides/slide45.xml"/><Relationship Id="rId57" Type="http://schemas.openxmlformats.org/officeDocument/2006/relationships/slide" Target="slides/slide53.xml"/><Relationship Id="rId106" Type="http://schemas.openxmlformats.org/officeDocument/2006/relationships/theme" Target="theme/theme1.xml"/><Relationship Id="rId10" Type="http://schemas.openxmlformats.org/officeDocument/2006/relationships/slide" Target="slides/slide6.xml"/><Relationship Id="rId31" Type="http://schemas.openxmlformats.org/officeDocument/2006/relationships/slide" Target="slides/slide27.xml"/><Relationship Id="rId44" Type="http://schemas.openxmlformats.org/officeDocument/2006/relationships/slide" Target="slides/slide40.xml"/><Relationship Id="rId52" Type="http://schemas.openxmlformats.org/officeDocument/2006/relationships/slide" Target="slides/slide48.xml"/><Relationship Id="rId60" Type="http://schemas.openxmlformats.org/officeDocument/2006/relationships/slide" Target="slides/slide56.xml"/><Relationship Id="rId65" Type="http://schemas.openxmlformats.org/officeDocument/2006/relationships/slide" Target="slides/slide61.xml"/><Relationship Id="rId73" Type="http://schemas.openxmlformats.org/officeDocument/2006/relationships/slide" Target="slides/slide69.xml"/><Relationship Id="rId78" Type="http://schemas.openxmlformats.org/officeDocument/2006/relationships/slide" Target="slides/slide74.xml"/><Relationship Id="rId81" Type="http://schemas.openxmlformats.org/officeDocument/2006/relationships/slide" Target="slides/slide77.xml"/><Relationship Id="rId86" Type="http://schemas.openxmlformats.org/officeDocument/2006/relationships/font" Target="fonts/font2.fntdata"/><Relationship Id="rId94" Type="http://schemas.openxmlformats.org/officeDocument/2006/relationships/font" Target="fonts/font10.fntdata"/><Relationship Id="rId99" Type="http://schemas.openxmlformats.org/officeDocument/2006/relationships/font" Target="fonts/font15.fntdata"/><Relationship Id="rId101" Type="http://schemas.openxmlformats.org/officeDocument/2006/relationships/font" Target="fonts/font17.fntdata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39" Type="http://schemas.openxmlformats.org/officeDocument/2006/relationships/slide" Target="slides/slide35.xml"/><Relationship Id="rId109" Type="http://schemas.microsoft.com/office/2015/10/relationships/revisionInfo" Target="revisionInfo.xml"/><Relationship Id="rId34" Type="http://schemas.openxmlformats.org/officeDocument/2006/relationships/slide" Target="slides/slide30.xml"/><Relationship Id="rId50" Type="http://schemas.openxmlformats.org/officeDocument/2006/relationships/slide" Target="slides/slide46.xml"/><Relationship Id="rId55" Type="http://schemas.openxmlformats.org/officeDocument/2006/relationships/slide" Target="slides/slide51.xml"/><Relationship Id="rId76" Type="http://schemas.openxmlformats.org/officeDocument/2006/relationships/slide" Target="slides/slide72.xml"/><Relationship Id="rId97" Type="http://schemas.openxmlformats.org/officeDocument/2006/relationships/font" Target="fonts/font13.fntdata"/><Relationship Id="rId104" Type="http://schemas.openxmlformats.org/officeDocument/2006/relationships/presProps" Target="presProps.xml"/><Relationship Id="rId7" Type="http://schemas.openxmlformats.org/officeDocument/2006/relationships/slide" Target="slides/slide3.xml"/><Relationship Id="rId71" Type="http://schemas.openxmlformats.org/officeDocument/2006/relationships/slide" Target="slides/slide67.xml"/><Relationship Id="rId92" Type="http://schemas.openxmlformats.org/officeDocument/2006/relationships/font" Target="fonts/font8.fntdata"/><Relationship Id="rId2" Type="http://schemas.openxmlformats.org/officeDocument/2006/relationships/customXml" Target="../customXml/item2.xml"/><Relationship Id="rId29" Type="http://schemas.openxmlformats.org/officeDocument/2006/relationships/slide" Target="slides/slide25.xml"/><Relationship Id="rId24" Type="http://schemas.openxmlformats.org/officeDocument/2006/relationships/slide" Target="slides/slide20.xml"/><Relationship Id="rId40" Type="http://schemas.openxmlformats.org/officeDocument/2006/relationships/slide" Target="slides/slide36.xml"/><Relationship Id="rId45" Type="http://schemas.openxmlformats.org/officeDocument/2006/relationships/slide" Target="slides/slide41.xml"/><Relationship Id="rId66" Type="http://schemas.openxmlformats.org/officeDocument/2006/relationships/slide" Target="slides/slide62.xml"/><Relationship Id="rId87" Type="http://schemas.openxmlformats.org/officeDocument/2006/relationships/font" Target="fonts/font3.fntdata"/><Relationship Id="rId61" Type="http://schemas.openxmlformats.org/officeDocument/2006/relationships/slide" Target="slides/slide57.xml"/><Relationship Id="rId82" Type="http://schemas.openxmlformats.org/officeDocument/2006/relationships/slide" Target="slides/slide78.xml"/><Relationship Id="rId19" Type="http://schemas.openxmlformats.org/officeDocument/2006/relationships/slide" Target="slides/slide15.xml"/><Relationship Id="rId14" Type="http://schemas.openxmlformats.org/officeDocument/2006/relationships/slide" Target="slides/slide10.xml"/><Relationship Id="rId30" Type="http://schemas.openxmlformats.org/officeDocument/2006/relationships/slide" Target="slides/slide26.xml"/><Relationship Id="rId35" Type="http://schemas.openxmlformats.org/officeDocument/2006/relationships/slide" Target="slides/slide31.xml"/><Relationship Id="rId56" Type="http://schemas.openxmlformats.org/officeDocument/2006/relationships/slide" Target="slides/slide52.xml"/><Relationship Id="rId77" Type="http://schemas.openxmlformats.org/officeDocument/2006/relationships/slide" Target="slides/slide73.xml"/><Relationship Id="rId100" Type="http://schemas.openxmlformats.org/officeDocument/2006/relationships/font" Target="fonts/font16.fntdata"/><Relationship Id="rId105" Type="http://schemas.openxmlformats.org/officeDocument/2006/relationships/viewProps" Target="viewProps.xml"/><Relationship Id="rId8" Type="http://schemas.openxmlformats.org/officeDocument/2006/relationships/slide" Target="slides/slide4.xml"/><Relationship Id="rId51" Type="http://schemas.openxmlformats.org/officeDocument/2006/relationships/slide" Target="slides/slide47.xml"/><Relationship Id="rId72" Type="http://schemas.openxmlformats.org/officeDocument/2006/relationships/slide" Target="slides/slide68.xml"/><Relationship Id="rId93" Type="http://schemas.openxmlformats.org/officeDocument/2006/relationships/font" Target="fonts/font9.fntdata"/><Relationship Id="rId98" Type="http://schemas.openxmlformats.org/officeDocument/2006/relationships/font" Target="fonts/font14.fntdata"/><Relationship Id="rId3" Type="http://schemas.openxmlformats.org/officeDocument/2006/relationships/customXml" Target="../customXml/item3.xml"/><Relationship Id="rId25" Type="http://schemas.openxmlformats.org/officeDocument/2006/relationships/slide" Target="slides/slide21.xml"/><Relationship Id="rId46" Type="http://schemas.openxmlformats.org/officeDocument/2006/relationships/slide" Target="slides/slide42.xml"/><Relationship Id="rId67" Type="http://schemas.openxmlformats.org/officeDocument/2006/relationships/slide" Target="slides/slide63.xml"/><Relationship Id="rId20" Type="http://schemas.openxmlformats.org/officeDocument/2006/relationships/slide" Target="slides/slide16.xml"/><Relationship Id="rId41" Type="http://schemas.openxmlformats.org/officeDocument/2006/relationships/slide" Target="slides/slide37.xml"/><Relationship Id="rId62" Type="http://schemas.openxmlformats.org/officeDocument/2006/relationships/slide" Target="slides/slide58.xml"/><Relationship Id="rId83" Type="http://schemas.openxmlformats.org/officeDocument/2006/relationships/slide" Target="slides/slide79.xml"/><Relationship Id="rId88" Type="http://schemas.openxmlformats.org/officeDocument/2006/relationships/font" Target="fonts/font4.fntdata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Romain Rosay" userId="d562565c-1457-4874-adac-2143cb9aa9a7" providerId="ADAL" clId="{ACF5C8D2-166E-4403-8003-0EF35400E61F}"/>
    <pc:docChg chg="undo custSel addSld modSld sldOrd modSection">
      <pc:chgData name="Romain Rosay" userId="d562565c-1457-4874-adac-2143cb9aa9a7" providerId="ADAL" clId="{ACF5C8D2-166E-4403-8003-0EF35400E61F}" dt="2026-01-26T09:04:39.601" v="316" actId="20577"/>
      <pc:docMkLst>
        <pc:docMk/>
      </pc:docMkLst>
      <pc:sldChg chg="modSp mod modNotesTx">
        <pc:chgData name="Romain Rosay" userId="d562565c-1457-4874-adac-2143cb9aa9a7" providerId="ADAL" clId="{ACF5C8D2-166E-4403-8003-0EF35400E61F}" dt="2026-01-16T11:02:20.123" v="177" actId="20577"/>
        <pc:sldMkLst>
          <pc:docMk/>
          <pc:sldMk cId="1132419961" sldId="307"/>
        </pc:sldMkLst>
        <pc:spChg chg="mod">
          <ac:chgData name="Romain Rosay" userId="d562565c-1457-4874-adac-2143cb9aa9a7" providerId="ADAL" clId="{ACF5C8D2-166E-4403-8003-0EF35400E61F}" dt="2026-01-16T10:17:11.637" v="18" actId="20577"/>
          <ac:spMkLst>
            <pc:docMk/>
            <pc:sldMk cId="1132419961" sldId="307"/>
            <ac:spMk id="2" creationId="{6E891AC1-7757-84E9-A4B6-A3DAC9873AC8}"/>
          </ac:spMkLst>
        </pc:spChg>
        <pc:spChg chg="mod">
          <ac:chgData name="Romain Rosay" userId="d562565c-1457-4874-adac-2143cb9aa9a7" providerId="ADAL" clId="{ACF5C8D2-166E-4403-8003-0EF35400E61F}" dt="2026-01-16T10:26:40.875" v="172" actId="27636"/>
          <ac:spMkLst>
            <pc:docMk/>
            <pc:sldMk cId="1132419961" sldId="307"/>
            <ac:spMk id="3" creationId="{942E22A4-A7C2-811E-10FB-FA0F6AF6712F}"/>
          </ac:spMkLst>
        </pc:spChg>
      </pc:sldChg>
      <pc:sldChg chg="modSp mod modNotesTx">
        <pc:chgData name="Romain Rosay" userId="d562565c-1457-4874-adac-2143cb9aa9a7" providerId="ADAL" clId="{ACF5C8D2-166E-4403-8003-0EF35400E61F}" dt="2026-01-16T11:02:46.846" v="185" actId="20577"/>
        <pc:sldMkLst>
          <pc:docMk/>
          <pc:sldMk cId="897100507" sldId="308"/>
        </pc:sldMkLst>
        <pc:spChg chg="mod">
          <ac:chgData name="Romain Rosay" userId="d562565c-1457-4874-adac-2143cb9aa9a7" providerId="ADAL" clId="{ACF5C8D2-166E-4403-8003-0EF35400E61F}" dt="2026-01-16T10:17:15.026" v="19"/>
          <ac:spMkLst>
            <pc:docMk/>
            <pc:sldMk cId="897100507" sldId="308"/>
            <ac:spMk id="2" creationId="{6E891AC1-7757-84E9-A4B6-A3DAC9873AC8}"/>
          </ac:spMkLst>
        </pc:spChg>
        <pc:spChg chg="mod">
          <ac:chgData name="Romain Rosay" userId="d562565c-1457-4874-adac-2143cb9aa9a7" providerId="ADAL" clId="{ACF5C8D2-166E-4403-8003-0EF35400E61F}" dt="2026-01-16T10:26:16.710" v="168" actId="207"/>
          <ac:spMkLst>
            <pc:docMk/>
            <pc:sldMk cId="897100507" sldId="308"/>
            <ac:spMk id="3" creationId="{942E22A4-A7C2-811E-10FB-FA0F6AF6712F}"/>
          </ac:spMkLst>
        </pc:spChg>
      </pc:sldChg>
      <pc:sldChg chg="modSp mod modNotesTx">
        <pc:chgData name="Romain Rosay" userId="d562565c-1457-4874-adac-2143cb9aa9a7" providerId="ADAL" clId="{ACF5C8D2-166E-4403-8003-0EF35400E61F}" dt="2026-01-16T11:05:29.632" v="219" actId="20577"/>
        <pc:sldMkLst>
          <pc:docMk/>
          <pc:sldMk cId="3040483899" sldId="309"/>
        </pc:sldMkLst>
        <pc:spChg chg="mod">
          <ac:chgData name="Romain Rosay" userId="d562565c-1457-4874-adac-2143cb9aa9a7" providerId="ADAL" clId="{ACF5C8D2-166E-4403-8003-0EF35400E61F}" dt="2026-01-16T10:17:16.474" v="20"/>
          <ac:spMkLst>
            <pc:docMk/>
            <pc:sldMk cId="3040483899" sldId="309"/>
            <ac:spMk id="2" creationId="{6E891AC1-7757-84E9-A4B6-A3DAC9873AC8}"/>
          </ac:spMkLst>
        </pc:spChg>
        <pc:spChg chg="mod">
          <ac:chgData name="Romain Rosay" userId="d562565c-1457-4874-adac-2143cb9aa9a7" providerId="ADAL" clId="{ACF5C8D2-166E-4403-8003-0EF35400E61F}" dt="2026-01-16T10:26:05.487" v="162" actId="207"/>
          <ac:spMkLst>
            <pc:docMk/>
            <pc:sldMk cId="3040483899" sldId="309"/>
            <ac:spMk id="3" creationId="{942E22A4-A7C2-811E-10FB-FA0F6AF6712F}"/>
          </ac:spMkLst>
        </pc:spChg>
      </pc:sldChg>
      <pc:sldChg chg="modSp mod modNotesTx">
        <pc:chgData name="Romain Rosay" userId="d562565c-1457-4874-adac-2143cb9aa9a7" providerId="ADAL" clId="{ACF5C8D2-166E-4403-8003-0EF35400E61F}" dt="2026-01-16T11:06:54.531" v="224" actId="20577"/>
        <pc:sldMkLst>
          <pc:docMk/>
          <pc:sldMk cId="546785034" sldId="310"/>
        </pc:sldMkLst>
        <pc:spChg chg="mod">
          <ac:chgData name="Romain Rosay" userId="d562565c-1457-4874-adac-2143cb9aa9a7" providerId="ADAL" clId="{ACF5C8D2-166E-4403-8003-0EF35400E61F}" dt="2026-01-16T10:17:18.118" v="21"/>
          <ac:spMkLst>
            <pc:docMk/>
            <pc:sldMk cId="546785034" sldId="310"/>
            <ac:spMk id="2" creationId="{6E891AC1-7757-84E9-A4B6-A3DAC9873AC8}"/>
          </ac:spMkLst>
        </pc:spChg>
        <pc:spChg chg="mod">
          <ac:chgData name="Romain Rosay" userId="d562565c-1457-4874-adac-2143cb9aa9a7" providerId="ADAL" clId="{ACF5C8D2-166E-4403-8003-0EF35400E61F}" dt="2026-01-16T10:25:54.845" v="156" actId="207"/>
          <ac:spMkLst>
            <pc:docMk/>
            <pc:sldMk cId="546785034" sldId="310"/>
            <ac:spMk id="3" creationId="{942E22A4-A7C2-811E-10FB-FA0F6AF6712F}"/>
          </ac:spMkLst>
        </pc:spChg>
      </pc:sldChg>
      <pc:sldChg chg="modSp mod modNotesTx">
        <pc:chgData name="Romain Rosay" userId="d562565c-1457-4874-adac-2143cb9aa9a7" providerId="ADAL" clId="{ACF5C8D2-166E-4403-8003-0EF35400E61F}" dt="2026-01-16T11:07:00.892" v="229" actId="20577"/>
        <pc:sldMkLst>
          <pc:docMk/>
          <pc:sldMk cId="4233074070" sldId="311"/>
        </pc:sldMkLst>
        <pc:spChg chg="mod">
          <ac:chgData name="Romain Rosay" userId="d562565c-1457-4874-adac-2143cb9aa9a7" providerId="ADAL" clId="{ACF5C8D2-166E-4403-8003-0EF35400E61F}" dt="2026-01-16T10:18:20.629" v="22"/>
          <ac:spMkLst>
            <pc:docMk/>
            <pc:sldMk cId="4233074070" sldId="311"/>
            <ac:spMk id="2" creationId="{6E891AC1-7757-84E9-A4B6-A3DAC9873AC8}"/>
          </ac:spMkLst>
        </pc:spChg>
        <pc:spChg chg="mod">
          <ac:chgData name="Romain Rosay" userId="d562565c-1457-4874-adac-2143cb9aa9a7" providerId="ADAL" clId="{ACF5C8D2-166E-4403-8003-0EF35400E61F}" dt="2026-01-16T10:25:43.735" v="150" actId="207"/>
          <ac:spMkLst>
            <pc:docMk/>
            <pc:sldMk cId="4233074070" sldId="311"/>
            <ac:spMk id="3" creationId="{942E22A4-A7C2-811E-10FB-FA0F6AF6712F}"/>
          </ac:spMkLst>
        </pc:spChg>
      </pc:sldChg>
      <pc:sldChg chg="modSp mod modNotesTx">
        <pc:chgData name="Romain Rosay" userId="d562565c-1457-4874-adac-2143cb9aa9a7" providerId="ADAL" clId="{ACF5C8D2-166E-4403-8003-0EF35400E61F}" dt="2026-01-16T11:07:15.070" v="234" actId="20577"/>
        <pc:sldMkLst>
          <pc:docMk/>
          <pc:sldMk cId="959884948" sldId="312"/>
        </pc:sldMkLst>
        <pc:spChg chg="mod">
          <ac:chgData name="Romain Rosay" userId="d562565c-1457-4874-adac-2143cb9aa9a7" providerId="ADAL" clId="{ACF5C8D2-166E-4403-8003-0EF35400E61F}" dt="2026-01-16T10:18:23.572" v="23"/>
          <ac:spMkLst>
            <pc:docMk/>
            <pc:sldMk cId="959884948" sldId="312"/>
            <ac:spMk id="2" creationId="{6E891AC1-7757-84E9-A4B6-A3DAC9873AC8}"/>
          </ac:spMkLst>
        </pc:spChg>
        <pc:spChg chg="mod">
          <ac:chgData name="Romain Rosay" userId="d562565c-1457-4874-adac-2143cb9aa9a7" providerId="ADAL" clId="{ACF5C8D2-166E-4403-8003-0EF35400E61F}" dt="2026-01-16T10:25:30.756" v="144" actId="207"/>
          <ac:spMkLst>
            <pc:docMk/>
            <pc:sldMk cId="959884948" sldId="312"/>
            <ac:spMk id="3" creationId="{942E22A4-A7C2-811E-10FB-FA0F6AF6712F}"/>
          </ac:spMkLst>
        </pc:spChg>
      </pc:sldChg>
      <pc:sldChg chg="modSp mod modNotesTx">
        <pc:chgData name="Romain Rosay" userId="d562565c-1457-4874-adac-2143cb9aa9a7" providerId="ADAL" clId="{ACF5C8D2-166E-4403-8003-0EF35400E61F}" dt="2026-01-16T11:07:28.948" v="239" actId="20577"/>
        <pc:sldMkLst>
          <pc:docMk/>
          <pc:sldMk cId="2243911207" sldId="313"/>
        </pc:sldMkLst>
        <pc:spChg chg="mod">
          <ac:chgData name="Romain Rosay" userId="d562565c-1457-4874-adac-2143cb9aa9a7" providerId="ADAL" clId="{ACF5C8D2-166E-4403-8003-0EF35400E61F}" dt="2026-01-16T10:18:25.096" v="24"/>
          <ac:spMkLst>
            <pc:docMk/>
            <pc:sldMk cId="2243911207" sldId="313"/>
            <ac:spMk id="2" creationId="{6E891AC1-7757-84E9-A4B6-A3DAC9873AC8}"/>
          </ac:spMkLst>
        </pc:spChg>
        <pc:spChg chg="mod">
          <ac:chgData name="Romain Rosay" userId="d562565c-1457-4874-adac-2143cb9aa9a7" providerId="ADAL" clId="{ACF5C8D2-166E-4403-8003-0EF35400E61F}" dt="2026-01-16T10:25:18.904" v="138" actId="207"/>
          <ac:spMkLst>
            <pc:docMk/>
            <pc:sldMk cId="2243911207" sldId="313"/>
            <ac:spMk id="3" creationId="{942E22A4-A7C2-811E-10FB-FA0F6AF6712F}"/>
          </ac:spMkLst>
        </pc:spChg>
      </pc:sldChg>
      <pc:sldChg chg="modSp mod modNotesTx">
        <pc:chgData name="Romain Rosay" userId="d562565c-1457-4874-adac-2143cb9aa9a7" providerId="ADAL" clId="{ACF5C8D2-166E-4403-8003-0EF35400E61F}" dt="2026-01-16T11:09:38.817" v="244" actId="20577"/>
        <pc:sldMkLst>
          <pc:docMk/>
          <pc:sldMk cId="1581265280" sldId="314"/>
        </pc:sldMkLst>
        <pc:spChg chg="mod">
          <ac:chgData name="Romain Rosay" userId="d562565c-1457-4874-adac-2143cb9aa9a7" providerId="ADAL" clId="{ACF5C8D2-166E-4403-8003-0EF35400E61F}" dt="2026-01-16T10:18:26.662" v="25"/>
          <ac:spMkLst>
            <pc:docMk/>
            <pc:sldMk cId="1581265280" sldId="314"/>
            <ac:spMk id="2" creationId="{6E891AC1-7757-84E9-A4B6-A3DAC9873AC8}"/>
          </ac:spMkLst>
        </pc:spChg>
        <pc:spChg chg="mod">
          <ac:chgData name="Romain Rosay" userId="d562565c-1457-4874-adac-2143cb9aa9a7" providerId="ADAL" clId="{ACF5C8D2-166E-4403-8003-0EF35400E61F}" dt="2026-01-16T10:25:05.345" v="132" actId="207"/>
          <ac:spMkLst>
            <pc:docMk/>
            <pc:sldMk cId="1581265280" sldId="314"/>
            <ac:spMk id="3" creationId="{942E22A4-A7C2-811E-10FB-FA0F6AF6712F}"/>
          </ac:spMkLst>
        </pc:spChg>
      </pc:sldChg>
      <pc:sldChg chg="modSp mod modNotesTx">
        <pc:chgData name="Romain Rosay" userId="d562565c-1457-4874-adac-2143cb9aa9a7" providerId="ADAL" clId="{ACF5C8D2-166E-4403-8003-0EF35400E61F}" dt="2026-01-16T11:10:20.548" v="254" actId="20577"/>
        <pc:sldMkLst>
          <pc:docMk/>
          <pc:sldMk cId="2812579616" sldId="315"/>
        </pc:sldMkLst>
        <pc:spChg chg="mod">
          <ac:chgData name="Romain Rosay" userId="d562565c-1457-4874-adac-2143cb9aa9a7" providerId="ADAL" clId="{ACF5C8D2-166E-4403-8003-0EF35400E61F}" dt="2026-01-16T10:18:30.487" v="27"/>
          <ac:spMkLst>
            <pc:docMk/>
            <pc:sldMk cId="2812579616" sldId="315"/>
            <ac:spMk id="2" creationId="{6E891AC1-7757-84E9-A4B6-A3DAC9873AC8}"/>
          </ac:spMkLst>
        </pc:spChg>
        <pc:spChg chg="mod">
          <ac:chgData name="Romain Rosay" userId="d562565c-1457-4874-adac-2143cb9aa9a7" providerId="ADAL" clId="{ACF5C8D2-166E-4403-8003-0EF35400E61F}" dt="2026-01-16T10:24:34.888" v="120" actId="207"/>
          <ac:spMkLst>
            <pc:docMk/>
            <pc:sldMk cId="2812579616" sldId="315"/>
            <ac:spMk id="3" creationId="{942E22A4-A7C2-811E-10FB-FA0F6AF6712F}"/>
          </ac:spMkLst>
        </pc:spChg>
      </pc:sldChg>
      <pc:sldChg chg="modSp mod modNotesTx">
        <pc:chgData name="Romain Rosay" userId="d562565c-1457-4874-adac-2143cb9aa9a7" providerId="ADAL" clId="{ACF5C8D2-166E-4403-8003-0EF35400E61F}" dt="2026-01-16T11:10:04.009" v="249" actId="20577"/>
        <pc:sldMkLst>
          <pc:docMk/>
          <pc:sldMk cId="3191074640" sldId="316"/>
        </pc:sldMkLst>
        <pc:spChg chg="mod">
          <ac:chgData name="Romain Rosay" userId="d562565c-1457-4874-adac-2143cb9aa9a7" providerId="ADAL" clId="{ACF5C8D2-166E-4403-8003-0EF35400E61F}" dt="2026-01-16T10:18:28.797" v="26"/>
          <ac:spMkLst>
            <pc:docMk/>
            <pc:sldMk cId="3191074640" sldId="316"/>
            <ac:spMk id="2" creationId="{6E891AC1-7757-84E9-A4B6-A3DAC9873AC8}"/>
          </ac:spMkLst>
        </pc:spChg>
        <pc:spChg chg="mod">
          <ac:chgData name="Romain Rosay" userId="d562565c-1457-4874-adac-2143cb9aa9a7" providerId="ADAL" clId="{ACF5C8D2-166E-4403-8003-0EF35400E61F}" dt="2026-01-16T10:24:48.221" v="126" actId="207"/>
          <ac:spMkLst>
            <pc:docMk/>
            <pc:sldMk cId="3191074640" sldId="316"/>
            <ac:spMk id="3" creationId="{942E22A4-A7C2-811E-10FB-FA0F6AF6712F}"/>
          </ac:spMkLst>
        </pc:spChg>
      </pc:sldChg>
      <pc:sldChg chg="modSp mod">
        <pc:chgData name="Romain Rosay" userId="d562565c-1457-4874-adac-2143cb9aa9a7" providerId="ADAL" clId="{ACF5C8D2-166E-4403-8003-0EF35400E61F}" dt="2026-01-16T10:19:49.038" v="115" actId="20577"/>
        <pc:sldMkLst>
          <pc:docMk/>
          <pc:sldMk cId="4038651894" sldId="317"/>
        </pc:sldMkLst>
        <pc:spChg chg="mod">
          <ac:chgData name="Romain Rosay" userId="d562565c-1457-4874-adac-2143cb9aa9a7" providerId="ADAL" clId="{ACF5C8D2-166E-4403-8003-0EF35400E61F}" dt="2026-01-16T10:18:32.059" v="28"/>
          <ac:spMkLst>
            <pc:docMk/>
            <pc:sldMk cId="4038651894" sldId="317"/>
            <ac:spMk id="2" creationId="{6E891AC1-7757-84E9-A4B6-A3DAC9873AC8}"/>
          </ac:spMkLst>
        </pc:spChg>
        <pc:spChg chg="mod">
          <ac:chgData name="Romain Rosay" userId="d562565c-1457-4874-adac-2143cb9aa9a7" providerId="ADAL" clId="{ACF5C8D2-166E-4403-8003-0EF35400E61F}" dt="2026-01-16T10:19:49.038" v="115" actId="20577"/>
          <ac:spMkLst>
            <pc:docMk/>
            <pc:sldMk cId="4038651894" sldId="317"/>
            <ac:spMk id="3" creationId="{942E22A4-A7C2-811E-10FB-FA0F6AF6712F}"/>
          </ac:spMkLst>
        </pc:spChg>
      </pc:sldChg>
      <pc:sldChg chg="modSp mod">
        <pc:chgData name="Romain Rosay" userId="d562565c-1457-4874-adac-2143cb9aa9a7" providerId="ADAL" clId="{ACF5C8D2-166E-4403-8003-0EF35400E61F}" dt="2026-01-16T11:25:48.453" v="256" actId="20577"/>
        <pc:sldMkLst>
          <pc:docMk/>
          <pc:sldMk cId="964263047" sldId="322"/>
        </pc:sldMkLst>
        <pc:spChg chg="mod">
          <ac:chgData name="Romain Rosay" userId="d562565c-1457-4874-adac-2143cb9aa9a7" providerId="ADAL" clId="{ACF5C8D2-166E-4403-8003-0EF35400E61F}" dt="2026-01-16T11:25:48.453" v="256" actId="20577"/>
          <ac:spMkLst>
            <pc:docMk/>
            <pc:sldMk cId="964263047" sldId="322"/>
            <ac:spMk id="2" creationId="{577CA417-48A2-4EC1-BB6A-E88DDE96D870}"/>
          </ac:spMkLst>
        </pc:spChg>
      </pc:sldChg>
      <pc:sldChg chg="modSp mod">
        <pc:chgData name="Romain Rosay" userId="d562565c-1457-4874-adac-2143cb9aa9a7" providerId="ADAL" clId="{ACF5C8D2-166E-4403-8003-0EF35400E61F}" dt="2026-01-16T11:26:00.076" v="258" actId="20577"/>
        <pc:sldMkLst>
          <pc:docMk/>
          <pc:sldMk cId="3379686148" sldId="323"/>
        </pc:sldMkLst>
        <pc:spChg chg="mod">
          <ac:chgData name="Romain Rosay" userId="d562565c-1457-4874-adac-2143cb9aa9a7" providerId="ADAL" clId="{ACF5C8D2-166E-4403-8003-0EF35400E61F}" dt="2026-01-16T11:26:00.076" v="258" actId="20577"/>
          <ac:spMkLst>
            <pc:docMk/>
            <pc:sldMk cId="3379686148" sldId="323"/>
            <ac:spMk id="2" creationId="{577CA417-48A2-4EC1-BB6A-E88DDE96D870}"/>
          </ac:spMkLst>
        </pc:spChg>
      </pc:sldChg>
      <pc:sldChg chg="modSp mod">
        <pc:chgData name="Romain Rosay" userId="d562565c-1457-4874-adac-2143cb9aa9a7" providerId="ADAL" clId="{ACF5C8D2-166E-4403-8003-0EF35400E61F}" dt="2026-01-16T11:26:09" v="260" actId="20577"/>
        <pc:sldMkLst>
          <pc:docMk/>
          <pc:sldMk cId="2860397591" sldId="324"/>
        </pc:sldMkLst>
        <pc:spChg chg="mod">
          <ac:chgData name="Romain Rosay" userId="d562565c-1457-4874-adac-2143cb9aa9a7" providerId="ADAL" clId="{ACF5C8D2-166E-4403-8003-0EF35400E61F}" dt="2026-01-16T11:26:09" v="260" actId="20577"/>
          <ac:spMkLst>
            <pc:docMk/>
            <pc:sldMk cId="2860397591" sldId="324"/>
            <ac:spMk id="2" creationId="{577CA417-48A2-4EC1-BB6A-E88DDE96D870}"/>
          </ac:spMkLst>
        </pc:spChg>
      </pc:sldChg>
      <pc:sldChg chg="modSp mod ord">
        <pc:chgData name="Romain Rosay" userId="d562565c-1457-4874-adac-2143cb9aa9a7" providerId="ADAL" clId="{ACF5C8D2-166E-4403-8003-0EF35400E61F}" dt="2026-01-16T11:26:33.360" v="264"/>
        <pc:sldMkLst>
          <pc:docMk/>
          <pc:sldMk cId="3750234241" sldId="325"/>
        </pc:sldMkLst>
        <pc:spChg chg="mod">
          <ac:chgData name="Romain Rosay" userId="d562565c-1457-4874-adac-2143cb9aa9a7" providerId="ADAL" clId="{ACF5C8D2-166E-4403-8003-0EF35400E61F}" dt="2026-01-16T11:26:18.423" v="262" actId="20577"/>
          <ac:spMkLst>
            <pc:docMk/>
            <pc:sldMk cId="3750234241" sldId="325"/>
            <ac:spMk id="2" creationId="{577CA417-48A2-4EC1-BB6A-E88DDE96D870}"/>
          </ac:spMkLst>
        </pc:spChg>
      </pc:sldChg>
      <pc:sldChg chg="modSp mod ord">
        <pc:chgData name="Romain Rosay" userId="d562565c-1457-4874-adac-2143cb9aa9a7" providerId="ADAL" clId="{ACF5C8D2-166E-4403-8003-0EF35400E61F}" dt="2026-01-16T11:28:16.975" v="275"/>
        <pc:sldMkLst>
          <pc:docMk/>
          <pc:sldMk cId="2307554601" sldId="326"/>
        </pc:sldMkLst>
        <pc:spChg chg="mod">
          <ac:chgData name="Romain Rosay" userId="d562565c-1457-4874-adac-2143cb9aa9a7" providerId="ADAL" clId="{ACF5C8D2-166E-4403-8003-0EF35400E61F}" dt="2026-01-16T11:27:14.063" v="269"/>
          <ac:spMkLst>
            <pc:docMk/>
            <pc:sldMk cId="2307554601" sldId="326"/>
            <ac:spMk id="2" creationId="{577CA417-48A2-4EC1-BB6A-E88DDE96D870}"/>
          </ac:spMkLst>
        </pc:spChg>
      </pc:sldChg>
      <pc:sldChg chg="modSp mod">
        <pc:chgData name="Romain Rosay" userId="d562565c-1457-4874-adac-2143cb9aa9a7" providerId="ADAL" clId="{ACF5C8D2-166E-4403-8003-0EF35400E61F}" dt="2026-01-16T11:28:50.912" v="276" actId="6549"/>
        <pc:sldMkLst>
          <pc:docMk/>
          <pc:sldMk cId="1325866082" sldId="327"/>
        </pc:sldMkLst>
        <pc:spChg chg="mod">
          <ac:chgData name="Romain Rosay" userId="d562565c-1457-4874-adac-2143cb9aa9a7" providerId="ADAL" clId="{ACF5C8D2-166E-4403-8003-0EF35400E61F}" dt="2026-01-16T11:28:50.912" v="276" actId="6549"/>
          <ac:spMkLst>
            <pc:docMk/>
            <pc:sldMk cId="1325866082" sldId="327"/>
            <ac:spMk id="2" creationId="{577CA417-48A2-4EC1-BB6A-E88DDE96D870}"/>
          </ac:spMkLst>
        </pc:spChg>
      </pc:sldChg>
      <pc:sldChg chg="modSp mod">
        <pc:chgData name="Romain Rosay" userId="d562565c-1457-4874-adac-2143cb9aa9a7" providerId="ADAL" clId="{ACF5C8D2-166E-4403-8003-0EF35400E61F}" dt="2026-01-16T11:29:21.733" v="281"/>
        <pc:sldMkLst>
          <pc:docMk/>
          <pc:sldMk cId="759881703" sldId="330"/>
        </pc:sldMkLst>
        <pc:spChg chg="mod">
          <ac:chgData name="Romain Rosay" userId="d562565c-1457-4874-adac-2143cb9aa9a7" providerId="ADAL" clId="{ACF5C8D2-166E-4403-8003-0EF35400E61F}" dt="2026-01-16T11:29:21.733" v="281"/>
          <ac:spMkLst>
            <pc:docMk/>
            <pc:sldMk cId="759881703" sldId="330"/>
            <ac:spMk id="2" creationId="{577CA417-48A2-4EC1-BB6A-E88DDE96D870}"/>
          </ac:spMkLst>
        </pc:spChg>
      </pc:sldChg>
      <pc:sldChg chg="modSp mod">
        <pc:chgData name="Romain Rosay" userId="d562565c-1457-4874-adac-2143cb9aa9a7" providerId="ADAL" clId="{ACF5C8D2-166E-4403-8003-0EF35400E61F}" dt="2026-01-16T11:30:01.826" v="286" actId="27636"/>
        <pc:sldMkLst>
          <pc:docMk/>
          <pc:sldMk cId="3839176104" sldId="341"/>
        </pc:sldMkLst>
        <pc:spChg chg="mod">
          <ac:chgData name="Romain Rosay" userId="d562565c-1457-4874-adac-2143cb9aa9a7" providerId="ADAL" clId="{ACF5C8D2-166E-4403-8003-0EF35400E61F}" dt="2026-01-16T11:30:01.826" v="286" actId="27636"/>
          <ac:spMkLst>
            <pc:docMk/>
            <pc:sldMk cId="3839176104" sldId="341"/>
            <ac:spMk id="3" creationId="{942E22A4-A7C2-811E-10FB-FA0F6AF6712F}"/>
          </ac:spMkLst>
        </pc:spChg>
      </pc:sldChg>
      <pc:sldChg chg="ord">
        <pc:chgData name="Romain Rosay" userId="d562565c-1457-4874-adac-2143cb9aa9a7" providerId="ADAL" clId="{ACF5C8D2-166E-4403-8003-0EF35400E61F}" dt="2026-01-16T11:26:33.360" v="264"/>
        <pc:sldMkLst>
          <pc:docMk/>
          <pc:sldMk cId="1075131303" sldId="344"/>
        </pc:sldMkLst>
      </pc:sldChg>
      <pc:sldChg chg="ord">
        <pc:chgData name="Romain Rosay" userId="d562565c-1457-4874-adac-2143cb9aa9a7" providerId="ADAL" clId="{ACF5C8D2-166E-4403-8003-0EF35400E61F}" dt="2026-01-16T11:28:16.975" v="275"/>
        <pc:sldMkLst>
          <pc:docMk/>
          <pc:sldMk cId="1859703554" sldId="361"/>
        </pc:sldMkLst>
      </pc:sldChg>
      <pc:sldChg chg="modSp mod">
        <pc:chgData name="Romain Rosay" userId="d562565c-1457-4874-adac-2143cb9aa9a7" providerId="ADAL" clId="{ACF5C8D2-166E-4403-8003-0EF35400E61F}" dt="2026-01-16T11:28:58.250" v="279" actId="6549"/>
        <pc:sldMkLst>
          <pc:docMk/>
          <pc:sldMk cId="1651038118" sldId="362"/>
        </pc:sldMkLst>
        <pc:spChg chg="mod">
          <ac:chgData name="Romain Rosay" userId="d562565c-1457-4874-adac-2143cb9aa9a7" providerId="ADAL" clId="{ACF5C8D2-166E-4403-8003-0EF35400E61F}" dt="2026-01-16T11:28:58.250" v="279" actId="6549"/>
          <ac:spMkLst>
            <pc:docMk/>
            <pc:sldMk cId="1651038118" sldId="362"/>
            <ac:spMk id="2" creationId="{6E891AC1-7757-84E9-A4B6-A3DAC9873AC8}"/>
          </ac:spMkLst>
        </pc:spChg>
      </pc:sldChg>
      <pc:sldChg chg="mod ord modShow">
        <pc:chgData name="Romain Rosay" userId="d562565c-1457-4874-adac-2143cb9aa9a7" providerId="ADAL" clId="{ACF5C8D2-166E-4403-8003-0EF35400E61F}" dt="2026-01-19T11:05:44.236" v="289" actId="729"/>
        <pc:sldMkLst>
          <pc:docMk/>
          <pc:sldMk cId="3471957615" sldId="365"/>
        </pc:sldMkLst>
      </pc:sldChg>
      <pc:sldChg chg="ord">
        <pc:chgData name="Romain Rosay" userId="d562565c-1457-4874-adac-2143cb9aa9a7" providerId="ADAL" clId="{ACF5C8D2-166E-4403-8003-0EF35400E61F}" dt="2026-01-16T11:28:16.975" v="275"/>
        <pc:sldMkLst>
          <pc:docMk/>
          <pc:sldMk cId="3205796714" sldId="367"/>
        </pc:sldMkLst>
      </pc:sldChg>
      <pc:sldChg chg="ord">
        <pc:chgData name="Romain Rosay" userId="d562565c-1457-4874-adac-2143cb9aa9a7" providerId="ADAL" clId="{ACF5C8D2-166E-4403-8003-0EF35400E61F}" dt="2026-01-16T11:28:16.975" v="275"/>
        <pc:sldMkLst>
          <pc:docMk/>
          <pc:sldMk cId="1385757162" sldId="368"/>
        </pc:sldMkLst>
      </pc:sldChg>
      <pc:sldChg chg="mod ord modShow">
        <pc:chgData name="Romain Rosay" userId="d562565c-1457-4874-adac-2143cb9aa9a7" providerId="ADAL" clId="{ACF5C8D2-166E-4403-8003-0EF35400E61F}" dt="2026-01-19T11:05:44.236" v="289" actId="729"/>
        <pc:sldMkLst>
          <pc:docMk/>
          <pc:sldMk cId="309623908" sldId="378"/>
        </pc:sldMkLst>
      </pc:sldChg>
      <pc:sldChg chg="modSp mod">
        <pc:chgData name="Romain Rosay" userId="d562565c-1457-4874-adac-2143cb9aa9a7" providerId="ADAL" clId="{ACF5C8D2-166E-4403-8003-0EF35400E61F}" dt="2026-01-07T14:40:59.891" v="1" actId="1076"/>
        <pc:sldMkLst>
          <pc:docMk/>
          <pc:sldMk cId="689033407" sldId="380"/>
        </pc:sldMkLst>
        <pc:picChg chg="mod">
          <ac:chgData name="Romain Rosay" userId="d562565c-1457-4874-adac-2143cb9aa9a7" providerId="ADAL" clId="{ACF5C8D2-166E-4403-8003-0EF35400E61F}" dt="2026-01-07T14:40:59.891" v="1" actId="1076"/>
          <ac:picMkLst>
            <pc:docMk/>
            <pc:sldMk cId="689033407" sldId="380"/>
            <ac:picMk id="7" creationId="{0DA2A75A-F982-E550-6F34-0BAFA4114019}"/>
          </ac:picMkLst>
        </pc:picChg>
      </pc:sldChg>
      <pc:sldChg chg="addSp modSp add mod ord">
        <pc:chgData name="Romain Rosay" userId="d562565c-1457-4874-adac-2143cb9aa9a7" providerId="ADAL" clId="{ACF5C8D2-166E-4403-8003-0EF35400E61F}" dt="2026-01-26T09:04:39.601" v="316" actId="20577"/>
        <pc:sldMkLst>
          <pc:docMk/>
          <pc:sldMk cId="84536455" sldId="382"/>
        </pc:sldMkLst>
        <pc:spChg chg="mod">
          <ac:chgData name="Romain Rosay" userId="d562565c-1457-4874-adac-2143cb9aa9a7" providerId="ADAL" clId="{ACF5C8D2-166E-4403-8003-0EF35400E61F}" dt="2026-01-26T09:00:52.331" v="293"/>
          <ac:spMkLst>
            <pc:docMk/>
            <pc:sldMk cId="84536455" sldId="382"/>
            <ac:spMk id="2" creationId="{4C687258-1A78-2A64-0BF4-B2CF9DE1A5FB}"/>
          </ac:spMkLst>
        </pc:spChg>
        <pc:spChg chg="mod">
          <ac:chgData name="Romain Rosay" userId="d562565c-1457-4874-adac-2143cb9aa9a7" providerId="ADAL" clId="{ACF5C8D2-166E-4403-8003-0EF35400E61F}" dt="2026-01-26T09:04:39.601" v="316" actId="20577"/>
          <ac:spMkLst>
            <pc:docMk/>
            <pc:sldMk cId="84536455" sldId="382"/>
            <ac:spMk id="3" creationId="{87F6C413-251D-44A2-A861-C2E8DD6D61D4}"/>
          </ac:spMkLst>
        </pc:spChg>
        <pc:spChg chg="add mod">
          <ac:chgData name="Romain Rosay" userId="d562565c-1457-4874-adac-2143cb9aa9a7" providerId="ADAL" clId="{ACF5C8D2-166E-4403-8003-0EF35400E61F}" dt="2026-01-26T09:04:24.456" v="315" actId="1076"/>
          <ac:spMkLst>
            <pc:docMk/>
            <pc:sldMk cId="84536455" sldId="382"/>
            <ac:spMk id="7" creationId="{053BB67D-6193-52D1-DB5E-134D609F0D5B}"/>
          </ac:spMkLst>
        </pc:spChg>
        <pc:picChg chg="add mod">
          <ac:chgData name="Romain Rosay" userId="d562565c-1457-4874-adac-2143cb9aa9a7" providerId="ADAL" clId="{ACF5C8D2-166E-4403-8003-0EF35400E61F}" dt="2026-01-26T09:03:56.970" v="300" actId="1076"/>
          <ac:picMkLst>
            <pc:docMk/>
            <pc:sldMk cId="84536455" sldId="382"/>
            <ac:picMk id="1026" creationId="{2B864164-D566-A23D-A450-C3E60B66445A}"/>
          </ac:picMkLst>
        </pc:pic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CH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86218B3-C964-4B2C-A5FA-0E6289E029BD}" type="datetimeFigureOut">
              <a:rPr lang="fr-CH" smtClean="0"/>
              <a:t>26.01.2026</a:t>
            </a:fld>
            <a:endParaRPr lang="fr-CH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CH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CH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CH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26E8B0B-D5D7-4D88-83E3-FE3FF33CB0CB}" type="slidenum">
              <a:rPr lang="fr-CH" smtClean="0"/>
              <a:t>‹N°›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14615790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_rels/notesSlide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9.xml"/><Relationship Id="rId1" Type="http://schemas.openxmlformats.org/officeDocument/2006/relationships/notesMaster" Target="../notesMasters/notesMaster1.xml"/></Relationships>
</file>

<file path=ppt/notesSlides/_rels/notesSlide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0.xml"/><Relationship Id="rId1" Type="http://schemas.openxmlformats.org/officeDocument/2006/relationships/notesMaster" Target="../notesMasters/notesMaster1.xml"/></Relationships>
</file>

<file path=ppt/notesSlides/_rels/notesSlide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1.xml"/><Relationship Id="rId1" Type="http://schemas.openxmlformats.org/officeDocument/2006/relationships/notesMaster" Target="../notesMasters/notesMaster1.xml"/></Relationships>
</file>

<file path=ppt/notesSlides/_rels/notesSlide5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2.xml"/><Relationship Id="rId1" Type="http://schemas.openxmlformats.org/officeDocument/2006/relationships/notesMaster" Target="../notesMasters/notesMaster1.xml"/></Relationships>
</file>

<file path=ppt/notesSlides/_rels/notesSlide5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3.xml"/><Relationship Id="rId1" Type="http://schemas.openxmlformats.org/officeDocument/2006/relationships/notesMaster" Target="../notesMasters/notesMaster1.xml"/></Relationships>
</file>

<file path=ppt/notesSlides/_rels/notesSlide6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4.xml"/><Relationship Id="rId1" Type="http://schemas.openxmlformats.org/officeDocument/2006/relationships/notesMaster" Target="../notesMasters/notesMaster1.xml"/></Relationships>
</file>

<file path=ppt/notesSlides/_rels/notesSlide6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5.xml"/><Relationship Id="rId1" Type="http://schemas.openxmlformats.org/officeDocument/2006/relationships/notesMaster" Target="../notesMasters/notesMaster1.xml"/></Relationships>
</file>

<file path=ppt/notesSlides/_rels/notesSlide6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6.xml"/><Relationship Id="rId1" Type="http://schemas.openxmlformats.org/officeDocument/2006/relationships/notesMaster" Target="../notesMasters/notesMaster1.xml"/></Relationships>
</file>

<file path=ppt/notesSlides/_rels/notesSlide6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7.xml"/><Relationship Id="rId1" Type="http://schemas.openxmlformats.org/officeDocument/2006/relationships/notesMaster" Target="../notesMasters/notesMaster1.xml"/></Relationships>
</file>

<file path=ppt/notesSlides/_rels/notesSlide6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8.xml"/><Relationship Id="rId1" Type="http://schemas.openxmlformats.org/officeDocument/2006/relationships/notesMaster" Target="../notesMasters/notesMaster1.xml"/></Relationships>
</file>

<file path=ppt/notesSlides/_rels/notesSlide6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9.xml"/><Relationship Id="rId1" Type="http://schemas.openxmlformats.org/officeDocument/2006/relationships/notesMaster" Target="../notesMasters/notesMaster1.xml"/></Relationships>
</file>

<file path=ppt/notesSlides/_rels/notesSlide6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0.xml"/><Relationship Id="rId1" Type="http://schemas.openxmlformats.org/officeDocument/2006/relationships/notesMaster" Target="../notesMasters/notesMaster1.xml"/></Relationships>
</file>

<file path=ppt/notesSlides/_rels/notesSlide6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1.xml"/><Relationship Id="rId1" Type="http://schemas.openxmlformats.org/officeDocument/2006/relationships/notesMaster" Target="../notesMasters/notesMaster1.xml"/></Relationships>
</file>

<file path=ppt/notesSlides/_rels/notesSlide6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2.xml"/><Relationship Id="rId1" Type="http://schemas.openxmlformats.org/officeDocument/2006/relationships/notesMaster" Target="../notesMasters/notesMaster1.xml"/></Relationships>
</file>

<file path=ppt/notesSlides/_rels/notesSlide6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3.xml"/><Relationship Id="rId1" Type="http://schemas.openxmlformats.org/officeDocument/2006/relationships/notesMaster" Target="../notesMasters/notesMaster1.xml"/></Relationships>
</file>

<file path=ppt/notesSlides/_rels/notesSlide7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4.xml"/><Relationship Id="rId1" Type="http://schemas.openxmlformats.org/officeDocument/2006/relationships/notesMaster" Target="../notesMasters/notesMaster1.xml"/></Relationships>
</file>

<file path=ppt/notesSlides/_rels/notesSlide7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5.xml"/><Relationship Id="rId1" Type="http://schemas.openxmlformats.org/officeDocument/2006/relationships/notesMaster" Target="../notesMasters/notesMaster1.xml"/></Relationships>
</file>

<file path=ppt/notesSlides/_rels/notesSlide7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6.xml"/><Relationship Id="rId1" Type="http://schemas.openxmlformats.org/officeDocument/2006/relationships/notesMaster" Target="../notesMasters/notesMaster1.xml"/></Relationships>
</file>

<file path=ppt/notesSlides/_rels/notesSlide7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7.xml"/><Relationship Id="rId1" Type="http://schemas.openxmlformats.org/officeDocument/2006/relationships/notesMaster" Target="../notesMasters/notesMaster1.xml"/></Relationships>
</file>

<file path=ppt/notesSlides/_rels/notesSlide7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CH" dirty="0"/>
              <a:t>Triade CIA – Sécurité de l’information</a:t>
            </a:r>
          </a:p>
          <a:p>
            <a:endParaRPr lang="fr-CH" dirty="0"/>
          </a:p>
          <a:p>
            <a:r>
              <a:rPr lang="fr-CH" dirty="0"/>
              <a:t>Origine</a:t>
            </a:r>
          </a:p>
          <a:p>
            <a:r>
              <a:rPr lang="fr-CH" dirty="0"/>
              <a:t>Cadre fondamental de la sécurité informatique (années 1970).</a:t>
            </a:r>
          </a:p>
          <a:p>
            <a:r>
              <a:rPr lang="fr-CH" dirty="0"/>
              <a:t>Objectif : protéger l’information contre accès non autorisé, modification et indisponibilité.</a:t>
            </a:r>
          </a:p>
          <a:p>
            <a:endParaRPr lang="fr-CH" dirty="0"/>
          </a:p>
          <a:p>
            <a:r>
              <a:rPr lang="fr-CH" dirty="0"/>
              <a:t>1. Confidentialité</a:t>
            </a:r>
          </a:p>
          <a:p>
            <a:endParaRPr lang="fr-CH" dirty="0"/>
          </a:p>
          <a:p>
            <a:r>
              <a:rPr lang="fr-CH" dirty="0"/>
              <a:t>Accès réservé aux personnes autorisées</a:t>
            </a:r>
          </a:p>
          <a:p>
            <a:endParaRPr lang="fr-CH" dirty="0"/>
          </a:p>
          <a:p>
            <a:r>
              <a:rPr lang="fr-CH" dirty="0"/>
              <a:t>Authentification, chiffrement, droits d’accès</a:t>
            </a:r>
          </a:p>
          <a:p>
            <a:endParaRPr lang="fr-CH" dirty="0"/>
          </a:p>
          <a:p>
            <a:r>
              <a:rPr lang="fr-CH" dirty="0"/>
              <a:t>Risque si absent : fuite de données</a:t>
            </a:r>
          </a:p>
          <a:p>
            <a:endParaRPr lang="fr-CH" dirty="0"/>
          </a:p>
          <a:p>
            <a:r>
              <a:rPr lang="fr-CH" dirty="0"/>
              <a:t>2. Intégrité</a:t>
            </a:r>
          </a:p>
          <a:p>
            <a:endParaRPr lang="fr-CH" dirty="0"/>
          </a:p>
          <a:p>
            <a:r>
              <a:rPr lang="fr-CH" dirty="0"/>
              <a:t>Données exactes et non modifiées</a:t>
            </a:r>
          </a:p>
          <a:p>
            <a:endParaRPr lang="fr-CH" dirty="0"/>
          </a:p>
          <a:p>
            <a:r>
              <a:rPr lang="fr-CH" dirty="0"/>
              <a:t>Hash, signatures, contrôle des changements</a:t>
            </a:r>
          </a:p>
          <a:p>
            <a:endParaRPr lang="fr-CH" dirty="0"/>
          </a:p>
          <a:p>
            <a:r>
              <a:rPr lang="fr-CH" dirty="0"/>
              <a:t>Risque si absent : fraude / erreurs</a:t>
            </a:r>
          </a:p>
          <a:p>
            <a:endParaRPr lang="fr-CH" dirty="0"/>
          </a:p>
          <a:p>
            <a:r>
              <a:rPr lang="fr-CH" dirty="0"/>
              <a:t>3. Disponibilité</a:t>
            </a:r>
          </a:p>
          <a:p>
            <a:endParaRPr lang="fr-CH" dirty="0"/>
          </a:p>
          <a:p>
            <a:r>
              <a:rPr lang="fr-CH" dirty="0"/>
              <a:t>Données et services accessibles quand nécessaire</a:t>
            </a:r>
          </a:p>
          <a:p>
            <a:endParaRPr lang="fr-CH" dirty="0"/>
          </a:p>
          <a:p>
            <a:r>
              <a:rPr lang="fr-CH" dirty="0"/>
              <a:t>Sauvegardes, redondance, anti-DDoS</a:t>
            </a:r>
          </a:p>
          <a:p>
            <a:endParaRPr lang="fr-CH" dirty="0"/>
          </a:p>
          <a:p>
            <a:r>
              <a:rPr lang="fr-CH" dirty="0"/>
              <a:t>Risque si absent : interruption de service</a:t>
            </a:r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26E8B0B-D5D7-4D88-83E3-FE3FF33CB0CB}" type="slidenum">
              <a:rPr lang="fr-CH" smtClean="0"/>
              <a:t>2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150414795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CH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26E8B0B-D5D7-4D88-83E3-FE3FF33CB0CB}" type="slidenum">
              <a:rPr lang="fr-CH" smtClean="0"/>
              <a:t>3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380942992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CH"/>
              <a:t>Faire reformuler aux élèves la définition de cet objectif.</a:t>
            </a:r>
          </a:p>
          <a:p>
            <a:endParaRPr lang="fr-CH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26E8B0B-D5D7-4D88-83E3-FE3FF33CB0CB}" type="slidenum">
              <a:rPr lang="fr-CH" smtClean="0"/>
              <a:t>4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120052324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CH"/>
              <a:t>Faire reformuler aux élèves la définition de cet objectif.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26E8B0B-D5D7-4D88-83E3-FE3FF33CB0CB}" type="slidenum">
              <a:rPr lang="fr-CH" smtClean="0"/>
              <a:t>5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1810826602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CH"/>
              <a:t>Faire reformuler aux élèves la définition de cet objectif.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26E8B0B-D5D7-4D88-83E3-FE3FF33CB0CB}" type="slidenum">
              <a:rPr lang="fr-CH" smtClean="0"/>
              <a:t>6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1527391199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CH"/>
              <a:t>Faire reformuler aux élèves la définition de cet objectif.</a:t>
            </a:r>
          </a:p>
          <a:p>
            <a:endParaRPr lang="fr-CH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fr-CH"/>
              <a:t>Cet objectif s’étalera sur plusieurs sessions.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26E8B0B-D5D7-4D88-83E3-FE3FF33CB0CB}" type="slidenum">
              <a:rPr lang="fr-CH" smtClean="0"/>
              <a:t>7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203909986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CH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26E8B0B-D5D7-4D88-83E3-FE3FF33CB0CB}" type="slidenum">
              <a:rPr lang="fr-CH" smtClean="0"/>
              <a:t>8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184300403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CH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26E8B0B-D5D7-4D88-83E3-FE3FF33CB0CB}" type="slidenum">
              <a:rPr lang="fr-CH" smtClean="0"/>
              <a:t>9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1578925749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CH" err="1"/>
              <a:t>Statistics</a:t>
            </a:r>
            <a:endParaRPr lang="fr-CH"/>
          </a:p>
          <a:p>
            <a:r>
              <a:rPr lang="fr-CH"/>
              <a:t>https://www.cobalt.io/blog/cybersecurity-statistics-2024#:~:text=Cybercrime%20is%20predicted%20to%20cost,annually%20by%202025%20(Forbes).</a:t>
            </a:r>
          </a:p>
          <a:p>
            <a:r>
              <a:rPr lang="fr-CH"/>
              <a:t>https://www.forbes.com/advisor/education/it-and-tech/cybersecurity-statistics/</a:t>
            </a:r>
          </a:p>
          <a:p>
            <a:endParaRPr lang="fr-CH"/>
          </a:p>
          <a:p>
            <a:endParaRPr lang="fr-CH"/>
          </a:p>
          <a:p>
            <a:r>
              <a:rPr lang="fr-CH"/>
              <a:t>Coût des attaques</a:t>
            </a:r>
          </a:p>
          <a:p>
            <a:r>
              <a:rPr lang="fr-CH"/>
              <a:t>https://em360tech.com/top-10/expensive-cyber-attacks</a:t>
            </a:r>
          </a:p>
          <a:p>
            <a:endParaRPr lang="fr-CH"/>
          </a:p>
          <a:p>
            <a:endParaRPr lang="fr-CH"/>
          </a:p>
          <a:p>
            <a:r>
              <a:rPr lang="fr-CH"/>
              <a:t>https://threatmap.fortiguard.com/</a:t>
            </a:r>
          </a:p>
          <a:p>
            <a:r>
              <a:rPr lang="fr-CH"/>
              <a:t>https://threatmap.bitdefender.com/</a:t>
            </a:r>
          </a:p>
          <a:p>
            <a:r>
              <a:rPr lang="fr-CH"/>
              <a:t>https://livethreatmap.radware.com/</a:t>
            </a:r>
          </a:p>
          <a:p>
            <a:r>
              <a:rPr lang="fr-CH"/>
              <a:t>https://cybermap.kaspersky.com/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26E8B0B-D5D7-4D88-83E3-FE3FF33CB0CB}" type="slidenum">
              <a:rPr lang="fr-CH" smtClean="0"/>
              <a:t>10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3425587260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CH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26E8B0B-D5D7-4D88-83E3-FE3FF33CB0CB}" type="slidenum">
              <a:rPr lang="fr-CH" smtClean="0"/>
              <a:t>11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429192938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CH" dirty="0"/>
              <a:t>Comme ce sont les recommandations suivis par un nombre, nous allons explorer ces bonnes pratiques. Cela va être notre fil rouge pour ce cours.</a:t>
            </a:r>
          </a:p>
          <a:p>
            <a:endParaRPr lang="fr-CH" dirty="0"/>
          </a:p>
          <a:p>
            <a:r>
              <a:rPr lang="fr-CH" dirty="0"/>
              <a:t>OWASP est dirigé par la communauté composé de dizaine de milliers de membres. Ils ont pour but de mettre</a:t>
            </a:r>
          </a:p>
          <a:p>
            <a:endParaRPr lang="fr-CH" dirty="0"/>
          </a:p>
          <a:p>
            <a:r>
              <a:rPr lang="fr-CH" dirty="0"/>
              <a:t>Le site OWASP fournit beaucoup de documentation pour tout ce qui concerne la mise en place de la sécurité de vos applications WEB au travers de nombreux projets.</a:t>
            </a:r>
          </a:p>
          <a:p>
            <a:r>
              <a:rPr lang="fr-CH" dirty="0"/>
              <a:t>Le site regorge d’informations très intéressantes sur tous les aspects de la sécurité.</a:t>
            </a:r>
          </a:p>
          <a:p>
            <a:endParaRPr lang="fr-CH" dirty="0"/>
          </a:p>
          <a:p>
            <a:endParaRPr lang="fr-CH" dirty="0"/>
          </a:p>
          <a:p>
            <a:endParaRPr lang="fr-CH" dirty="0"/>
          </a:p>
          <a:p>
            <a:r>
              <a:rPr lang="fr-CH" dirty="0"/>
              <a:t>D’autres projets intéressants :</a:t>
            </a:r>
          </a:p>
          <a:p>
            <a:r>
              <a:rPr lang="fr-CH" dirty="0"/>
              <a:t>Montrer le schéma suivant</a:t>
            </a:r>
          </a:p>
          <a:p>
            <a:r>
              <a:rPr lang="fr-CH" dirty="0"/>
              <a:t>https://owasp.org/projects/#  </a:t>
            </a:r>
          </a:p>
          <a:p>
            <a:endParaRPr lang="fr-CH" dirty="0"/>
          </a:p>
          <a:p>
            <a:r>
              <a:rPr lang="fr-CH" dirty="0"/>
              <a:t>OWASP </a:t>
            </a:r>
            <a:r>
              <a:rPr lang="fr-CH" dirty="0" err="1"/>
              <a:t>Cheat</a:t>
            </a:r>
            <a:r>
              <a:rPr lang="fr-CH" dirty="0"/>
              <a:t> Sheets </a:t>
            </a:r>
            <a:r>
              <a:rPr lang="fr-CH" dirty="0" err="1"/>
              <a:t>Series</a:t>
            </a:r>
            <a:r>
              <a:rPr lang="fr-CH" dirty="0"/>
              <a:t>  (OSS)</a:t>
            </a:r>
          </a:p>
          <a:p>
            <a:r>
              <a:rPr lang="fr-CH" dirty="0"/>
              <a:t>https://cheatsheetseries.owasp.org/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fr-CH" b="0" i="0" dirty="0">
              <a:solidFill>
                <a:srgbClr val="000000"/>
              </a:solidFill>
              <a:effectLst/>
              <a:latin typeface="roboto" panose="02000000000000000000" pitchFamily="2" charset="0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fr-CH" b="0" i="0" dirty="0">
                <a:solidFill>
                  <a:srgbClr val="000000"/>
                </a:solidFill>
                <a:effectLst/>
                <a:latin typeface="roboto" panose="02000000000000000000" pitchFamily="2" charset="0"/>
              </a:rPr>
              <a:t>OWASP SAMM </a:t>
            </a:r>
          </a:p>
          <a:p>
            <a:endParaRPr lang="fr-CH" dirty="0"/>
          </a:p>
          <a:p>
            <a:endParaRPr lang="fr-CH" dirty="0"/>
          </a:p>
          <a:p>
            <a:endParaRPr lang="fr-CH" dirty="0"/>
          </a:p>
          <a:p>
            <a:r>
              <a:rPr lang="fr-CH" dirty="0"/>
              <a:t>Repo : </a:t>
            </a:r>
          </a:p>
          <a:p>
            <a:r>
              <a:rPr lang="fr-CH" dirty="0"/>
              <a:t>https://github.com/OWASP</a:t>
            </a:r>
          </a:p>
          <a:p>
            <a:r>
              <a:rPr lang="fr-CH" dirty="0" err="1"/>
              <a:t>Youtube</a:t>
            </a:r>
            <a:r>
              <a:rPr lang="fr-CH" dirty="0"/>
              <a:t> : </a:t>
            </a:r>
          </a:p>
          <a:p>
            <a:r>
              <a:rPr lang="fr-CH" dirty="0"/>
              <a:t>https://www.youtube.com/user/OWASPGLOBAL/videos</a:t>
            </a:r>
          </a:p>
          <a:p>
            <a:endParaRPr lang="fr-CH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26E8B0B-D5D7-4D88-83E3-FE3FF33CB0CB}" type="slidenum">
              <a:rPr lang="fr-CH" smtClean="0"/>
              <a:t>12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154925649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CH" dirty="0"/>
              <a:t>Contrôles d'accès défaillants permettant à des utilisateurs non autorisés d'effectuer des actions ou d’accéder à des ressources non prévues. </a:t>
            </a:r>
          </a:p>
          <a:p>
            <a:endParaRPr lang="fr-CH" dirty="0"/>
          </a:p>
          <a:p>
            <a:r>
              <a:rPr lang="fr-CH" dirty="0"/>
              <a:t>---</a:t>
            </a:r>
          </a:p>
          <a:p>
            <a:endParaRPr lang="fr-CH" dirty="0"/>
          </a:p>
          <a:p>
            <a:r>
              <a:rPr lang="fr-CH" dirty="0"/>
              <a:t>Contrôle d’accès défaillant :</a:t>
            </a:r>
          </a:p>
          <a:p>
            <a:pPr marL="171450" indent="-171450">
              <a:buFontTx/>
              <a:buChar char="-"/>
            </a:pPr>
            <a:r>
              <a:rPr lang="fr-CH" dirty="0"/>
              <a:t>Pas d’authentification ou de rôle</a:t>
            </a:r>
          </a:p>
          <a:p>
            <a:pPr marL="171450" indent="-171450">
              <a:buFontTx/>
              <a:buChar char="-"/>
            </a:pPr>
            <a:endParaRPr lang="fr-CH" dirty="0"/>
          </a:p>
          <a:p>
            <a:pPr marL="171450" indent="-171450">
              <a:buFontTx/>
              <a:buChar char="-"/>
            </a:pPr>
            <a:r>
              <a:rPr lang="fr-CH" dirty="0"/>
              <a:t>Risque le plus significatif du top 10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26E8B0B-D5D7-4D88-83E3-FE3FF33CB0CB}" type="slidenum">
              <a:rPr lang="fr-CH" smtClean="0"/>
              <a:t>13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429574525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buFont typeface="Arial" panose="020B0604020202020204" pitchFamily="34" charset="0"/>
              <a:buNone/>
            </a:pPr>
            <a:r>
              <a:rPr lang="fr-CH" dirty="0"/>
              <a:t>Paramétrage incorrect d’un système, d’un service ou d’une application qui ouvre des vulnérabilités exploitables. </a:t>
            </a:r>
          </a:p>
          <a:p>
            <a:pPr>
              <a:buFont typeface="Arial" panose="020B0604020202020204" pitchFamily="34" charset="0"/>
              <a:buNone/>
            </a:pPr>
            <a:endParaRPr lang="fr-CH" dirty="0"/>
          </a:p>
          <a:p>
            <a:pPr>
              <a:buFont typeface="Arial" panose="020B0604020202020204" pitchFamily="34" charset="0"/>
              <a:buNone/>
            </a:pPr>
            <a:r>
              <a:rPr lang="fr-CH" dirty="0"/>
              <a:t>---</a:t>
            </a:r>
          </a:p>
          <a:p>
            <a:pPr>
              <a:buFont typeface="Arial" panose="020B0604020202020204" pitchFamily="34" charset="0"/>
              <a:buNone/>
            </a:pPr>
            <a:endParaRPr lang="en-US" dirty="0"/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Sensitive data is transmitted (via HTTP, FTP, SMTP, </a:t>
            </a:r>
            <a:r>
              <a:rPr lang="en-US" dirty="0" err="1"/>
              <a:t>etc</a:t>
            </a:r>
            <a:r>
              <a:rPr lang="en-US" dirty="0"/>
              <a:t>) or stored in clear-text (database, files, </a:t>
            </a:r>
            <a:r>
              <a:rPr lang="en-US" dirty="0" err="1"/>
              <a:t>etc</a:t>
            </a:r>
            <a:r>
              <a:rPr lang="en-US" dirty="0"/>
              <a:t>).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Use of old or weak cryptographic algorithms.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Use of weak or default encryption keys or re-use of compromised keys.</a:t>
            </a:r>
          </a:p>
          <a:p>
            <a:endParaRPr lang="fr-CH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26E8B0B-D5D7-4D88-83E3-FE3FF33CB0CB}" type="slidenum">
              <a:rPr lang="fr-CH" smtClean="0"/>
              <a:t>14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744827792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CH" dirty="0"/>
              <a:t>Défaillances dans la chaîne d’approvisionnement logicielle, y compris dépendances compromises et processus de </a:t>
            </a:r>
            <a:r>
              <a:rPr lang="fr-CH" dirty="0" err="1"/>
              <a:t>build</a:t>
            </a:r>
            <a:r>
              <a:rPr lang="fr-CH" dirty="0"/>
              <a:t> non sécurisés. </a:t>
            </a:r>
          </a:p>
          <a:p>
            <a:endParaRPr lang="fr-CH" dirty="0"/>
          </a:p>
          <a:p>
            <a:r>
              <a:rPr lang="fr-CH" dirty="0"/>
              <a:t>---</a:t>
            </a:r>
          </a:p>
          <a:p>
            <a:endParaRPr lang="fr-CH" dirty="0"/>
          </a:p>
          <a:p>
            <a:r>
              <a:rPr lang="fr-CH" dirty="0"/>
              <a:t>Intéressant: </a:t>
            </a:r>
            <a:br>
              <a:rPr lang="fr-CH" dirty="0"/>
            </a:br>
            <a:br>
              <a:rPr lang="fr-CH" dirty="0"/>
            </a:br>
            <a:r>
              <a:rPr lang="fr-CH" dirty="0"/>
              <a:t>https://david-gilbertson.medium.com/im-harvesting-credit-card-numbers-and-passwords-from-your-site-here-s-how-9a8cb347c5b5</a:t>
            </a:r>
            <a:br>
              <a:rPr lang="fr-CH" dirty="0"/>
            </a:br>
            <a:br>
              <a:rPr lang="fr-CH" dirty="0"/>
            </a:br>
            <a:r>
              <a:rPr lang="fr-CH" dirty="0"/>
              <a:t>https://npm.anvaka.com/#/view/2d/express</a:t>
            </a:r>
            <a:br>
              <a:rPr lang="fr-CH" dirty="0"/>
            </a:br>
            <a:br>
              <a:rPr lang="fr-CH" dirty="0"/>
            </a:br>
            <a:r>
              <a:rPr lang="fr-CH" dirty="0"/>
              <a:t>https://www.theregister.com/2016/03/23/npm_left_pad_chaos/</a:t>
            </a:r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26E8B0B-D5D7-4D88-83E3-FE3FF33CB0CB}" type="slidenum">
              <a:rPr lang="fr-CH" smtClean="0"/>
              <a:t>15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2313773455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CH" dirty="0"/>
              <a:t>Mauvaise utilisation ou absence de mécanismes cryptographiques sécurisés, exposant des données sensibles. </a:t>
            </a:r>
          </a:p>
          <a:p>
            <a:endParaRPr lang="fr-CH" dirty="0"/>
          </a:p>
          <a:p>
            <a:r>
              <a:rPr lang="fr-CH" dirty="0"/>
              <a:t>---</a:t>
            </a:r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26E8B0B-D5D7-4D88-83E3-FE3FF33CB0CB}" type="slidenum">
              <a:rPr lang="fr-CH" smtClean="0"/>
              <a:t>16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81170490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CH" dirty="0"/>
              <a:t>Mauvaises pratiques d’intégration de données non sûres dans des commandes ou requêtes, menant à des attaques comme </a:t>
            </a:r>
            <a:r>
              <a:rPr lang="fr-CH" dirty="0" err="1"/>
              <a:t>SQLi</a:t>
            </a:r>
            <a:r>
              <a:rPr lang="fr-CH" dirty="0"/>
              <a:t> ou XSS.</a:t>
            </a:r>
          </a:p>
          <a:p>
            <a:endParaRPr lang="fr-CH" dirty="0"/>
          </a:p>
          <a:p>
            <a:r>
              <a:rPr lang="fr-CH" dirty="0"/>
              <a:t>---</a:t>
            </a:r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26E8B0B-D5D7-4D88-83E3-FE3FF33CB0CB}" type="slidenum">
              <a:rPr lang="fr-CH" smtClean="0"/>
              <a:t>17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1467944214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CH" dirty="0"/>
              <a:t>Défauts dans l’architecture ou le design de l’application qui introduisent des risques même si le code est correct. </a:t>
            </a:r>
          </a:p>
          <a:p>
            <a:endParaRPr lang="fr-CH" dirty="0"/>
          </a:p>
          <a:p>
            <a:r>
              <a:rPr lang="fr-CH" dirty="0"/>
              <a:t>---</a:t>
            </a:r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26E8B0B-D5D7-4D88-83E3-FE3FF33CB0CB}" type="slidenum">
              <a:rPr lang="fr-CH" smtClean="0"/>
              <a:t>18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1743586103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CH" dirty="0"/>
              <a:t>Failles dans les mécanismes d’authentification ou de gestion des sessions, permettant un accès non autorisé. </a:t>
            </a:r>
          </a:p>
          <a:p>
            <a:endParaRPr lang="fr-CH" dirty="0"/>
          </a:p>
          <a:p>
            <a:r>
              <a:rPr lang="fr-CH" dirty="0"/>
              <a:t>---</a:t>
            </a:r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26E8B0B-D5D7-4D88-83E3-FE3FF33CB0CB}" type="slidenum">
              <a:rPr lang="fr-CH" smtClean="0"/>
              <a:t>19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1037002348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CH" dirty="0"/>
              <a:t>Échecs à garantir l’intégrité du code ou des données via des mécanismes de vérification fiables. </a:t>
            </a:r>
          </a:p>
          <a:p>
            <a:endParaRPr lang="fr-CH" dirty="0"/>
          </a:p>
          <a:p>
            <a:r>
              <a:rPr lang="fr-CH" dirty="0"/>
              <a:t>---</a:t>
            </a:r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26E8B0B-D5D7-4D88-83E3-FE3FF33CB0CB}" type="slidenum">
              <a:rPr lang="fr-CH" smtClean="0"/>
              <a:t>20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3501842688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CH" dirty="0"/>
              <a:t>Absence ou configuration insuffisante de journalisation et d’alertes, rendant la détection d’attaques difficile. </a:t>
            </a:r>
          </a:p>
          <a:p>
            <a:endParaRPr lang="fr-CH" dirty="0"/>
          </a:p>
          <a:p>
            <a:r>
              <a:rPr lang="fr-CH" dirty="0"/>
              <a:t>---</a:t>
            </a:r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26E8B0B-D5D7-4D88-83E3-FE3FF33CB0CB}" type="slidenum">
              <a:rPr lang="fr-CH" smtClean="0"/>
              <a:t>21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2691040207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CH" dirty="0"/>
              <a:t>Gestion incorrecte des erreurs ou des conditions exceptionnelles, pouvant exposer des informations ou causer des interruptions.</a:t>
            </a:r>
          </a:p>
          <a:p>
            <a:endParaRPr lang="fr-CH" dirty="0"/>
          </a:p>
          <a:p>
            <a:r>
              <a:rPr lang="fr-CH" dirty="0"/>
              <a:t>---</a:t>
            </a:r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26E8B0B-D5D7-4D88-83E3-FE3FF33CB0CB}" type="slidenum">
              <a:rPr lang="fr-CH" smtClean="0"/>
              <a:t>22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1537284680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CH"/>
              <a:t>Combien vous souvenez-vous de points 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26E8B0B-D5D7-4D88-83E3-FE3FF33CB0CB}" type="slidenum">
              <a:rPr lang="fr-CH" smtClean="0"/>
              <a:t>24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2749487283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CH"/>
              <a:t>En </a:t>
            </a:r>
            <a:r>
              <a:rPr lang="fr-CH" err="1"/>
              <a:t>francais</a:t>
            </a:r>
            <a:r>
              <a:rPr lang="fr-CH"/>
              <a:t> : contrôle d’accès défaillants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26E8B0B-D5D7-4D88-83E3-FE3FF33CB0CB}" type="slidenum">
              <a:rPr lang="fr-CH" smtClean="0"/>
              <a:t>25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3264461344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CH"/>
              <a:t>Version promenade?</a:t>
            </a:r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26E8B0B-D5D7-4D88-83E3-FE3FF33CB0CB}" type="slidenum">
              <a:rPr lang="fr-CH" smtClean="0"/>
              <a:t>26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3433918334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CH"/>
              <a:t>En </a:t>
            </a:r>
            <a:r>
              <a:rPr lang="fr-CH" err="1"/>
              <a:t>francais</a:t>
            </a:r>
            <a:r>
              <a:rPr lang="fr-CH"/>
              <a:t> : contrôle d’accès défaillants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26E8B0B-D5D7-4D88-83E3-FE3FF33CB0CB}" type="slidenum">
              <a:rPr lang="fr-CH" smtClean="0"/>
              <a:t>27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1538976657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CH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26E8B0B-D5D7-4D88-83E3-FE3FF33CB0CB}" type="slidenum">
              <a:rPr lang="fr-CH" smtClean="0"/>
              <a:t>29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247269435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CH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26E8B0B-D5D7-4D88-83E3-FE3FF33CB0CB}" type="slidenum">
              <a:rPr lang="fr-CH" smtClean="0"/>
              <a:t>30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947105036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CH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26E8B0B-D5D7-4D88-83E3-FE3FF33CB0CB}" type="slidenum">
              <a:rPr lang="fr-CH" smtClean="0"/>
              <a:t>31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23580592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CH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26E8B0B-D5D7-4D88-83E3-FE3FF33CB0CB}" type="slidenum">
              <a:rPr lang="fr-CH" smtClean="0"/>
              <a:t>32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4197495394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CH"/>
              <a:t>Default setup not </a:t>
            </a:r>
            <a:r>
              <a:rPr lang="fr-CH" err="1"/>
              <a:t>really</a:t>
            </a:r>
            <a:r>
              <a:rPr lang="fr-CH"/>
              <a:t> </a:t>
            </a:r>
            <a:r>
              <a:rPr lang="fr-CH" err="1"/>
              <a:t>secured</a:t>
            </a:r>
            <a:endParaRPr lang="fr-CH"/>
          </a:p>
          <a:p>
            <a:endParaRPr lang="fr-CH"/>
          </a:p>
          <a:p>
            <a:r>
              <a:rPr lang="fr-CH"/>
              <a:t>Analogie : faire un tour à vélo sans casque, conduire sans ceinture, </a:t>
            </a:r>
          </a:p>
          <a:p>
            <a:endParaRPr lang="fr-CH"/>
          </a:p>
          <a:p>
            <a:r>
              <a:rPr lang="fr-CH"/>
              <a:t>Ne pas changer le mot de passe régulièrement, activer des services/fonctionnalités superflues, utiliser des mots de passes faibles</a:t>
            </a:r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26E8B0B-D5D7-4D88-83E3-FE3FF33CB0CB}" type="slidenum">
              <a:rPr lang="fr-CH" smtClean="0"/>
              <a:t>33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4091882454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CH"/>
              <a:t>Gael start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26E8B0B-D5D7-4D88-83E3-FE3FF33CB0CB}" type="slidenum">
              <a:rPr lang="fr-CH" smtClean="0"/>
              <a:t>34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682288103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CH" dirty="0"/>
              <a:t>Analogie:</a:t>
            </a:r>
          </a:p>
          <a:p>
            <a:endParaRPr lang="fr-CH" dirty="0"/>
          </a:p>
          <a:p>
            <a:r>
              <a:rPr lang="fr-CH" dirty="0"/>
              <a:t>Construire une maison avec de l’isolation contenant de l’amiante</a:t>
            </a:r>
          </a:p>
          <a:p>
            <a:r>
              <a:rPr lang="fr-CH" dirty="0"/>
              <a:t>Réaliser une poterie avec du plomb dans l’argile</a:t>
            </a:r>
          </a:p>
          <a:p>
            <a:endParaRPr lang="fr-CH" dirty="0"/>
          </a:p>
          <a:p>
            <a:endParaRPr lang="fr-CH" dirty="0"/>
          </a:p>
          <a:p>
            <a:r>
              <a:rPr lang="fr-CH" dirty="0" err="1"/>
              <a:t>Equifax</a:t>
            </a:r>
            <a:r>
              <a:rPr lang="fr-CH" dirty="0"/>
              <a:t> </a:t>
            </a:r>
            <a:r>
              <a:rPr lang="fr-CH" dirty="0" err="1"/>
              <a:t>breach</a:t>
            </a:r>
            <a:r>
              <a:rPr lang="fr-CH" dirty="0"/>
              <a:t> in 2017</a:t>
            </a:r>
          </a:p>
          <a:p>
            <a:endParaRPr lang="fr-CH" dirty="0"/>
          </a:p>
          <a:p>
            <a:r>
              <a:rPr lang="fr-CH" dirty="0" err="1"/>
              <a:t>Solarwinds</a:t>
            </a:r>
            <a:endParaRPr lang="fr-CH" dirty="0"/>
          </a:p>
          <a:p>
            <a:endParaRPr lang="fr-CH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fr-CH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Attaques par "</a:t>
            </a:r>
            <a:r>
              <a:rPr lang="fr-CH" sz="1200" b="1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typosquatting</a:t>
            </a:r>
            <a:r>
              <a:rPr lang="fr-CH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 ou "brandjacking" :</a:t>
            </a:r>
            <a:r>
              <a:rPr lang="fr-CH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Les attaquants créent des paquets malveillants avec des noms très similaires à des paquets populaires pour tromper les développeurs. 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fr-CH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fr-CH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fr-CH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La sécurité de votre application est la sécurité de vos composants les plus petits</a:t>
            </a:r>
          </a:p>
          <a:p>
            <a:endParaRPr lang="fr-CH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26E8B0B-D5D7-4D88-83E3-FE3FF33CB0CB}" type="slidenum">
              <a:rPr lang="fr-CH" smtClean="0"/>
              <a:t>35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447494952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CH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26E8B0B-D5D7-4D88-83E3-FE3FF33CB0CB}" type="slidenum">
              <a:rPr lang="fr-CH" smtClean="0"/>
              <a:t>36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2752911480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CH"/>
              <a:t>Pour faire des mises à jour, il faut l’appui des actionnaires et des dirigeants.</a:t>
            </a:r>
          </a:p>
          <a:p>
            <a:endParaRPr lang="fr-CH"/>
          </a:p>
          <a:p>
            <a:r>
              <a:rPr lang="fr-CH"/>
              <a:t>Problème qui arrive</a:t>
            </a:r>
          </a:p>
          <a:p>
            <a:endParaRPr lang="fr-CH"/>
          </a:p>
          <a:p>
            <a:r>
              <a:rPr lang="fr-CH"/>
              <a:t>On repousse toujours un peu plus la mise à jour jusqu’au jour où il y a le problème et ensuite les développeurs sont pointés du doigt!!!</a:t>
            </a:r>
          </a:p>
          <a:p>
            <a:endParaRPr lang="fr-CH"/>
          </a:p>
          <a:p>
            <a:endParaRPr lang="fr-CH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26E8B0B-D5D7-4D88-83E3-FE3FF33CB0CB}" type="slidenum">
              <a:rPr lang="fr-CH" smtClean="0"/>
              <a:t>37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3609765079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CH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26E8B0B-D5D7-4D88-83E3-FE3FF33CB0CB}" type="slidenum">
              <a:rPr lang="fr-CH" smtClean="0"/>
              <a:t>38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2914505168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CH"/>
              <a:t>Demandez aux élèves : à quel endroit les données peuvent ne pas être chiffrées correctement :</a:t>
            </a:r>
          </a:p>
          <a:p>
            <a:endParaRPr lang="fr-CH"/>
          </a:p>
          <a:p>
            <a:pPr marL="228600" indent="-228600">
              <a:buAutoNum type="arabicPeriod"/>
            </a:pPr>
            <a:r>
              <a:rPr lang="fr-CH"/>
              <a:t>Dans le stockage</a:t>
            </a:r>
          </a:p>
          <a:p>
            <a:pPr marL="228600" indent="-228600">
              <a:buAutoNum type="arabicPeriod"/>
            </a:pPr>
            <a:r>
              <a:rPr lang="fr-CH"/>
              <a:t>Dans le transport</a:t>
            </a:r>
          </a:p>
          <a:p>
            <a:pPr marL="228600" indent="-228600">
              <a:buAutoNum type="arabicPeriod"/>
            </a:pPr>
            <a:endParaRPr lang="fr-CH"/>
          </a:p>
          <a:p>
            <a:pPr marL="0" indent="0">
              <a:buNone/>
            </a:pPr>
            <a:r>
              <a:rPr lang="fr-CH"/>
              <a:t>Demandez aux élèves quelques technologies pour chiffrer le transport (HTTPS, SSH, VPN). Quelques exemples pour chiffrer une base de données ? Un disque 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26E8B0B-D5D7-4D88-83E3-FE3FF33CB0CB}" type="slidenum">
              <a:rPr lang="fr-CH" smtClean="0"/>
              <a:t>39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1861099690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CH"/>
              <a:t>Demandez aux élèves : à quel endroit les données peuvent ne pas être chiffrées correctement :</a:t>
            </a:r>
          </a:p>
          <a:p>
            <a:endParaRPr lang="fr-CH"/>
          </a:p>
          <a:p>
            <a:pPr marL="228600" indent="-228600">
              <a:buAutoNum type="arabicPeriod"/>
            </a:pPr>
            <a:r>
              <a:rPr lang="fr-CH"/>
              <a:t>Dans le stockage</a:t>
            </a:r>
          </a:p>
          <a:p>
            <a:pPr marL="228600" indent="-228600">
              <a:buAutoNum type="arabicPeriod"/>
            </a:pPr>
            <a:r>
              <a:rPr lang="fr-CH"/>
              <a:t>Dans le transport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26E8B0B-D5D7-4D88-83E3-FE3FF33CB0CB}" type="slidenum">
              <a:rPr lang="fr-CH" smtClean="0"/>
              <a:t>40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79636635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CH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26E8B0B-D5D7-4D88-83E3-FE3FF33CB0CB}" type="slidenum">
              <a:rPr lang="fr-CH" smtClean="0"/>
              <a:t>41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654630776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CH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26E8B0B-D5D7-4D88-83E3-FE3FF33CB0CB}" type="slidenum">
              <a:rPr lang="fr-CH" smtClean="0"/>
              <a:t>42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24252657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CH" err="1"/>
              <a:t>When</a:t>
            </a:r>
            <a:r>
              <a:rPr lang="fr-CH"/>
              <a:t> an application </a:t>
            </a:r>
            <a:r>
              <a:rPr lang="fr-CH" err="1"/>
              <a:t>accept</a:t>
            </a:r>
            <a:r>
              <a:rPr lang="fr-CH"/>
              <a:t> data as input and process </a:t>
            </a:r>
            <a:r>
              <a:rPr lang="fr-CH" err="1"/>
              <a:t>it</a:t>
            </a:r>
            <a:r>
              <a:rPr lang="fr-CH"/>
              <a:t> as an instruction</a:t>
            </a:r>
          </a:p>
          <a:p>
            <a:endParaRPr lang="fr-CH"/>
          </a:p>
          <a:p>
            <a:r>
              <a:rPr lang="fr-CH"/>
              <a:t>Exemple du chien que l’on nomme assis. Est-ce le nom (data) ou l’instruction?</a:t>
            </a:r>
          </a:p>
          <a:p>
            <a:endParaRPr lang="fr-CH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26E8B0B-D5D7-4D88-83E3-FE3FF33CB0CB}" type="slidenum">
              <a:rPr lang="fr-CH" smtClean="0"/>
              <a:t>43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3811635084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just"/>
            <a:r>
              <a:rPr lang="fr-CH"/>
              <a:t>Analogie du chien qui s’appelle </a:t>
            </a:r>
            <a:r>
              <a:rPr lang="fr-CH" err="1"/>
              <a:t>Sit</a:t>
            </a:r>
            <a:endParaRPr lang="fr-CH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26E8B0B-D5D7-4D88-83E3-FE3FF33CB0CB}" type="slidenum">
              <a:rPr lang="fr-CH" smtClean="0"/>
              <a:t>44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2859881312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Some of the more common injections are SQL, NoSQL, OS command, Object Relational Mapping (ORM), LDAP, and Expression Language (EL) or Object Graph Navigation Library (OGNL) injection. </a:t>
            </a:r>
            <a:endParaRPr lang="fr-CH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26E8B0B-D5D7-4D88-83E3-FE3FF33CB0CB}" type="slidenum">
              <a:rPr lang="fr-CH" smtClean="0"/>
              <a:t>45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339103300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CH"/>
              <a:t>Notez ce bout de code au tableau</a:t>
            </a:r>
          </a:p>
          <a:p>
            <a:endParaRPr lang="fr-CH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b="0" i="0">
                <a:solidFill>
                  <a:srgbClr val="000000"/>
                </a:solidFill>
                <a:effectLst/>
                <a:latin typeface="Segoe UI" panose="020B0502040204020203" pitchFamily="34" charset="0"/>
              </a:rPr>
              <a:t>SQL Injection Based on 1=1 is Always True</a:t>
            </a:r>
          </a:p>
          <a:p>
            <a:endParaRPr lang="fr-CH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26E8B0B-D5D7-4D88-83E3-FE3FF33CB0CB}" type="slidenum">
              <a:rPr lang="fr-CH" smtClean="0"/>
              <a:t>46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2279022917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CH"/>
              <a:t>Notez ce bout de code au tableau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26E8B0B-D5D7-4D88-83E3-FE3FF33CB0CB}" type="slidenum">
              <a:rPr lang="fr-CH" smtClean="0"/>
              <a:t>47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1354417525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CH"/>
              <a:t>https://www.stationx.net/xss-vs-csrf/#:~:text=XSS%20vs%20CSRF%20vs%20SSRF,-SSRF%20stands%20for&amp;text=In%20short%2C%20XSS%20sneaks%20a,grabbing%20information%20it%20shouldn’t.</a:t>
            </a:r>
          </a:p>
          <a:p>
            <a:endParaRPr lang="fr-CH"/>
          </a:p>
          <a:p>
            <a:endParaRPr lang="fr-CH"/>
          </a:p>
          <a:p>
            <a:endParaRPr lang="fr-CH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26E8B0B-D5D7-4D88-83E3-FE3FF33CB0CB}" type="slidenum">
              <a:rPr lang="fr-CH" smtClean="0"/>
              <a:t>48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2691223242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CH"/>
              <a:t>https://www.stationx.net/xss-vs-csrf/#:~:text=XSS%20vs%20CSRF%20vs%20SSRF,-SSRF%20stands%20for&amp;text=In%20short%2C%20XSS%20sneaks%20a,grabbing%20information%20it%20shouldn’t.</a:t>
            </a:r>
          </a:p>
          <a:p>
            <a:endParaRPr lang="fr-CH"/>
          </a:p>
          <a:p>
            <a:endParaRPr lang="fr-CH"/>
          </a:p>
          <a:p>
            <a:endParaRPr lang="fr-CH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26E8B0B-D5D7-4D88-83E3-FE3FF33CB0CB}" type="slidenum">
              <a:rPr lang="fr-CH" smtClean="0"/>
              <a:t>49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3978656417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CH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26E8B0B-D5D7-4D88-83E3-FE3FF33CB0CB}" type="slidenum">
              <a:rPr lang="fr-CH" smtClean="0"/>
              <a:t>50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365767825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CH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26E8B0B-D5D7-4D88-83E3-FE3FF33CB0CB}" type="slidenum">
              <a:rPr lang="fr-CH" smtClean="0"/>
              <a:t>51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171524276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CH"/>
              <a:t>Aussi: données sensibles dans les logs</a:t>
            </a:r>
          </a:p>
          <a:p>
            <a:endParaRPr lang="fr-CH"/>
          </a:p>
          <a:p>
            <a:r>
              <a:rPr lang="fr-CH"/>
              <a:t>Analogie : Construction de la maison</a:t>
            </a:r>
          </a:p>
          <a:p>
            <a:r>
              <a:rPr lang="fr-CH"/>
              <a:t>Small </a:t>
            </a:r>
            <a:r>
              <a:rPr lang="fr-CH" err="1"/>
              <a:t>problems</a:t>
            </a:r>
            <a:r>
              <a:rPr lang="fr-CH"/>
              <a:t> : </a:t>
            </a:r>
            <a:r>
              <a:rPr lang="fr-CH" err="1"/>
              <a:t>broken</a:t>
            </a:r>
            <a:r>
              <a:rPr lang="fr-CH"/>
              <a:t> </a:t>
            </a:r>
            <a:r>
              <a:rPr lang="fr-CH" err="1"/>
              <a:t>dishwasher</a:t>
            </a:r>
            <a:r>
              <a:rPr lang="fr-CH"/>
              <a:t> or </a:t>
            </a:r>
            <a:r>
              <a:rPr lang="fr-CH" err="1"/>
              <a:t>lightbulb</a:t>
            </a:r>
            <a:endParaRPr lang="fr-CH"/>
          </a:p>
          <a:p>
            <a:r>
              <a:rPr lang="fr-CH"/>
              <a:t>Big </a:t>
            </a:r>
            <a:r>
              <a:rPr lang="fr-CH" err="1"/>
              <a:t>problem</a:t>
            </a:r>
            <a:r>
              <a:rPr lang="fr-CH"/>
              <a:t> : house on a </a:t>
            </a:r>
            <a:r>
              <a:rPr lang="fr-CH" err="1"/>
              <a:t>flank</a:t>
            </a:r>
            <a:r>
              <a:rPr lang="fr-CH"/>
              <a:t> </a:t>
            </a:r>
            <a:r>
              <a:rPr lang="fr-CH" err="1"/>
              <a:t>with</a:t>
            </a:r>
            <a:r>
              <a:rPr lang="fr-CH"/>
              <a:t> no </a:t>
            </a:r>
            <a:r>
              <a:rPr lang="fr-CH" err="1"/>
              <a:t>foundation</a:t>
            </a:r>
            <a:r>
              <a:rPr lang="fr-CH"/>
              <a:t> </a:t>
            </a:r>
            <a:r>
              <a:rPr lang="fr-CH" err="1"/>
              <a:t>will</a:t>
            </a:r>
            <a:r>
              <a:rPr lang="fr-CH"/>
              <a:t> </a:t>
            </a:r>
            <a:r>
              <a:rPr lang="fr-CH" err="1"/>
              <a:t>provoke</a:t>
            </a:r>
            <a:r>
              <a:rPr lang="fr-CH"/>
              <a:t> </a:t>
            </a:r>
            <a:r>
              <a:rPr lang="fr-CH" err="1"/>
              <a:t>instability</a:t>
            </a:r>
            <a:endParaRPr lang="fr-CH"/>
          </a:p>
          <a:p>
            <a:endParaRPr lang="fr-CH"/>
          </a:p>
          <a:p>
            <a:r>
              <a:rPr lang="fr-CH" err="1"/>
              <a:t>Logging</a:t>
            </a:r>
            <a:r>
              <a:rPr lang="fr-CH"/>
              <a:t> message </a:t>
            </a:r>
            <a:r>
              <a:rPr lang="fr-CH" err="1"/>
              <a:t>providing</a:t>
            </a:r>
            <a:r>
              <a:rPr lang="fr-CH"/>
              <a:t> info on a config file</a:t>
            </a:r>
          </a:p>
          <a:p>
            <a:r>
              <a:rPr lang="fr-CH" err="1"/>
              <a:t>Password</a:t>
            </a:r>
            <a:r>
              <a:rPr lang="fr-CH"/>
              <a:t> not </a:t>
            </a:r>
            <a:r>
              <a:rPr lang="fr-CH" err="1"/>
              <a:t>encrypted</a:t>
            </a:r>
            <a:endParaRPr lang="fr-CH"/>
          </a:p>
          <a:p>
            <a:endParaRPr lang="fr-CH"/>
          </a:p>
          <a:p>
            <a:r>
              <a:rPr lang="fr-CH"/>
              <a:t>Security </a:t>
            </a:r>
            <a:r>
              <a:rPr lang="fr-CH" err="1"/>
              <a:t>matters</a:t>
            </a:r>
            <a:r>
              <a:rPr lang="fr-CH"/>
              <a:t> not </a:t>
            </a:r>
            <a:r>
              <a:rPr lang="fr-CH" err="1"/>
              <a:t>only</a:t>
            </a:r>
            <a:r>
              <a:rPr lang="fr-CH"/>
              <a:t> in </a:t>
            </a:r>
            <a:r>
              <a:rPr lang="fr-CH" err="1"/>
              <a:t>development</a:t>
            </a:r>
            <a:r>
              <a:rPr lang="fr-CH"/>
              <a:t> and production but </a:t>
            </a:r>
            <a:r>
              <a:rPr lang="fr-CH" err="1"/>
              <a:t>also</a:t>
            </a:r>
            <a:r>
              <a:rPr lang="fr-CH"/>
              <a:t> in design</a:t>
            </a:r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26E8B0B-D5D7-4D88-83E3-FE3FF33CB0CB}" type="slidenum">
              <a:rPr lang="fr-CH" smtClean="0"/>
              <a:t>52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1081416219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CH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26E8B0B-D5D7-4D88-83E3-FE3FF33CB0CB}" type="slidenum">
              <a:rPr lang="fr-CH" smtClean="0"/>
              <a:t>54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518517688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CH"/>
              <a:t>Demandez aux élèves : quelle pourrait être une conception plus sécurisée 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26E8B0B-D5D7-4D88-83E3-FE3FF33CB0CB}" type="slidenum">
              <a:rPr lang="fr-CH" smtClean="0"/>
              <a:t>55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439542646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CH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26E8B0B-D5D7-4D88-83E3-FE3FF33CB0CB}" type="slidenum">
              <a:rPr lang="fr-CH" smtClean="0"/>
              <a:t>56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279496914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CH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26E8B0B-D5D7-4D88-83E3-FE3FF33CB0CB}" type="slidenum">
              <a:rPr lang="fr-CH" smtClean="0"/>
              <a:t>57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122273442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CH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26E8B0B-D5D7-4D88-83E3-FE3FF33CB0CB}" type="slidenum">
              <a:rPr lang="fr-CH" smtClean="0"/>
              <a:t>58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3665053625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CH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26E8B0B-D5D7-4D88-83E3-FE3FF33CB0CB}" type="slidenum">
              <a:rPr lang="fr-CH" smtClean="0"/>
              <a:t>59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554289715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CH"/>
              <a:t>Problème 1 : </a:t>
            </a:r>
          </a:p>
          <a:p>
            <a:endParaRPr lang="fr-CH"/>
          </a:p>
          <a:p>
            <a:r>
              <a:rPr lang="fr-CH"/>
              <a:t>Une webapp demande une identification mais ne vérifie pas que l’identité est correcte</a:t>
            </a:r>
          </a:p>
          <a:p>
            <a:endParaRPr lang="fr-CH"/>
          </a:p>
          <a:p>
            <a:r>
              <a:rPr lang="fr-CH"/>
              <a:t>Imaginez une personne qui entre dans l’aéroport et prétend être pilote. Au moment de rentrer dans l’avion, est-ce quelqu’un vous a demandé votre identité, que vous avez les bons papiers?</a:t>
            </a:r>
          </a:p>
          <a:p>
            <a:endParaRPr lang="fr-CH"/>
          </a:p>
          <a:p>
            <a:r>
              <a:rPr lang="fr-CH"/>
              <a:t>Cela peut</a:t>
            </a:r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26E8B0B-D5D7-4D88-83E3-FE3FF33CB0CB}" type="slidenum">
              <a:rPr lang="fr-CH" smtClean="0"/>
              <a:t>60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84863103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CH"/>
              <a:t>Problème 1 : </a:t>
            </a:r>
          </a:p>
          <a:p>
            <a:endParaRPr lang="fr-CH"/>
          </a:p>
          <a:p>
            <a:r>
              <a:rPr lang="fr-CH"/>
              <a:t>Une webapp demande une identification mais ne vérifie pas que l’identité est correcte</a:t>
            </a:r>
          </a:p>
          <a:p>
            <a:endParaRPr lang="fr-CH"/>
          </a:p>
          <a:p>
            <a:r>
              <a:rPr lang="fr-CH"/>
              <a:t>Imaginez une personne qui entre dans l’aéroport et prétend être pilote. Au moment de rentrer dans l’avion, est-ce quelqu’un vous a demandé votre identité, que vous avez les bons papiers? Est-ce que l’on vous a demande qqch?</a:t>
            </a:r>
          </a:p>
          <a:p>
            <a:endParaRPr lang="fr-CH"/>
          </a:p>
          <a:p>
            <a:r>
              <a:rPr lang="fr-CH"/>
              <a:t>Problème 2 :</a:t>
            </a:r>
          </a:p>
          <a:p>
            <a:endParaRPr lang="fr-CH"/>
          </a:p>
          <a:p>
            <a:r>
              <a:rPr lang="fr-CH"/>
              <a:t>Dans le cas du pilote, on vous demande une pièce d’identité mais finalement on ne contrôle pas que c’est vous sur la pièce.</a:t>
            </a:r>
          </a:p>
          <a:p>
            <a:endParaRPr lang="fr-CH"/>
          </a:p>
          <a:p>
            <a:r>
              <a:rPr lang="fr-CH"/>
              <a:t>Problème 3: </a:t>
            </a:r>
          </a:p>
          <a:p>
            <a:r>
              <a:rPr lang="fr-CH"/>
              <a:t>Vous faites le plein d’essence et payez. Mais la session est mal fermée, la personne suivante arrive et fait le plein en payant avec votre carte.</a:t>
            </a:r>
          </a:p>
          <a:p>
            <a:endParaRPr lang="fr-CH"/>
          </a:p>
          <a:p>
            <a:endParaRPr lang="fr-CH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26E8B0B-D5D7-4D88-83E3-FE3FF33CB0CB}" type="slidenum">
              <a:rPr lang="fr-CH" smtClean="0"/>
              <a:t>61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579990404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CH"/>
              <a:t>Les exemples sont là pour montrer la complexité</a:t>
            </a:r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26E8B0B-D5D7-4D88-83E3-FE3FF33CB0CB}" type="slidenum">
              <a:rPr lang="fr-CH" smtClean="0"/>
              <a:t>62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2263284072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CH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26E8B0B-D5D7-4D88-83E3-FE3FF33CB0CB}" type="slidenum">
              <a:rPr lang="fr-CH" smtClean="0"/>
              <a:t>63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312035274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CH" dirty="0"/>
              <a:t>Processus Agile, </a:t>
            </a:r>
            <a:r>
              <a:rPr lang="fr-CH" dirty="0" err="1"/>
              <a:t>Devops</a:t>
            </a:r>
            <a:r>
              <a:rPr lang="fr-CH" dirty="0"/>
              <a:t>, CI/CD automatise beaucoup de processus dans le développement d’application.</a:t>
            </a:r>
          </a:p>
          <a:p>
            <a:r>
              <a:rPr lang="fr-CH" dirty="0"/>
              <a:t>Ils permettent d’être plus productif et rapide! Mais attention! =&gt; attaque sur un compte développeur d’une dépendance NPM…</a:t>
            </a:r>
          </a:p>
          <a:p>
            <a:endParaRPr lang="fr-CH" dirty="0"/>
          </a:p>
          <a:p>
            <a:endParaRPr lang="fr-CH" dirty="0"/>
          </a:p>
          <a:p>
            <a:endParaRPr lang="fr-CH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26E8B0B-D5D7-4D88-83E3-FE3FF33CB0CB}" type="slidenum">
              <a:rPr lang="fr-CH" smtClean="0"/>
              <a:t>64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2258090408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CH"/>
              <a:t>Les ingrédients sont :</a:t>
            </a:r>
          </a:p>
          <a:p>
            <a:endParaRPr lang="fr-CH"/>
          </a:p>
          <a:p>
            <a:r>
              <a:rPr lang="fr-CH"/>
              <a:t>Le code, les plugins, les librairies…</a:t>
            </a:r>
          </a:p>
          <a:p>
            <a:endParaRPr lang="fr-CH"/>
          </a:p>
          <a:p>
            <a:endParaRPr lang="fr-CH"/>
          </a:p>
          <a:p>
            <a:r>
              <a:rPr lang="fr-CH"/>
              <a:t>Les mises à jour d’un fournisseur peuvent introduire un bug, une faille…</a:t>
            </a:r>
          </a:p>
          <a:p>
            <a:endParaRPr lang="fr-CH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26E8B0B-D5D7-4D88-83E3-FE3FF33CB0CB}" type="slidenum">
              <a:rPr lang="fr-CH" smtClean="0"/>
              <a:t>65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822258086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CH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26E8B0B-D5D7-4D88-83E3-FE3FF33CB0CB}" type="slidenum">
              <a:rPr lang="fr-CH" smtClean="0"/>
              <a:t>66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2255844169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CH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26E8B0B-D5D7-4D88-83E3-FE3FF33CB0CB}" type="slidenum">
              <a:rPr lang="fr-CH" smtClean="0"/>
              <a:t>67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2539076288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CH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26E8B0B-D5D7-4D88-83E3-FE3FF33CB0CB}" type="slidenum">
              <a:rPr lang="fr-CH" smtClean="0"/>
              <a:t>68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803242703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CH"/>
              <a:t>Le cambrioleur contrôle si les portes de votre voiture sont verrouillées.</a:t>
            </a:r>
          </a:p>
          <a:p>
            <a:endParaRPr lang="fr-CH"/>
          </a:p>
          <a:p>
            <a:r>
              <a:rPr lang="fr-CH"/>
              <a:t>Une porte est ouverte, il rentre dans la voiture et trouve une télécommande de garage, le permis de circulation avec l’adresse.</a:t>
            </a:r>
          </a:p>
          <a:p>
            <a:endParaRPr lang="fr-CH"/>
          </a:p>
          <a:p>
            <a:r>
              <a:rPr lang="fr-CH"/>
              <a:t>Le cambrioleur se rend à l’adresse, ouvre le garage. Il fouille et trouve des clés sur lesquels sont notés :  maison, cave, jardin.</a:t>
            </a:r>
          </a:p>
          <a:p>
            <a:endParaRPr lang="fr-CH"/>
          </a:p>
          <a:p>
            <a:r>
              <a:rPr lang="fr-CH"/>
              <a:t>Il se rend à la maison, ouvre la porte avec la clé et ainsi de suite.</a:t>
            </a:r>
          </a:p>
          <a:p>
            <a:endParaRPr lang="fr-CH"/>
          </a:p>
          <a:p>
            <a:endParaRPr lang="fr-CH"/>
          </a:p>
          <a:p>
            <a:r>
              <a:rPr lang="fr-CH"/>
              <a:t>Et si l’ouvertures des portes étaient surveillées? Le garage? La maison?</a:t>
            </a:r>
          </a:p>
          <a:p>
            <a:endParaRPr lang="fr-CH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26E8B0B-D5D7-4D88-83E3-FE3FF33CB0CB}" type="slidenum">
              <a:rPr lang="fr-CH" smtClean="0"/>
              <a:t>69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1435810304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fr-CH"/>
              <a:t>National Cyber Security Center fournit un guide pour bien journaliser les événements afin de détecter une brèche.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fr-CH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fr-CH"/>
              <a:t>Exemple de questions!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fr-CH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fr-CH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fr-CH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fr-CH"/>
          </a:p>
          <a:p>
            <a:endParaRPr lang="fr-CH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26E8B0B-D5D7-4D88-83E3-FE3FF33CB0CB}" type="slidenum">
              <a:rPr lang="fr-CH" smtClean="0"/>
              <a:t>70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3385966229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fr-CH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fr-CH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fr-CH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fr-CH"/>
          </a:p>
          <a:p>
            <a:endParaRPr lang="fr-CH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26E8B0B-D5D7-4D88-83E3-FE3FF33CB0CB}" type="slidenum">
              <a:rPr lang="fr-CH" smtClean="0"/>
              <a:t>71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1900131922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CH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26E8B0B-D5D7-4D88-83E3-FE3FF33CB0CB}" type="slidenum">
              <a:rPr lang="fr-CH" smtClean="0"/>
              <a:t>72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472191023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FCF465-C7E6-79C0-6295-1954CB7C50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8147D61F-6A19-6F30-C251-1A52BB4060C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4839E6B3-5164-E506-72CF-ED929C77F7E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fr-CH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fr-CH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fr-CH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fr-CH"/>
          </a:p>
          <a:p>
            <a:endParaRPr lang="fr-CH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51122533-AEFD-5004-2FED-C5268A08A27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26E8B0B-D5D7-4D88-83E3-FE3FF33CB0CB}" type="slidenum">
              <a:rPr lang="fr-CH" smtClean="0"/>
              <a:t>73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3334962708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CH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26E8B0B-D5D7-4D88-83E3-FE3FF33CB0CB}" type="slidenum">
              <a:rPr lang="fr-CH" smtClean="0"/>
              <a:t>74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917016134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Common Weakness Enumeration (</a:t>
            </a:r>
            <a:r>
              <a:rPr lang="en-US" i="1"/>
              <a:t>CWE</a:t>
            </a:r>
            <a:r>
              <a:rPr lang="en-US"/>
              <a:t>) </a:t>
            </a:r>
            <a:r>
              <a:rPr lang="en-US" err="1"/>
              <a:t>est</a:t>
            </a:r>
            <a:r>
              <a:rPr lang="en-US"/>
              <a:t> </a:t>
            </a:r>
            <a:r>
              <a:rPr lang="en-US" err="1"/>
              <a:t>une</a:t>
            </a:r>
            <a:r>
              <a:rPr lang="en-US"/>
              <a:t> </a:t>
            </a:r>
            <a:r>
              <a:rPr lang="en-US" err="1"/>
              <a:t>liste</a:t>
            </a:r>
            <a:r>
              <a:rPr lang="en-US"/>
              <a:t> de faiblesses (</a:t>
            </a:r>
            <a:r>
              <a:rPr lang="en-US" err="1"/>
              <a:t>matérielles</a:t>
            </a:r>
            <a:r>
              <a:rPr lang="en-US"/>
              <a:t> </a:t>
            </a:r>
            <a:r>
              <a:rPr lang="en-US" err="1"/>
              <a:t>ou</a:t>
            </a:r>
            <a:r>
              <a:rPr lang="en-US"/>
              <a:t> </a:t>
            </a:r>
            <a:r>
              <a:rPr lang="en-US" err="1"/>
              <a:t>logicielles</a:t>
            </a:r>
            <a:r>
              <a:rPr lang="en-US"/>
              <a:t>)</a:t>
            </a:r>
            <a:endParaRPr lang="fr-CH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26E8B0B-D5D7-4D88-83E3-FE3FF33CB0CB}" type="slidenum">
              <a:rPr lang="fr-CH" smtClean="0"/>
              <a:t>75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918760364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CH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26E8B0B-D5D7-4D88-83E3-FE3FF33CB0CB}" type="slidenum">
              <a:rPr lang="fr-CH" smtClean="0"/>
              <a:t>76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3537492606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CH"/>
              <a:t>Log4j</a:t>
            </a:r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26E8B0B-D5D7-4D88-83E3-FE3FF33CB0CB}" type="slidenum">
              <a:rPr lang="fr-CH" smtClean="0"/>
              <a:t>77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1106533932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CH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26E8B0B-D5D7-4D88-83E3-FE3FF33CB0CB}" type="slidenum">
              <a:rPr lang="fr-CH" smtClean="0"/>
              <a:t>78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214629963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E04DE0-88DE-4610-BD02-CD38DF49BAB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>
            <a:noAutofit/>
          </a:bodyPr>
          <a:lstStyle>
            <a:lvl1pPr algn="ctr">
              <a:defRPr sz="5600">
                <a:solidFill>
                  <a:schemeClr val="accent6">
                    <a:lumMod val="50000"/>
                  </a:schemeClr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r>
              <a:rPr lang="en-US"/>
              <a:t>Click to edit Master title style</a:t>
            </a:r>
            <a:endParaRPr lang="fr-CH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98CF7C9-0305-4CBC-8E98-2CC5250FD15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>
            <a:normAutofit/>
          </a:bodyPr>
          <a:lstStyle>
            <a:lvl1pPr marL="0" indent="0" algn="ctr">
              <a:buNone/>
              <a:defRPr sz="3600">
                <a:solidFill>
                  <a:schemeClr val="accent6">
                    <a:lumMod val="50000"/>
                  </a:schemeClr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Helvetica" panose="020B0604020202020204" pitchFamily="34" charset="0"/>
                <a:cs typeface="Helvetica" panose="020B0604020202020204" pitchFamily="34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fr-CH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B18285E8-1FCB-9C6D-C719-195577BFB3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accent6">
                    <a:lumMod val="50000"/>
                  </a:schemeClr>
                </a:solidFill>
              </a:defRPr>
            </a:lvl1pPr>
          </a:lstStyle>
          <a:p>
            <a:fld id="{975B0D62-DA5A-4B9E-A99D-C5E052757ED2}" type="datetime1">
              <a:rPr lang="fr-CH" smtClean="0"/>
              <a:t>26.01.2026</a:t>
            </a:fld>
            <a:endParaRPr lang="fr-CH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40FCD6F8-6772-ED93-2BF4-D33B7E3DA3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3340608" cy="365125"/>
          </a:xfrm>
        </p:spPr>
        <p:txBody>
          <a:bodyPr/>
          <a:lstStyle>
            <a:lvl1pPr>
              <a:defRPr>
                <a:solidFill>
                  <a:schemeClr val="accent6">
                    <a:lumMod val="50000"/>
                  </a:schemeClr>
                </a:solidFill>
              </a:defRPr>
            </a:lvl1pPr>
          </a:lstStyle>
          <a:p>
            <a:endParaRPr lang="fr-CH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518AE0E-7542-ADE9-9231-C9491A8EA1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accent6">
                    <a:lumMod val="50000"/>
                  </a:schemeClr>
                </a:solidFill>
              </a:defRPr>
            </a:lvl1pPr>
          </a:lstStyle>
          <a:p>
            <a:fld id="{D8134CE5-34C2-4E1A-BD32-3DE8831B36D6}" type="slidenum">
              <a:rPr lang="fr-CH" smtClean="0"/>
              <a:pPr/>
              <a:t>‹N°›</a:t>
            </a:fld>
            <a:r>
              <a:rPr lang="fr-CH"/>
              <a:t>/Total</a:t>
            </a:r>
          </a:p>
        </p:txBody>
      </p:sp>
    </p:spTree>
    <p:extLst>
      <p:ext uri="{BB962C8B-B14F-4D97-AF65-F5344CB8AC3E}">
        <p14:creationId xmlns:p14="http://schemas.microsoft.com/office/powerpoint/2010/main" val="170151098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ueprint_ligh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e 2"/>
          <p:cNvGrpSpPr/>
          <p:nvPr userDrawn="1"/>
        </p:nvGrpSpPr>
        <p:grpSpPr>
          <a:xfrm>
            <a:off x="778021" y="296687"/>
            <a:ext cx="10793490" cy="900000"/>
            <a:chOff x="577340" y="118070"/>
            <a:chExt cx="10793490" cy="979831"/>
          </a:xfrm>
        </p:grpSpPr>
        <p:grpSp>
          <p:nvGrpSpPr>
            <p:cNvPr id="2" name="Groupe 1"/>
            <p:cNvGrpSpPr/>
            <p:nvPr userDrawn="1"/>
          </p:nvGrpSpPr>
          <p:grpSpPr>
            <a:xfrm>
              <a:off x="577340" y="122885"/>
              <a:ext cx="900000" cy="975016"/>
              <a:chOff x="577340" y="166428"/>
              <a:chExt cx="900000" cy="975016"/>
            </a:xfrm>
          </p:grpSpPr>
          <p:sp>
            <p:nvSpPr>
              <p:cNvPr id="2362" name="Rectangle 2361">
                <a:extLst>
                  <a:ext uri="{FF2B5EF4-FFF2-40B4-BE49-F238E27FC236}">
                    <a16:creationId xmlns:a16="http://schemas.microsoft.com/office/drawing/2014/main" id="{2072BB47-84CB-47FD-8A25-43491CA83C8F}"/>
                  </a:ext>
                </a:extLst>
              </p:cNvPr>
              <p:cNvSpPr/>
              <p:nvPr/>
            </p:nvSpPr>
            <p:spPr>
              <a:xfrm>
                <a:off x="757550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2363" name="Rectangle 2362">
                <a:extLst>
                  <a:ext uri="{FF2B5EF4-FFF2-40B4-BE49-F238E27FC236}">
                    <a16:creationId xmlns:a16="http://schemas.microsoft.com/office/drawing/2014/main" id="{FD392A82-503D-4B66-9AF9-9E65B8C12603}"/>
                  </a:ext>
                </a:extLst>
              </p:cNvPr>
              <p:cNvSpPr/>
              <p:nvPr/>
            </p:nvSpPr>
            <p:spPr>
              <a:xfrm>
                <a:off x="577634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2364" name="Rectangle 2363">
                <a:extLst>
                  <a:ext uri="{FF2B5EF4-FFF2-40B4-BE49-F238E27FC236}">
                    <a16:creationId xmlns:a16="http://schemas.microsoft.com/office/drawing/2014/main" id="{E8131C02-69AB-405B-82D1-978E3C621405}"/>
                  </a:ext>
                </a:extLst>
              </p:cNvPr>
              <p:cNvSpPr/>
              <p:nvPr/>
            </p:nvSpPr>
            <p:spPr>
              <a:xfrm>
                <a:off x="937466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2365" name="Rectangle 2364">
                <a:extLst>
                  <a:ext uri="{FF2B5EF4-FFF2-40B4-BE49-F238E27FC236}">
                    <a16:creationId xmlns:a16="http://schemas.microsoft.com/office/drawing/2014/main" id="{F369E73F-6F1E-4CCA-9F58-1EF6C7EB008B}"/>
                  </a:ext>
                </a:extLst>
              </p:cNvPr>
              <p:cNvSpPr/>
              <p:nvPr/>
            </p:nvSpPr>
            <p:spPr>
              <a:xfrm>
                <a:off x="1117298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2366" name="Rectangle 2365">
                <a:extLst>
                  <a:ext uri="{FF2B5EF4-FFF2-40B4-BE49-F238E27FC236}">
                    <a16:creationId xmlns:a16="http://schemas.microsoft.com/office/drawing/2014/main" id="{E4D8B003-AF02-4D34-8F85-57B55CDD3871}"/>
                  </a:ext>
                </a:extLst>
              </p:cNvPr>
              <p:cNvSpPr/>
              <p:nvPr/>
            </p:nvSpPr>
            <p:spPr>
              <a:xfrm>
                <a:off x="1297214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2367" name="Rectangle 2366">
                <a:extLst>
                  <a:ext uri="{FF2B5EF4-FFF2-40B4-BE49-F238E27FC236}">
                    <a16:creationId xmlns:a16="http://schemas.microsoft.com/office/drawing/2014/main" id="{14BBDF8A-4682-45D3-ABAD-64B00A4ED731}"/>
                  </a:ext>
                </a:extLst>
              </p:cNvPr>
              <p:cNvSpPr/>
              <p:nvPr/>
            </p:nvSpPr>
            <p:spPr>
              <a:xfrm>
                <a:off x="757466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2368" name="Rectangle 2367">
                <a:extLst>
                  <a:ext uri="{FF2B5EF4-FFF2-40B4-BE49-F238E27FC236}">
                    <a16:creationId xmlns:a16="http://schemas.microsoft.com/office/drawing/2014/main" id="{C13E0C4B-1D4F-471E-A5AD-E4BC58BB3024}"/>
                  </a:ext>
                </a:extLst>
              </p:cNvPr>
              <p:cNvSpPr/>
              <p:nvPr/>
            </p:nvSpPr>
            <p:spPr>
              <a:xfrm>
                <a:off x="577550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2369" name="Rectangle 2368">
                <a:extLst>
                  <a:ext uri="{FF2B5EF4-FFF2-40B4-BE49-F238E27FC236}">
                    <a16:creationId xmlns:a16="http://schemas.microsoft.com/office/drawing/2014/main" id="{1E8CE2AB-2430-43FD-88E9-634F132AAB31}"/>
                  </a:ext>
                </a:extLst>
              </p:cNvPr>
              <p:cNvSpPr/>
              <p:nvPr/>
            </p:nvSpPr>
            <p:spPr>
              <a:xfrm>
                <a:off x="937382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2370" name="Rectangle 2369">
                <a:extLst>
                  <a:ext uri="{FF2B5EF4-FFF2-40B4-BE49-F238E27FC236}">
                    <a16:creationId xmlns:a16="http://schemas.microsoft.com/office/drawing/2014/main" id="{9E64BB36-121D-45B5-AE9E-04F22BB2C216}"/>
                  </a:ext>
                </a:extLst>
              </p:cNvPr>
              <p:cNvSpPr/>
              <p:nvPr/>
            </p:nvSpPr>
            <p:spPr>
              <a:xfrm>
                <a:off x="1117214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2371" name="Rectangle 2370">
                <a:extLst>
                  <a:ext uri="{FF2B5EF4-FFF2-40B4-BE49-F238E27FC236}">
                    <a16:creationId xmlns:a16="http://schemas.microsoft.com/office/drawing/2014/main" id="{13321878-5F07-4A14-B23A-57FA538E97B3}"/>
                  </a:ext>
                </a:extLst>
              </p:cNvPr>
              <p:cNvSpPr/>
              <p:nvPr/>
            </p:nvSpPr>
            <p:spPr>
              <a:xfrm>
                <a:off x="1297130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2372" name="Rectangle 2371">
                <a:extLst>
                  <a:ext uri="{FF2B5EF4-FFF2-40B4-BE49-F238E27FC236}">
                    <a16:creationId xmlns:a16="http://schemas.microsoft.com/office/drawing/2014/main" id="{3E8B26BB-C162-4CAF-8919-EF4839B4A043}"/>
                  </a:ext>
                </a:extLst>
              </p:cNvPr>
              <p:cNvSpPr/>
              <p:nvPr/>
            </p:nvSpPr>
            <p:spPr>
              <a:xfrm>
                <a:off x="757550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2373" name="Rectangle 2372">
                <a:extLst>
                  <a:ext uri="{FF2B5EF4-FFF2-40B4-BE49-F238E27FC236}">
                    <a16:creationId xmlns:a16="http://schemas.microsoft.com/office/drawing/2014/main" id="{C8C38007-7AE0-49F4-AA4F-ED66905690A4}"/>
                  </a:ext>
                </a:extLst>
              </p:cNvPr>
              <p:cNvSpPr/>
              <p:nvPr/>
            </p:nvSpPr>
            <p:spPr>
              <a:xfrm>
                <a:off x="577634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2374" name="Rectangle 2373">
                <a:extLst>
                  <a:ext uri="{FF2B5EF4-FFF2-40B4-BE49-F238E27FC236}">
                    <a16:creationId xmlns:a16="http://schemas.microsoft.com/office/drawing/2014/main" id="{5A8361CA-680F-45F3-A21C-8BEEE02F34C3}"/>
                  </a:ext>
                </a:extLst>
              </p:cNvPr>
              <p:cNvSpPr/>
              <p:nvPr/>
            </p:nvSpPr>
            <p:spPr>
              <a:xfrm>
                <a:off x="937466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2375" name="Rectangle 2374">
                <a:extLst>
                  <a:ext uri="{FF2B5EF4-FFF2-40B4-BE49-F238E27FC236}">
                    <a16:creationId xmlns:a16="http://schemas.microsoft.com/office/drawing/2014/main" id="{3C722730-A2DD-4CBE-B807-91549D72388A}"/>
                  </a:ext>
                </a:extLst>
              </p:cNvPr>
              <p:cNvSpPr/>
              <p:nvPr/>
            </p:nvSpPr>
            <p:spPr>
              <a:xfrm>
                <a:off x="1117298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2376" name="Rectangle 2375">
                <a:extLst>
                  <a:ext uri="{FF2B5EF4-FFF2-40B4-BE49-F238E27FC236}">
                    <a16:creationId xmlns:a16="http://schemas.microsoft.com/office/drawing/2014/main" id="{4B63B2AA-AD7D-4206-AB24-8D005AC5273B}"/>
                  </a:ext>
                </a:extLst>
              </p:cNvPr>
              <p:cNvSpPr/>
              <p:nvPr/>
            </p:nvSpPr>
            <p:spPr>
              <a:xfrm>
                <a:off x="1297214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2377" name="Rectangle 2376">
                <a:extLst>
                  <a:ext uri="{FF2B5EF4-FFF2-40B4-BE49-F238E27FC236}">
                    <a16:creationId xmlns:a16="http://schemas.microsoft.com/office/drawing/2014/main" id="{AA6F6B95-5E2C-4B16-9D85-A798791032F6}"/>
                  </a:ext>
                </a:extLst>
              </p:cNvPr>
              <p:cNvSpPr/>
              <p:nvPr/>
            </p:nvSpPr>
            <p:spPr>
              <a:xfrm>
                <a:off x="757466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2378" name="Rectangle 2377">
                <a:extLst>
                  <a:ext uri="{FF2B5EF4-FFF2-40B4-BE49-F238E27FC236}">
                    <a16:creationId xmlns:a16="http://schemas.microsoft.com/office/drawing/2014/main" id="{F2D828FA-E322-4A76-B5BA-9F0DD3C3E38E}"/>
                  </a:ext>
                </a:extLst>
              </p:cNvPr>
              <p:cNvSpPr/>
              <p:nvPr/>
            </p:nvSpPr>
            <p:spPr>
              <a:xfrm>
                <a:off x="577550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2379" name="Rectangle 2378">
                <a:extLst>
                  <a:ext uri="{FF2B5EF4-FFF2-40B4-BE49-F238E27FC236}">
                    <a16:creationId xmlns:a16="http://schemas.microsoft.com/office/drawing/2014/main" id="{E9E8AA24-7BE4-48CC-9651-A0C0BDCA86BB}"/>
                  </a:ext>
                </a:extLst>
              </p:cNvPr>
              <p:cNvSpPr/>
              <p:nvPr/>
            </p:nvSpPr>
            <p:spPr>
              <a:xfrm>
                <a:off x="937382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2380" name="Rectangle 2379">
                <a:extLst>
                  <a:ext uri="{FF2B5EF4-FFF2-40B4-BE49-F238E27FC236}">
                    <a16:creationId xmlns:a16="http://schemas.microsoft.com/office/drawing/2014/main" id="{5AD14553-DFCB-41AC-914D-8BC53D83B4DB}"/>
                  </a:ext>
                </a:extLst>
              </p:cNvPr>
              <p:cNvSpPr/>
              <p:nvPr/>
            </p:nvSpPr>
            <p:spPr>
              <a:xfrm>
                <a:off x="1117214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2381" name="Rectangle 2380">
                <a:extLst>
                  <a:ext uri="{FF2B5EF4-FFF2-40B4-BE49-F238E27FC236}">
                    <a16:creationId xmlns:a16="http://schemas.microsoft.com/office/drawing/2014/main" id="{A316032A-87F0-4502-BC7E-864A70483D67}"/>
                  </a:ext>
                </a:extLst>
              </p:cNvPr>
              <p:cNvSpPr/>
              <p:nvPr/>
            </p:nvSpPr>
            <p:spPr>
              <a:xfrm>
                <a:off x="1297130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2382" name="Rectangle 2381">
                <a:extLst>
                  <a:ext uri="{FF2B5EF4-FFF2-40B4-BE49-F238E27FC236}">
                    <a16:creationId xmlns:a16="http://schemas.microsoft.com/office/drawing/2014/main" id="{8B04A37E-8D97-4B1D-948B-D23E208A7C8F}"/>
                  </a:ext>
                </a:extLst>
              </p:cNvPr>
              <p:cNvSpPr/>
              <p:nvPr/>
            </p:nvSpPr>
            <p:spPr>
              <a:xfrm>
                <a:off x="757382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2383" name="Rectangle 2382">
                <a:extLst>
                  <a:ext uri="{FF2B5EF4-FFF2-40B4-BE49-F238E27FC236}">
                    <a16:creationId xmlns:a16="http://schemas.microsoft.com/office/drawing/2014/main" id="{4E2AC16B-51E1-41D7-850D-089913FA0710}"/>
                  </a:ext>
                </a:extLst>
              </p:cNvPr>
              <p:cNvSpPr/>
              <p:nvPr/>
            </p:nvSpPr>
            <p:spPr>
              <a:xfrm>
                <a:off x="577466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2384" name="Rectangle 2383">
                <a:extLst>
                  <a:ext uri="{FF2B5EF4-FFF2-40B4-BE49-F238E27FC236}">
                    <a16:creationId xmlns:a16="http://schemas.microsoft.com/office/drawing/2014/main" id="{ABD2CAC0-2F5A-43BF-9285-075F799C766E}"/>
                  </a:ext>
                </a:extLst>
              </p:cNvPr>
              <p:cNvSpPr/>
              <p:nvPr/>
            </p:nvSpPr>
            <p:spPr>
              <a:xfrm>
                <a:off x="937298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2385" name="Rectangle 2384">
                <a:extLst>
                  <a:ext uri="{FF2B5EF4-FFF2-40B4-BE49-F238E27FC236}">
                    <a16:creationId xmlns:a16="http://schemas.microsoft.com/office/drawing/2014/main" id="{999CE40A-43D1-483F-B106-A1856CAA9F04}"/>
                  </a:ext>
                </a:extLst>
              </p:cNvPr>
              <p:cNvSpPr/>
              <p:nvPr/>
            </p:nvSpPr>
            <p:spPr>
              <a:xfrm>
                <a:off x="1117130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2386" name="Rectangle 2385">
                <a:extLst>
                  <a:ext uri="{FF2B5EF4-FFF2-40B4-BE49-F238E27FC236}">
                    <a16:creationId xmlns:a16="http://schemas.microsoft.com/office/drawing/2014/main" id="{C0F37D39-5B1E-4FAC-B92D-81898ED4650F}"/>
                  </a:ext>
                </a:extLst>
              </p:cNvPr>
              <p:cNvSpPr/>
              <p:nvPr/>
            </p:nvSpPr>
            <p:spPr>
              <a:xfrm>
                <a:off x="1297046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2361" name="Rectangle 2360">
                <a:extLst>
                  <a:ext uri="{FF2B5EF4-FFF2-40B4-BE49-F238E27FC236}">
                    <a16:creationId xmlns:a16="http://schemas.microsoft.com/office/drawing/2014/main" id="{9484DA9C-513E-45E5-8E6A-11E52AC4CEC4}"/>
                  </a:ext>
                </a:extLst>
              </p:cNvPr>
              <p:cNvSpPr/>
              <p:nvPr/>
            </p:nvSpPr>
            <p:spPr>
              <a:xfrm>
                <a:off x="577340" y="167393"/>
                <a:ext cx="900000" cy="974051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3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</p:grpSp>
        <p:grpSp>
          <p:nvGrpSpPr>
            <p:cNvPr id="2356" name="Groupe 2355"/>
            <p:cNvGrpSpPr/>
            <p:nvPr userDrawn="1"/>
          </p:nvGrpSpPr>
          <p:grpSpPr>
            <a:xfrm>
              <a:off x="1476794" y="121922"/>
              <a:ext cx="900000" cy="975016"/>
              <a:chOff x="577340" y="166428"/>
              <a:chExt cx="900000" cy="975016"/>
            </a:xfrm>
          </p:grpSpPr>
          <p:sp>
            <p:nvSpPr>
              <p:cNvPr id="2357" name="Rectangle 2356">
                <a:extLst>
                  <a:ext uri="{FF2B5EF4-FFF2-40B4-BE49-F238E27FC236}">
                    <a16:creationId xmlns:a16="http://schemas.microsoft.com/office/drawing/2014/main" id="{2072BB47-84CB-47FD-8A25-43491CA83C8F}"/>
                  </a:ext>
                </a:extLst>
              </p:cNvPr>
              <p:cNvSpPr/>
              <p:nvPr/>
            </p:nvSpPr>
            <p:spPr>
              <a:xfrm>
                <a:off x="757550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2358" name="Rectangle 2357">
                <a:extLst>
                  <a:ext uri="{FF2B5EF4-FFF2-40B4-BE49-F238E27FC236}">
                    <a16:creationId xmlns:a16="http://schemas.microsoft.com/office/drawing/2014/main" id="{FD392A82-503D-4B66-9AF9-9E65B8C12603}"/>
                  </a:ext>
                </a:extLst>
              </p:cNvPr>
              <p:cNvSpPr/>
              <p:nvPr/>
            </p:nvSpPr>
            <p:spPr>
              <a:xfrm>
                <a:off x="577634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4712" name="Rectangle 4711">
                <a:extLst>
                  <a:ext uri="{FF2B5EF4-FFF2-40B4-BE49-F238E27FC236}">
                    <a16:creationId xmlns:a16="http://schemas.microsoft.com/office/drawing/2014/main" id="{E8131C02-69AB-405B-82D1-978E3C621405}"/>
                  </a:ext>
                </a:extLst>
              </p:cNvPr>
              <p:cNvSpPr/>
              <p:nvPr/>
            </p:nvSpPr>
            <p:spPr>
              <a:xfrm>
                <a:off x="937466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4713" name="Rectangle 4712">
                <a:extLst>
                  <a:ext uri="{FF2B5EF4-FFF2-40B4-BE49-F238E27FC236}">
                    <a16:creationId xmlns:a16="http://schemas.microsoft.com/office/drawing/2014/main" id="{F369E73F-6F1E-4CCA-9F58-1EF6C7EB008B}"/>
                  </a:ext>
                </a:extLst>
              </p:cNvPr>
              <p:cNvSpPr/>
              <p:nvPr/>
            </p:nvSpPr>
            <p:spPr>
              <a:xfrm>
                <a:off x="1117298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4714" name="Rectangle 4713">
                <a:extLst>
                  <a:ext uri="{FF2B5EF4-FFF2-40B4-BE49-F238E27FC236}">
                    <a16:creationId xmlns:a16="http://schemas.microsoft.com/office/drawing/2014/main" id="{E4D8B003-AF02-4D34-8F85-57B55CDD3871}"/>
                  </a:ext>
                </a:extLst>
              </p:cNvPr>
              <p:cNvSpPr/>
              <p:nvPr/>
            </p:nvSpPr>
            <p:spPr>
              <a:xfrm>
                <a:off x="1297214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4715" name="Rectangle 4714">
                <a:extLst>
                  <a:ext uri="{FF2B5EF4-FFF2-40B4-BE49-F238E27FC236}">
                    <a16:creationId xmlns:a16="http://schemas.microsoft.com/office/drawing/2014/main" id="{14BBDF8A-4682-45D3-ABAD-64B00A4ED731}"/>
                  </a:ext>
                </a:extLst>
              </p:cNvPr>
              <p:cNvSpPr/>
              <p:nvPr/>
            </p:nvSpPr>
            <p:spPr>
              <a:xfrm>
                <a:off x="757466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4716" name="Rectangle 4715">
                <a:extLst>
                  <a:ext uri="{FF2B5EF4-FFF2-40B4-BE49-F238E27FC236}">
                    <a16:creationId xmlns:a16="http://schemas.microsoft.com/office/drawing/2014/main" id="{C13E0C4B-1D4F-471E-A5AD-E4BC58BB3024}"/>
                  </a:ext>
                </a:extLst>
              </p:cNvPr>
              <p:cNvSpPr/>
              <p:nvPr/>
            </p:nvSpPr>
            <p:spPr>
              <a:xfrm>
                <a:off x="577550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4717" name="Rectangle 4716">
                <a:extLst>
                  <a:ext uri="{FF2B5EF4-FFF2-40B4-BE49-F238E27FC236}">
                    <a16:creationId xmlns:a16="http://schemas.microsoft.com/office/drawing/2014/main" id="{1E8CE2AB-2430-43FD-88E9-634F132AAB31}"/>
                  </a:ext>
                </a:extLst>
              </p:cNvPr>
              <p:cNvSpPr/>
              <p:nvPr/>
            </p:nvSpPr>
            <p:spPr>
              <a:xfrm>
                <a:off x="937382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4718" name="Rectangle 4717">
                <a:extLst>
                  <a:ext uri="{FF2B5EF4-FFF2-40B4-BE49-F238E27FC236}">
                    <a16:creationId xmlns:a16="http://schemas.microsoft.com/office/drawing/2014/main" id="{9E64BB36-121D-45B5-AE9E-04F22BB2C216}"/>
                  </a:ext>
                </a:extLst>
              </p:cNvPr>
              <p:cNvSpPr/>
              <p:nvPr/>
            </p:nvSpPr>
            <p:spPr>
              <a:xfrm>
                <a:off x="1117214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4719" name="Rectangle 4718">
                <a:extLst>
                  <a:ext uri="{FF2B5EF4-FFF2-40B4-BE49-F238E27FC236}">
                    <a16:creationId xmlns:a16="http://schemas.microsoft.com/office/drawing/2014/main" id="{13321878-5F07-4A14-B23A-57FA538E97B3}"/>
                  </a:ext>
                </a:extLst>
              </p:cNvPr>
              <p:cNvSpPr/>
              <p:nvPr/>
            </p:nvSpPr>
            <p:spPr>
              <a:xfrm>
                <a:off x="1297130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4720" name="Rectangle 4719">
                <a:extLst>
                  <a:ext uri="{FF2B5EF4-FFF2-40B4-BE49-F238E27FC236}">
                    <a16:creationId xmlns:a16="http://schemas.microsoft.com/office/drawing/2014/main" id="{3E8B26BB-C162-4CAF-8919-EF4839B4A043}"/>
                  </a:ext>
                </a:extLst>
              </p:cNvPr>
              <p:cNvSpPr/>
              <p:nvPr/>
            </p:nvSpPr>
            <p:spPr>
              <a:xfrm>
                <a:off x="757550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4721" name="Rectangle 4720">
                <a:extLst>
                  <a:ext uri="{FF2B5EF4-FFF2-40B4-BE49-F238E27FC236}">
                    <a16:creationId xmlns:a16="http://schemas.microsoft.com/office/drawing/2014/main" id="{C8C38007-7AE0-49F4-AA4F-ED66905690A4}"/>
                  </a:ext>
                </a:extLst>
              </p:cNvPr>
              <p:cNvSpPr/>
              <p:nvPr/>
            </p:nvSpPr>
            <p:spPr>
              <a:xfrm>
                <a:off x="577634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4722" name="Rectangle 4721">
                <a:extLst>
                  <a:ext uri="{FF2B5EF4-FFF2-40B4-BE49-F238E27FC236}">
                    <a16:creationId xmlns:a16="http://schemas.microsoft.com/office/drawing/2014/main" id="{5A8361CA-680F-45F3-A21C-8BEEE02F34C3}"/>
                  </a:ext>
                </a:extLst>
              </p:cNvPr>
              <p:cNvSpPr/>
              <p:nvPr/>
            </p:nvSpPr>
            <p:spPr>
              <a:xfrm>
                <a:off x="937466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4723" name="Rectangle 4722">
                <a:extLst>
                  <a:ext uri="{FF2B5EF4-FFF2-40B4-BE49-F238E27FC236}">
                    <a16:creationId xmlns:a16="http://schemas.microsoft.com/office/drawing/2014/main" id="{3C722730-A2DD-4CBE-B807-91549D72388A}"/>
                  </a:ext>
                </a:extLst>
              </p:cNvPr>
              <p:cNvSpPr/>
              <p:nvPr/>
            </p:nvSpPr>
            <p:spPr>
              <a:xfrm>
                <a:off x="1117298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4724" name="Rectangle 4723">
                <a:extLst>
                  <a:ext uri="{FF2B5EF4-FFF2-40B4-BE49-F238E27FC236}">
                    <a16:creationId xmlns:a16="http://schemas.microsoft.com/office/drawing/2014/main" id="{4B63B2AA-AD7D-4206-AB24-8D005AC5273B}"/>
                  </a:ext>
                </a:extLst>
              </p:cNvPr>
              <p:cNvSpPr/>
              <p:nvPr/>
            </p:nvSpPr>
            <p:spPr>
              <a:xfrm>
                <a:off x="1297214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4725" name="Rectangle 4724">
                <a:extLst>
                  <a:ext uri="{FF2B5EF4-FFF2-40B4-BE49-F238E27FC236}">
                    <a16:creationId xmlns:a16="http://schemas.microsoft.com/office/drawing/2014/main" id="{AA6F6B95-5E2C-4B16-9D85-A798791032F6}"/>
                  </a:ext>
                </a:extLst>
              </p:cNvPr>
              <p:cNvSpPr/>
              <p:nvPr/>
            </p:nvSpPr>
            <p:spPr>
              <a:xfrm>
                <a:off x="757466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4726" name="Rectangle 4725">
                <a:extLst>
                  <a:ext uri="{FF2B5EF4-FFF2-40B4-BE49-F238E27FC236}">
                    <a16:creationId xmlns:a16="http://schemas.microsoft.com/office/drawing/2014/main" id="{F2D828FA-E322-4A76-B5BA-9F0DD3C3E38E}"/>
                  </a:ext>
                </a:extLst>
              </p:cNvPr>
              <p:cNvSpPr/>
              <p:nvPr/>
            </p:nvSpPr>
            <p:spPr>
              <a:xfrm>
                <a:off x="577550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4727" name="Rectangle 4726">
                <a:extLst>
                  <a:ext uri="{FF2B5EF4-FFF2-40B4-BE49-F238E27FC236}">
                    <a16:creationId xmlns:a16="http://schemas.microsoft.com/office/drawing/2014/main" id="{E9E8AA24-7BE4-48CC-9651-A0C0BDCA86BB}"/>
                  </a:ext>
                </a:extLst>
              </p:cNvPr>
              <p:cNvSpPr/>
              <p:nvPr/>
            </p:nvSpPr>
            <p:spPr>
              <a:xfrm>
                <a:off x="937382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4728" name="Rectangle 4727">
                <a:extLst>
                  <a:ext uri="{FF2B5EF4-FFF2-40B4-BE49-F238E27FC236}">
                    <a16:creationId xmlns:a16="http://schemas.microsoft.com/office/drawing/2014/main" id="{5AD14553-DFCB-41AC-914D-8BC53D83B4DB}"/>
                  </a:ext>
                </a:extLst>
              </p:cNvPr>
              <p:cNvSpPr/>
              <p:nvPr/>
            </p:nvSpPr>
            <p:spPr>
              <a:xfrm>
                <a:off x="1117214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4729" name="Rectangle 4728">
                <a:extLst>
                  <a:ext uri="{FF2B5EF4-FFF2-40B4-BE49-F238E27FC236}">
                    <a16:creationId xmlns:a16="http://schemas.microsoft.com/office/drawing/2014/main" id="{A316032A-87F0-4502-BC7E-864A70483D67}"/>
                  </a:ext>
                </a:extLst>
              </p:cNvPr>
              <p:cNvSpPr/>
              <p:nvPr/>
            </p:nvSpPr>
            <p:spPr>
              <a:xfrm>
                <a:off x="1297130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4730" name="Rectangle 4729">
                <a:extLst>
                  <a:ext uri="{FF2B5EF4-FFF2-40B4-BE49-F238E27FC236}">
                    <a16:creationId xmlns:a16="http://schemas.microsoft.com/office/drawing/2014/main" id="{8B04A37E-8D97-4B1D-948B-D23E208A7C8F}"/>
                  </a:ext>
                </a:extLst>
              </p:cNvPr>
              <p:cNvSpPr/>
              <p:nvPr/>
            </p:nvSpPr>
            <p:spPr>
              <a:xfrm>
                <a:off x="757382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4731" name="Rectangle 4730">
                <a:extLst>
                  <a:ext uri="{FF2B5EF4-FFF2-40B4-BE49-F238E27FC236}">
                    <a16:creationId xmlns:a16="http://schemas.microsoft.com/office/drawing/2014/main" id="{4E2AC16B-51E1-41D7-850D-089913FA0710}"/>
                  </a:ext>
                </a:extLst>
              </p:cNvPr>
              <p:cNvSpPr/>
              <p:nvPr/>
            </p:nvSpPr>
            <p:spPr>
              <a:xfrm>
                <a:off x="577466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4732" name="Rectangle 4731">
                <a:extLst>
                  <a:ext uri="{FF2B5EF4-FFF2-40B4-BE49-F238E27FC236}">
                    <a16:creationId xmlns:a16="http://schemas.microsoft.com/office/drawing/2014/main" id="{ABD2CAC0-2F5A-43BF-9285-075F799C766E}"/>
                  </a:ext>
                </a:extLst>
              </p:cNvPr>
              <p:cNvSpPr/>
              <p:nvPr/>
            </p:nvSpPr>
            <p:spPr>
              <a:xfrm>
                <a:off x="937298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4733" name="Rectangle 4732">
                <a:extLst>
                  <a:ext uri="{FF2B5EF4-FFF2-40B4-BE49-F238E27FC236}">
                    <a16:creationId xmlns:a16="http://schemas.microsoft.com/office/drawing/2014/main" id="{999CE40A-43D1-483F-B106-A1856CAA9F04}"/>
                  </a:ext>
                </a:extLst>
              </p:cNvPr>
              <p:cNvSpPr/>
              <p:nvPr/>
            </p:nvSpPr>
            <p:spPr>
              <a:xfrm>
                <a:off x="1117130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4734" name="Rectangle 4733">
                <a:extLst>
                  <a:ext uri="{FF2B5EF4-FFF2-40B4-BE49-F238E27FC236}">
                    <a16:creationId xmlns:a16="http://schemas.microsoft.com/office/drawing/2014/main" id="{C0F37D39-5B1E-4FAC-B92D-81898ED4650F}"/>
                  </a:ext>
                </a:extLst>
              </p:cNvPr>
              <p:cNvSpPr/>
              <p:nvPr/>
            </p:nvSpPr>
            <p:spPr>
              <a:xfrm>
                <a:off x="1297046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4735" name="Rectangle 4734">
                <a:extLst>
                  <a:ext uri="{FF2B5EF4-FFF2-40B4-BE49-F238E27FC236}">
                    <a16:creationId xmlns:a16="http://schemas.microsoft.com/office/drawing/2014/main" id="{9484DA9C-513E-45E5-8E6A-11E52AC4CEC4}"/>
                  </a:ext>
                </a:extLst>
              </p:cNvPr>
              <p:cNvSpPr/>
              <p:nvPr/>
            </p:nvSpPr>
            <p:spPr>
              <a:xfrm>
                <a:off x="577340" y="167393"/>
                <a:ext cx="900000" cy="974051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3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</p:grpSp>
        <p:grpSp>
          <p:nvGrpSpPr>
            <p:cNvPr id="4736" name="Groupe 4735"/>
            <p:cNvGrpSpPr/>
            <p:nvPr userDrawn="1"/>
          </p:nvGrpSpPr>
          <p:grpSpPr>
            <a:xfrm>
              <a:off x="2376164" y="121922"/>
              <a:ext cx="900000" cy="975016"/>
              <a:chOff x="577340" y="166428"/>
              <a:chExt cx="900000" cy="975016"/>
            </a:xfrm>
          </p:grpSpPr>
          <p:sp>
            <p:nvSpPr>
              <p:cNvPr id="4737" name="Rectangle 4736">
                <a:extLst>
                  <a:ext uri="{FF2B5EF4-FFF2-40B4-BE49-F238E27FC236}">
                    <a16:creationId xmlns:a16="http://schemas.microsoft.com/office/drawing/2014/main" id="{2072BB47-84CB-47FD-8A25-43491CA83C8F}"/>
                  </a:ext>
                </a:extLst>
              </p:cNvPr>
              <p:cNvSpPr/>
              <p:nvPr/>
            </p:nvSpPr>
            <p:spPr>
              <a:xfrm>
                <a:off x="757550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4738" name="Rectangle 4737">
                <a:extLst>
                  <a:ext uri="{FF2B5EF4-FFF2-40B4-BE49-F238E27FC236}">
                    <a16:creationId xmlns:a16="http://schemas.microsoft.com/office/drawing/2014/main" id="{FD392A82-503D-4B66-9AF9-9E65B8C12603}"/>
                  </a:ext>
                </a:extLst>
              </p:cNvPr>
              <p:cNvSpPr/>
              <p:nvPr/>
            </p:nvSpPr>
            <p:spPr>
              <a:xfrm>
                <a:off x="577634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4739" name="Rectangle 4738">
                <a:extLst>
                  <a:ext uri="{FF2B5EF4-FFF2-40B4-BE49-F238E27FC236}">
                    <a16:creationId xmlns:a16="http://schemas.microsoft.com/office/drawing/2014/main" id="{E8131C02-69AB-405B-82D1-978E3C621405}"/>
                  </a:ext>
                </a:extLst>
              </p:cNvPr>
              <p:cNvSpPr/>
              <p:nvPr/>
            </p:nvSpPr>
            <p:spPr>
              <a:xfrm>
                <a:off x="937466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4740" name="Rectangle 4739">
                <a:extLst>
                  <a:ext uri="{FF2B5EF4-FFF2-40B4-BE49-F238E27FC236}">
                    <a16:creationId xmlns:a16="http://schemas.microsoft.com/office/drawing/2014/main" id="{F369E73F-6F1E-4CCA-9F58-1EF6C7EB008B}"/>
                  </a:ext>
                </a:extLst>
              </p:cNvPr>
              <p:cNvSpPr/>
              <p:nvPr/>
            </p:nvSpPr>
            <p:spPr>
              <a:xfrm>
                <a:off x="1117298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4741" name="Rectangle 4740">
                <a:extLst>
                  <a:ext uri="{FF2B5EF4-FFF2-40B4-BE49-F238E27FC236}">
                    <a16:creationId xmlns:a16="http://schemas.microsoft.com/office/drawing/2014/main" id="{E4D8B003-AF02-4D34-8F85-57B55CDD3871}"/>
                  </a:ext>
                </a:extLst>
              </p:cNvPr>
              <p:cNvSpPr/>
              <p:nvPr/>
            </p:nvSpPr>
            <p:spPr>
              <a:xfrm>
                <a:off x="1297214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4742" name="Rectangle 4741">
                <a:extLst>
                  <a:ext uri="{FF2B5EF4-FFF2-40B4-BE49-F238E27FC236}">
                    <a16:creationId xmlns:a16="http://schemas.microsoft.com/office/drawing/2014/main" id="{14BBDF8A-4682-45D3-ABAD-64B00A4ED731}"/>
                  </a:ext>
                </a:extLst>
              </p:cNvPr>
              <p:cNvSpPr/>
              <p:nvPr/>
            </p:nvSpPr>
            <p:spPr>
              <a:xfrm>
                <a:off x="757466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4743" name="Rectangle 4742">
                <a:extLst>
                  <a:ext uri="{FF2B5EF4-FFF2-40B4-BE49-F238E27FC236}">
                    <a16:creationId xmlns:a16="http://schemas.microsoft.com/office/drawing/2014/main" id="{C13E0C4B-1D4F-471E-A5AD-E4BC58BB3024}"/>
                  </a:ext>
                </a:extLst>
              </p:cNvPr>
              <p:cNvSpPr/>
              <p:nvPr/>
            </p:nvSpPr>
            <p:spPr>
              <a:xfrm>
                <a:off x="577550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4744" name="Rectangle 4743">
                <a:extLst>
                  <a:ext uri="{FF2B5EF4-FFF2-40B4-BE49-F238E27FC236}">
                    <a16:creationId xmlns:a16="http://schemas.microsoft.com/office/drawing/2014/main" id="{1E8CE2AB-2430-43FD-88E9-634F132AAB31}"/>
                  </a:ext>
                </a:extLst>
              </p:cNvPr>
              <p:cNvSpPr/>
              <p:nvPr/>
            </p:nvSpPr>
            <p:spPr>
              <a:xfrm>
                <a:off x="937382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4745" name="Rectangle 4744">
                <a:extLst>
                  <a:ext uri="{FF2B5EF4-FFF2-40B4-BE49-F238E27FC236}">
                    <a16:creationId xmlns:a16="http://schemas.microsoft.com/office/drawing/2014/main" id="{9E64BB36-121D-45B5-AE9E-04F22BB2C216}"/>
                  </a:ext>
                </a:extLst>
              </p:cNvPr>
              <p:cNvSpPr/>
              <p:nvPr/>
            </p:nvSpPr>
            <p:spPr>
              <a:xfrm>
                <a:off x="1117214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4746" name="Rectangle 4745">
                <a:extLst>
                  <a:ext uri="{FF2B5EF4-FFF2-40B4-BE49-F238E27FC236}">
                    <a16:creationId xmlns:a16="http://schemas.microsoft.com/office/drawing/2014/main" id="{13321878-5F07-4A14-B23A-57FA538E97B3}"/>
                  </a:ext>
                </a:extLst>
              </p:cNvPr>
              <p:cNvSpPr/>
              <p:nvPr/>
            </p:nvSpPr>
            <p:spPr>
              <a:xfrm>
                <a:off x="1297130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4747" name="Rectangle 4746">
                <a:extLst>
                  <a:ext uri="{FF2B5EF4-FFF2-40B4-BE49-F238E27FC236}">
                    <a16:creationId xmlns:a16="http://schemas.microsoft.com/office/drawing/2014/main" id="{3E8B26BB-C162-4CAF-8919-EF4839B4A043}"/>
                  </a:ext>
                </a:extLst>
              </p:cNvPr>
              <p:cNvSpPr/>
              <p:nvPr/>
            </p:nvSpPr>
            <p:spPr>
              <a:xfrm>
                <a:off x="757550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4748" name="Rectangle 4747">
                <a:extLst>
                  <a:ext uri="{FF2B5EF4-FFF2-40B4-BE49-F238E27FC236}">
                    <a16:creationId xmlns:a16="http://schemas.microsoft.com/office/drawing/2014/main" id="{C8C38007-7AE0-49F4-AA4F-ED66905690A4}"/>
                  </a:ext>
                </a:extLst>
              </p:cNvPr>
              <p:cNvSpPr/>
              <p:nvPr/>
            </p:nvSpPr>
            <p:spPr>
              <a:xfrm>
                <a:off x="577634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4749" name="Rectangle 4748">
                <a:extLst>
                  <a:ext uri="{FF2B5EF4-FFF2-40B4-BE49-F238E27FC236}">
                    <a16:creationId xmlns:a16="http://schemas.microsoft.com/office/drawing/2014/main" id="{5A8361CA-680F-45F3-A21C-8BEEE02F34C3}"/>
                  </a:ext>
                </a:extLst>
              </p:cNvPr>
              <p:cNvSpPr/>
              <p:nvPr/>
            </p:nvSpPr>
            <p:spPr>
              <a:xfrm>
                <a:off x="937466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4750" name="Rectangle 4749">
                <a:extLst>
                  <a:ext uri="{FF2B5EF4-FFF2-40B4-BE49-F238E27FC236}">
                    <a16:creationId xmlns:a16="http://schemas.microsoft.com/office/drawing/2014/main" id="{3C722730-A2DD-4CBE-B807-91549D72388A}"/>
                  </a:ext>
                </a:extLst>
              </p:cNvPr>
              <p:cNvSpPr/>
              <p:nvPr/>
            </p:nvSpPr>
            <p:spPr>
              <a:xfrm>
                <a:off x="1117298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4751" name="Rectangle 4750">
                <a:extLst>
                  <a:ext uri="{FF2B5EF4-FFF2-40B4-BE49-F238E27FC236}">
                    <a16:creationId xmlns:a16="http://schemas.microsoft.com/office/drawing/2014/main" id="{4B63B2AA-AD7D-4206-AB24-8D005AC5273B}"/>
                  </a:ext>
                </a:extLst>
              </p:cNvPr>
              <p:cNvSpPr/>
              <p:nvPr/>
            </p:nvSpPr>
            <p:spPr>
              <a:xfrm>
                <a:off x="1297214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4752" name="Rectangle 4751">
                <a:extLst>
                  <a:ext uri="{FF2B5EF4-FFF2-40B4-BE49-F238E27FC236}">
                    <a16:creationId xmlns:a16="http://schemas.microsoft.com/office/drawing/2014/main" id="{AA6F6B95-5E2C-4B16-9D85-A798791032F6}"/>
                  </a:ext>
                </a:extLst>
              </p:cNvPr>
              <p:cNvSpPr/>
              <p:nvPr/>
            </p:nvSpPr>
            <p:spPr>
              <a:xfrm>
                <a:off x="757466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4753" name="Rectangle 4752">
                <a:extLst>
                  <a:ext uri="{FF2B5EF4-FFF2-40B4-BE49-F238E27FC236}">
                    <a16:creationId xmlns:a16="http://schemas.microsoft.com/office/drawing/2014/main" id="{F2D828FA-E322-4A76-B5BA-9F0DD3C3E38E}"/>
                  </a:ext>
                </a:extLst>
              </p:cNvPr>
              <p:cNvSpPr/>
              <p:nvPr/>
            </p:nvSpPr>
            <p:spPr>
              <a:xfrm>
                <a:off x="577550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4754" name="Rectangle 4753">
                <a:extLst>
                  <a:ext uri="{FF2B5EF4-FFF2-40B4-BE49-F238E27FC236}">
                    <a16:creationId xmlns:a16="http://schemas.microsoft.com/office/drawing/2014/main" id="{E9E8AA24-7BE4-48CC-9651-A0C0BDCA86BB}"/>
                  </a:ext>
                </a:extLst>
              </p:cNvPr>
              <p:cNvSpPr/>
              <p:nvPr/>
            </p:nvSpPr>
            <p:spPr>
              <a:xfrm>
                <a:off x="937382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4755" name="Rectangle 4754">
                <a:extLst>
                  <a:ext uri="{FF2B5EF4-FFF2-40B4-BE49-F238E27FC236}">
                    <a16:creationId xmlns:a16="http://schemas.microsoft.com/office/drawing/2014/main" id="{5AD14553-DFCB-41AC-914D-8BC53D83B4DB}"/>
                  </a:ext>
                </a:extLst>
              </p:cNvPr>
              <p:cNvSpPr/>
              <p:nvPr/>
            </p:nvSpPr>
            <p:spPr>
              <a:xfrm>
                <a:off x="1117214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4756" name="Rectangle 4755">
                <a:extLst>
                  <a:ext uri="{FF2B5EF4-FFF2-40B4-BE49-F238E27FC236}">
                    <a16:creationId xmlns:a16="http://schemas.microsoft.com/office/drawing/2014/main" id="{A316032A-87F0-4502-BC7E-864A70483D67}"/>
                  </a:ext>
                </a:extLst>
              </p:cNvPr>
              <p:cNvSpPr/>
              <p:nvPr/>
            </p:nvSpPr>
            <p:spPr>
              <a:xfrm>
                <a:off x="1297130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4757" name="Rectangle 4756">
                <a:extLst>
                  <a:ext uri="{FF2B5EF4-FFF2-40B4-BE49-F238E27FC236}">
                    <a16:creationId xmlns:a16="http://schemas.microsoft.com/office/drawing/2014/main" id="{8B04A37E-8D97-4B1D-948B-D23E208A7C8F}"/>
                  </a:ext>
                </a:extLst>
              </p:cNvPr>
              <p:cNvSpPr/>
              <p:nvPr/>
            </p:nvSpPr>
            <p:spPr>
              <a:xfrm>
                <a:off x="757382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4758" name="Rectangle 4757">
                <a:extLst>
                  <a:ext uri="{FF2B5EF4-FFF2-40B4-BE49-F238E27FC236}">
                    <a16:creationId xmlns:a16="http://schemas.microsoft.com/office/drawing/2014/main" id="{4E2AC16B-51E1-41D7-850D-089913FA0710}"/>
                  </a:ext>
                </a:extLst>
              </p:cNvPr>
              <p:cNvSpPr/>
              <p:nvPr/>
            </p:nvSpPr>
            <p:spPr>
              <a:xfrm>
                <a:off x="577466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4759" name="Rectangle 4758">
                <a:extLst>
                  <a:ext uri="{FF2B5EF4-FFF2-40B4-BE49-F238E27FC236}">
                    <a16:creationId xmlns:a16="http://schemas.microsoft.com/office/drawing/2014/main" id="{ABD2CAC0-2F5A-43BF-9285-075F799C766E}"/>
                  </a:ext>
                </a:extLst>
              </p:cNvPr>
              <p:cNvSpPr/>
              <p:nvPr/>
            </p:nvSpPr>
            <p:spPr>
              <a:xfrm>
                <a:off x="937298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4760" name="Rectangle 4759">
                <a:extLst>
                  <a:ext uri="{FF2B5EF4-FFF2-40B4-BE49-F238E27FC236}">
                    <a16:creationId xmlns:a16="http://schemas.microsoft.com/office/drawing/2014/main" id="{999CE40A-43D1-483F-B106-A1856CAA9F04}"/>
                  </a:ext>
                </a:extLst>
              </p:cNvPr>
              <p:cNvSpPr/>
              <p:nvPr/>
            </p:nvSpPr>
            <p:spPr>
              <a:xfrm>
                <a:off x="1117130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4761" name="Rectangle 4760">
                <a:extLst>
                  <a:ext uri="{FF2B5EF4-FFF2-40B4-BE49-F238E27FC236}">
                    <a16:creationId xmlns:a16="http://schemas.microsoft.com/office/drawing/2014/main" id="{C0F37D39-5B1E-4FAC-B92D-81898ED4650F}"/>
                  </a:ext>
                </a:extLst>
              </p:cNvPr>
              <p:cNvSpPr/>
              <p:nvPr/>
            </p:nvSpPr>
            <p:spPr>
              <a:xfrm>
                <a:off x="1297046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4762" name="Rectangle 4761">
                <a:extLst>
                  <a:ext uri="{FF2B5EF4-FFF2-40B4-BE49-F238E27FC236}">
                    <a16:creationId xmlns:a16="http://schemas.microsoft.com/office/drawing/2014/main" id="{9484DA9C-513E-45E5-8E6A-11E52AC4CEC4}"/>
                  </a:ext>
                </a:extLst>
              </p:cNvPr>
              <p:cNvSpPr/>
              <p:nvPr/>
            </p:nvSpPr>
            <p:spPr>
              <a:xfrm>
                <a:off x="577340" y="167393"/>
                <a:ext cx="900000" cy="974051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3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</p:grpSp>
        <p:grpSp>
          <p:nvGrpSpPr>
            <p:cNvPr id="4763" name="Groupe 4762"/>
            <p:cNvGrpSpPr/>
            <p:nvPr userDrawn="1"/>
          </p:nvGrpSpPr>
          <p:grpSpPr>
            <a:xfrm>
              <a:off x="3275618" y="120959"/>
              <a:ext cx="900000" cy="975016"/>
              <a:chOff x="577340" y="166428"/>
              <a:chExt cx="900000" cy="975016"/>
            </a:xfrm>
          </p:grpSpPr>
          <p:sp>
            <p:nvSpPr>
              <p:cNvPr id="4764" name="Rectangle 4763">
                <a:extLst>
                  <a:ext uri="{FF2B5EF4-FFF2-40B4-BE49-F238E27FC236}">
                    <a16:creationId xmlns:a16="http://schemas.microsoft.com/office/drawing/2014/main" id="{2072BB47-84CB-47FD-8A25-43491CA83C8F}"/>
                  </a:ext>
                </a:extLst>
              </p:cNvPr>
              <p:cNvSpPr/>
              <p:nvPr/>
            </p:nvSpPr>
            <p:spPr>
              <a:xfrm>
                <a:off x="757550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4765" name="Rectangle 4764">
                <a:extLst>
                  <a:ext uri="{FF2B5EF4-FFF2-40B4-BE49-F238E27FC236}">
                    <a16:creationId xmlns:a16="http://schemas.microsoft.com/office/drawing/2014/main" id="{FD392A82-503D-4B66-9AF9-9E65B8C12603}"/>
                  </a:ext>
                </a:extLst>
              </p:cNvPr>
              <p:cNvSpPr/>
              <p:nvPr/>
            </p:nvSpPr>
            <p:spPr>
              <a:xfrm>
                <a:off x="577634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4766" name="Rectangle 4765">
                <a:extLst>
                  <a:ext uri="{FF2B5EF4-FFF2-40B4-BE49-F238E27FC236}">
                    <a16:creationId xmlns:a16="http://schemas.microsoft.com/office/drawing/2014/main" id="{E8131C02-69AB-405B-82D1-978E3C621405}"/>
                  </a:ext>
                </a:extLst>
              </p:cNvPr>
              <p:cNvSpPr/>
              <p:nvPr/>
            </p:nvSpPr>
            <p:spPr>
              <a:xfrm>
                <a:off x="937466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4767" name="Rectangle 4766">
                <a:extLst>
                  <a:ext uri="{FF2B5EF4-FFF2-40B4-BE49-F238E27FC236}">
                    <a16:creationId xmlns:a16="http://schemas.microsoft.com/office/drawing/2014/main" id="{F369E73F-6F1E-4CCA-9F58-1EF6C7EB008B}"/>
                  </a:ext>
                </a:extLst>
              </p:cNvPr>
              <p:cNvSpPr/>
              <p:nvPr/>
            </p:nvSpPr>
            <p:spPr>
              <a:xfrm>
                <a:off x="1117298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4768" name="Rectangle 4767">
                <a:extLst>
                  <a:ext uri="{FF2B5EF4-FFF2-40B4-BE49-F238E27FC236}">
                    <a16:creationId xmlns:a16="http://schemas.microsoft.com/office/drawing/2014/main" id="{E4D8B003-AF02-4D34-8F85-57B55CDD3871}"/>
                  </a:ext>
                </a:extLst>
              </p:cNvPr>
              <p:cNvSpPr/>
              <p:nvPr/>
            </p:nvSpPr>
            <p:spPr>
              <a:xfrm>
                <a:off x="1297214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4769" name="Rectangle 4768">
                <a:extLst>
                  <a:ext uri="{FF2B5EF4-FFF2-40B4-BE49-F238E27FC236}">
                    <a16:creationId xmlns:a16="http://schemas.microsoft.com/office/drawing/2014/main" id="{14BBDF8A-4682-45D3-ABAD-64B00A4ED731}"/>
                  </a:ext>
                </a:extLst>
              </p:cNvPr>
              <p:cNvSpPr/>
              <p:nvPr/>
            </p:nvSpPr>
            <p:spPr>
              <a:xfrm>
                <a:off x="757466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4770" name="Rectangle 4769">
                <a:extLst>
                  <a:ext uri="{FF2B5EF4-FFF2-40B4-BE49-F238E27FC236}">
                    <a16:creationId xmlns:a16="http://schemas.microsoft.com/office/drawing/2014/main" id="{C13E0C4B-1D4F-471E-A5AD-E4BC58BB3024}"/>
                  </a:ext>
                </a:extLst>
              </p:cNvPr>
              <p:cNvSpPr/>
              <p:nvPr/>
            </p:nvSpPr>
            <p:spPr>
              <a:xfrm>
                <a:off x="577550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4771" name="Rectangle 4770">
                <a:extLst>
                  <a:ext uri="{FF2B5EF4-FFF2-40B4-BE49-F238E27FC236}">
                    <a16:creationId xmlns:a16="http://schemas.microsoft.com/office/drawing/2014/main" id="{1E8CE2AB-2430-43FD-88E9-634F132AAB31}"/>
                  </a:ext>
                </a:extLst>
              </p:cNvPr>
              <p:cNvSpPr/>
              <p:nvPr/>
            </p:nvSpPr>
            <p:spPr>
              <a:xfrm>
                <a:off x="937382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4772" name="Rectangle 4771">
                <a:extLst>
                  <a:ext uri="{FF2B5EF4-FFF2-40B4-BE49-F238E27FC236}">
                    <a16:creationId xmlns:a16="http://schemas.microsoft.com/office/drawing/2014/main" id="{9E64BB36-121D-45B5-AE9E-04F22BB2C216}"/>
                  </a:ext>
                </a:extLst>
              </p:cNvPr>
              <p:cNvSpPr/>
              <p:nvPr/>
            </p:nvSpPr>
            <p:spPr>
              <a:xfrm>
                <a:off x="1117214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4773" name="Rectangle 4772">
                <a:extLst>
                  <a:ext uri="{FF2B5EF4-FFF2-40B4-BE49-F238E27FC236}">
                    <a16:creationId xmlns:a16="http://schemas.microsoft.com/office/drawing/2014/main" id="{13321878-5F07-4A14-B23A-57FA538E97B3}"/>
                  </a:ext>
                </a:extLst>
              </p:cNvPr>
              <p:cNvSpPr/>
              <p:nvPr/>
            </p:nvSpPr>
            <p:spPr>
              <a:xfrm>
                <a:off x="1297130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4774" name="Rectangle 4773">
                <a:extLst>
                  <a:ext uri="{FF2B5EF4-FFF2-40B4-BE49-F238E27FC236}">
                    <a16:creationId xmlns:a16="http://schemas.microsoft.com/office/drawing/2014/main" id="{3E8B26BB-C162-4CAF-8919-EF4839B4A043}"/>
                  </a:ext>
                </a:extLst>
              </p:cNvPr>
              <p:cNvSpPr/>
              <p:nvPr/>
            </p:nvSpPr>
            <p:spPr>
              <a:xfrm>
                <a:off x="757550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4775" name="Rectangle 4774">
                <a:extLst>
                  <a:ext uri="{FF2B5EF4-FFF2-40B4-BE49-F238E27FC236}">
                    <a16:creationId xmlns:a16="http://schemas.microsoft.com/office/drawing/2014/main" id="{C8C38007-7AE0-49F4-AA4F-ED66905690A4}"/>
                  </a:ext>
                </a:extLst>
              </p:cNvPr>
              <p:cNvSpPr/>
              <p:nvPr/>
            </p:nvSpPr>
            <p:spPr>
              <a:xfrm>
                <a:off x="577634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4776" name="Rectangle 4775">
                <a:extLst>
                  <a:ext uri="{FF2B5EF4-FFF2-40B4-BE49-F238E27FC236}">
                    <a16:creationId xmlns:a16="http://schemas.microsoft.com/office/drawing/2014/main" id="{5A8361CA-680F-45F3-A21C-8BEEE02F34C3}"/>
                  </a:ext>
                </a:extLst>
              </p:cNvPr>
              <p:cNvSpPr/>
              <p:nvPr/>
            </p:nvSpPr>
            <p:spPr>
              <a:xfrm>
                <a:off x="937466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4777" name="Rectangle 4776">
                <a:extLst>
                  <a:ext uri="{FF2B5EF4-FFF2-40B4-BE49-F238E27FC236}">
                    <a16:creationId xmlns:a16="http://schemas.microsoft.com/office/drawing/2014/main" id="{3C722730-A2DD-4CBE-B807-91549D72388A}"/>
                  </a:ext>
                </a:extLst>
              </p:cNvPr>
              <p:cNvSpPr/>
              <p:nvPr/>
            </p:nvSpPr>
            <p:spPr>
              <a:xfrm>
                <a:off x="1117298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4778" name="Rectangle 4777">
                <a:extLst>
                  <a:ext uri="{FF2B5EF4-FFF2-40B4-BE49-F238E27FC236}">
                    <a16:creationId xmlns:a16="http://schemas.microsoft.com/office/drawing/2014/main" id="{4B63B2AA-AD7D-4206-AB24-8D005AC5273B}"/>
                  </a:ext>
                </a:extLst>
              </p:cNvPr>
              <p:cNvSpPr/>
              <p:nvPr/>
            </p:nvSpPr>
            <p:spPr>
              <a:xfrm>
                <a:off x="1297214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4779" name="Rectangle 4778">
                <a:extLst>
                  <a:ext uri="{FF2B5EF4-FFF2-40B4-BE49-F238E27FC236}">
                    <a16:creationId xmlns:a16="http://schemas.microsoft.com/office/drawing/2014/main" id="{AA6F6B95-5E2C-4B16-9D85-A798791032F6}"/>
                  </a:ext>
                </a:extLst>
              </p:cNvPr>
              <p:cNvSpPr/>
              <p:nvPr/>
            </p:nvSpPr>
            <p:spPr>
              <a:xfrm>
                <a:off x="757466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4780" name="Rectangle 4779">
                <a:extLst>
                  <a:ext uri="{FF2B5EF4-FFF2-40B4-BE49-F238E27FC236}">
                    <a16:creationId xmlns:a16="http://schemas.microsoft.com/office/drawing/2014/main" id="{F2D828FA-E322-4A76-B5BA-9F0DD3C3E38E}"/>
                  </a:ext>
                </a:extLst>
              </p:cNvPr>
              <p:cNvSpPr/>
              <p:nvPr/>
            </p:nvSpPr>
            <p:spPr>
              <a:xfrm>
                <a:off x="577550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4781" name="Rectangle 4780">
                <a:extLst>
                  <a:ext uri="{FF2B5EF4-FFF2-40B4-BE49-F238E27FC236}">
                    <a16:creationId xmlns:a16="http://schemas.microsoft.com/office/drawing/2014/main" id="{E9E8AA24-7BE4-48CC-9651-A0C0BDCA86BB}"/>
                  </a:ext>
                </a:extLst>
              </p:cNvPr>
              <p:cNvSpPr/>
              <p:nvPr/>
            </p:nvSpPr>
            <p:spPr>
              <a:xfrm>
                <a:off x="937382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4782" name="Rectangle 4781">
                <a:extLst>
                  <a:ext uri="{FF2B5EF4-FFF2-40B4-BE49-F238E27FC236}">
                    <a16:creationId xmlns:a16="http://schemas.microsoft.com/office/drawing/2014/main" id="{5AD14553-DFCB-41AC-914D-8BC53D83B4DB}"/>
                  </a:ext>
                </a:extLst>
              </p:cNvPr>
              <p:cNvSpPr/>
              <p:nvPr/>
            </p:nvSpPr>
            <p:spPr>
              <a:xfrm>
                <a:off x="1117214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4783" name="Rectangle 4782">
                <a:extLst>
                  <a:ext uri="{FF2B5EF4-FFF2-40B4-BE49-F238E27FC236}">
                    <a16:creationId xmlns:a16="http://schemas.microsoft.com/office/drawing/2014/main" id="{A316032A-87F0-4502-BC7E-864A70483D67}"/>
                  </a:ext>
                </a:extLst>
              </p:cNvPr>
              <p:cNvSpPr/>
              <p:nvPr/>
            </p:nvSpPr>
            <p:spPr>
              <a:xfrm>
                <a:off x="1297130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4784" name="Rectangle 4783">
                <a:extLst>
                  <a:ext uri="{FF2B5EF4-FFF2-40B4-BE49-F238E27FC236}">
                    <a16:creationId xmlns:a16="http://schemas.microsoft.com/office/drawing/2014/main" id="{8B04A37E-8D97-4B1D-948B-D23E208A7C8F}"/>
                  </a:ext>
                </a:extLst>
              </p:cNvPr>
              <p:cNvSpPr/>
              <p:nvPr/>
            </p:nvSpPr>
            <p:spPr>
              <a:xfrm>
                <a:off x="757382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4785" name="Rectangle 4784">
                <a:extLst>
                  <a:ext uri="{FF2B5EF4-FFF2-40B4-BE49-F238E27FC236}">
                    <a16:creationId xmlns:a16="http://schemas.microsoft.com/office/drawing/2014/main" id="{4E2AC16B-51E1-41D7-850D-089913FA0710}"/>
                  </a:ext>
                </a:extLst>
              </p:cNvPr>
              <p:cNvSpPr/>
              <p:nvPr/>
            </p:nvSpPr>
            <p:spPr>
              <a:xfrm>
                <a:off x="577466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4786" name="Rectangle 4785">
                <a:extLst>
                  <a:ext uri="{FF2B5EF4-FFF2-40B4-BE49-F238E27FC236}">
                    <a16:creationId xmlns:a16="http://schemas.microsoft.com/office/drawing/2014/main" id="{ABD2CAC0-2F5A-43BF-9285-075F799C766E}"/>
                  </a:ext>
                </a:extLst>
              </p:cNvPr>
              <p:cNvSpPr/>
              <p:nvPr/>
            </p:nvSpPr>
            <p:spPr>
              <a:xfrm>
                <a:off x="937298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4787" name="Rectangle 4786">
                <a:extLst>
                  <a:ext uri="{FF2B5EF4-FFF2-40B4-BE49-F238E27FC236}">
                    <a16:creationId xmlns:a16="http://schemas.microsoft.com/office/drawing/2014/main" id="{999CE40A-43D1-483F-B106-A1856CAA9F04}"/>
                  </a:ext>
                </a:extLst>
              </p:cNvPr>
              <p:cNvSpPr/>
              <p:nvPr/>
            </p:nvSpPr>
            <p:spPr>
              <a:xfrm>
                <a:off x="1117130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4788" name="Rectangle 4787">
                <a:extLst>
                  <a:ext uri="{FF2B5EF4-FFF2-40B4-BE49-F238E27FC236}">
                    <a16:creationId xmlns:a16="http://schemas.microsoft.com/office/drawing/2014/main" id="{C0F37D39-5B1E-4FAC-B92D-81898ED4650F}"/>
                  </a:ext>
                </a:extLst>
              </p:cNvPr>
              <p:cNvSpPr/>
              <p:nvPr/>
            </p:nvSpPr>
            <p:spPr>
              <a:xfrm>
                <a:off x="1297046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4789" name="Rectangle 4788">
                <a:extLst>
                  <a:ext uri="{FF2B5EF4-FFF2-40B4-BE49-F238E27FC236}">
                    <a16:creationId xmlns:a16="http://schemas.microsoft.com/office/drawing/2014/main" id="{9484DA9C-513E-45E5-8E6A-11E52AC4CEC4}"/>
                  </a:ext>
                </a:extLst>
              </p:cNvPr>
              <p:cNvSpPr/>
              <p:nvPr/>
            </p:nvSpPr>
            <p:spPr>
              <a:xfrm>
                <a:off x="577340" y="167393"/>
                <a:ext cx="900000" cy="974051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3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</p:grpSp>
        <p:grpSp>
          <p:nvGrpSpPr>
            <p:cNvPr id="4898" name="Groupe 4897"/>
            <p:cNvGrpSpPr/>
            <p:nvPr userDrawn="1"/>
          </p:nvGrpSpPr>
          <p:grpSpPr>
            <a:xfrm>
              <a:off x="4175198" y="121922"/>
              <a:ext cx="900000" cy="975016"/>
              <a:chOff x="577340" y="166428"/>
              <a:chExt cx="900000" cy="975016"/>
            </a:xfrm>
          </p:grpSpPr>
          <p:sp>
            <p:nvSpPr>
              <p:cNvPr id="4899" name="Rectangle 4898">
                <a:extLst>
                  <a:ext uri="{FF2B5EF4-FFF2-40B4-BE49-F238E27FC236}">
                    <a16:creationId xmlns:a16="http://schemas.microsoft.com/office/drawing/2014/main" id="{2072BB47-84CB-47FD-8A25-43491CA83C8F}"/>
                  </a:ext>
                </a:extLst>
              </p:cNvPr>
              <p:cNvSpPr/>
              <p:nvPr/>
            </p:nvSpPr>
            <p:spPr>
              <a:xfrm>
                <a:off x="757550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4900" name="Rectangle 4899">
                <a:extLst>
                  <a:ext uri="{FF2B5EF4-FFF2-40B4-BE49-F238E27FC236}">
                    <a16:creationId xmlns:a16="http://schemas.microsoft.com/office/drawing/2014/main" id="{FD392A82-503D-4B66-9AF9-9E65B8C12603}"/>
                  </a:ext>
                </a:extLst>
              </p:cNvPr>
              <p:cNvSpPr/>
              <p:nvPr/>
            </p:nvSpPr>
            <p:spPr>
              <a:xfrm>
                <a:off x="577634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4901" name="Rectangle 4900">
                <a:extLst>
                  <a:ext uri="{FF2B5EF4-FFF2-40B4-BE49-F238E27FC236}">
                    <a16:creationId xmlns:a16="http://schemas.microsoft.com/office/drawing/2014/main" id="{E8131C02-69AB-405B-82D1-978E3C621405}"/>
                  </a:ext>
                </a:extLst>
              </p:cNvPr>
              <p:cNvSpPr/>
              <p:nvPr/>
            </p:nvSpPr>
            <p:spPr>
              <a:xfrm>
                <a:off x="937466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4902" name="Rectangle 4901">
                <a:extLst>
                  <a:ext uri="{FF2B5EF4-FFF2-40B4-BE49-F238E27FC236}">
                    <a16:creationId xmlns:a16="http://schemas.microsoft.com/office/drawing/2014/main" id="{F369E73F-6F1E-4CCA-9F58-1EF6C7EB008B}"/>
                  </a:ext>
                </a:extLst>
              </p:cNvPr>
              <p:cNvSpPr/>
              <p:nvPr/>
            </p:nvSpPr>
            <p:spPr>
              <a:xfrm>
                <a:off x="1117298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4903" name="Rectangle 4902">
                <a:extLst>
                  <a:ext uri="{FF2B5EF4-FFF2-40B4-BE49-F238E27FC236}">
                    <a16:creationId xmlns:a16="http://schemas.microsoft.com/office/drawing/2014/main" id="{E4D8B003-AF02-4D34-8F85-57B55CDD3871}"/>
                  </a:ext>
                </a:extLst>
              </p:cNvPr>
              <p:cNvSpPr/>
              <p:nvPr/>
            </p:nvSpPr>
            <p:spPr>
              <a:xfrm>
                <a:off x="1297214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4904" name="Rectangle 4903">
                <a:extLst>
                  <a:ext uri="{FF2B5EF4-FFF2-40B4-BE49-F238E27FC236}">
                    <a16:creationId xmlns:a16="http://schemas.microsoft.com/office/drawing/2014/main" id="{14BBDF8A-4682-45D3-ABAD-64B00A4ED731}"/>
                  </a:ext>
                </a:extLst>
              </p:cNvPr>
              <p:cNvSpPr/>
              <p:nvPr/>
            </p:nvSpPr>
            <p:spPr>
              <a:xfrm>
                <a:off x="757466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4905" name="Rectangle 4904">
                <a:extLst>
                  <a:ext uri="{FF2B5EF4-FFF2-40B4-BE49-F238E27FC236}">
                    <a16:creationId xmlns:a16="http://schemas.microsoft.com/office/drawing/2014/main" id="{C13E0C4B-1D4F-471E-A5AD-E4BC58BB3024}"/>
                  </a:ext>
                </a:extLst>
              </p:cNvPr>
              <p:cNvSpPr/>
              <p:nvPr/>
            </p:nvSpPr>
            <p:spPr>
              <a:xfrm>
                <a:off x="577550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4906" name="Rectangle 4905">
                <a:extLst>
                  <a:ext uri="{FF2B5EF4-FFF2-40B4-BE49-F238E27FC236}">
                    <a16:creationId xmlns:a16="http://schemas.microsoft.com/office/drawing/2014/main" id="{1E8CE2AB-2430-43FD-88E9-634F132AAB31}"/>
                  </a:ext>
                </a:extLst>
              </p:cNvPr>
              <p:cNvSpPr/>
              <p:nvPr/>
            </p:nvSpPr>
            <p:spPr>
              <a:xfrm>
                <a:off x="937382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4907" name="Rectangle 4906">
                <a:extLst>
                  <a:ext uri="{FF2B5EF4-FFF2-40B4-BE49-F238E27FC236}">
                    <a16:creationId xmlns:a16="http://schemas.microsoft.com/office/drawing/2014/main" id="{9E64BB36-121D-45B5-AE9E-04F22BB2C216}"/>
                  </a:ext>
                </a:extLst>
              </p:cNvPr>
              <p:cNvSpPr/>
              <p:nvPr/>
            </p:nvSpPr>
            <p:spPr>
              <a:xfrm>
                <a:off x="1117214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4908" name="Rectangle 4907">
                <a:extLst>
                  <a:ext uri="{FF2B5EF4-FFF2-40B4-BE49-F238E27FC236}">
                    <a16:creationId xmlns:a16="http://schemas.microsoft.com/office/drawing/2014/main" id="{13321878-5F07-4A14-B23A-57FA538E97B3}"/>
                  </a:ext>
                </a:extLst>
              </p:cNvPr>
              <p:cNvSpPr/>
              <p:nvPr/>
            </p:nvSpPr>
            <p:spPr>
              <a:xfrm>
                <a:off x="1297130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4909" name="Rectangle 4908">
                <a:extLst>
                  <a:ext uri="{FF2B5EF4-FFF2-40B4-BE49-F238E27FC236}">
                    <a16:creationId xmlns:a16="http://schemas.microsoft.com/office/drawing/2014/main" id="{3E8B26BB-C162-4CAF-8919-EF4839B4A043}"/>
                  </a:ext>
                </a:extLst>
              </p:cNvPr>
              <p:cNvSpPr/>
              <p:nvPr/>
            </p:nvSpPr>
            <p:spPr>
              <a:xfrm>
                <a:off x="757550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4910" name="Rectangle 4909">
                <a:extLst>
                  <a:ext uri="{FF2B5EF4-FFF2-40B4-BE49-F238E27FC236}">
                    <a16:creationId xmlns:a16="http://schemas.microsoft.com/office/drawing/2014/main" id="{C8C38007-7AE0-49F4-AA4F-ED66905690A4}"/>
                  </a:ext>
                </a:extLst>
              </p:cNvPr>
              <p:cNvSpPr/>
              <p:nvPr/>
            </p:nvSpPr>
            <p:spPr>
              <a:xfrm>
                <a:off x="577634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4911" name="Rectangle 4910">
                <a:extLst>
                  <a:ext uri="{FF2B5EF4-FFF2-40B4-BE49-F238E27FC236}">
                    <a16:creationId xmlns:a16="http://schemas.microsoft.com/office/drawing/2014/main" id="{5A8361CA-680F-45F3-A21C-8BEEE02F34C3}"/>
                  </a:ext>
                </a:extLst>
              </p:cNvPr>
              <p:cNvSpPr/>
              <p:nvPr/>
            </p:nvSpPr>
            <p:spPr>
              <a:xfrm>
                <a:off x="937466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4912" name="Rectangle 4911">
                <a:extLst>
                  <a:ext uri="{FF2B5EF4-FFF2-40B4-BE49-F238E27FC236}">
                    <a16:creationId xmlns:a16="http://schemas.microsoft.com/office/drawing/2014/main" id="{3C722730-A2DD-4CBE-B807-91549D72388A}"/>
                  </a:ext>
                </a:extLst>
              </p:cNvPr>
              <p:cNvSpPr/>
              <p:nvPr/>
            </p:nvSpPr>
            <p:spPr>
              <a:xfrm>
                <a:off x="1117298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4913" name="Rectangle 4912">
                <a:extLst>
                  <a:ext uri="{FF2B5EF4-FFF2-40B4-BE49-F238E27FC236}">
                    <a16:creationId xmlns:a16="http://schemas.microsoft.com/office/drawing/2014/main" id="{4B63B2AA-AD7D-4206-AB24-8D005AC5273B}"/>
                  </a:ext>
                </a:extLst>
              </p:cNvPr>
              <p:cNvSpPr/>
              <p:nvPr/>
            </p:nvSpPr>
            <p:spPr>
              <a:xfrm>
                <a:off x="1297214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4914" name="Rectangle 4913">
                <a:extLst>
                  <a:ext uri="{FF2B5EF4-FFF2-40B4-BE49-F238E27FC236}">
                    <a16:creationId xmlns:a16="http://schemas.microsoft.com/office/drawing/2014/main" id="{AA6F6B95-5E2C-4B16-9D85-A798791032F6}"/>
                  </a:ext>
                </a:extLst>
              </p:cNvPr>
              <p:cNvSpPr/>
              <p:nvPr/>
            </p:nvSpPr>
            <p:spPr>
              <a:xfrm>
                <a:off x="757466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4915" name="Rectangle 4914">
                <a:extLst>
                  <a:ext uri="{FF2B5EF4-FFF2-40B4-BE49-F238E27FC236}">
                    <a16:creationId xmlns:a16="http://schemas.microsoft.com/office/drawing/2014/main" id="{F2D828FA-E322-4A76-B5BA-9F0DD3C3E38E}"/>
                  </a:ext>
                </a:extLst>
              </p:cNvPr>
              <p:cNvSpPr/>
              <p:nvPr/>
            </p:nvSpPr>
            <p:spPr>
              <a:xfrm>
                <a:off x="577550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4916" name="Rectangle 4915">
                <a:extLst>
                  <a:ext uri="{FF2B5EF4-FFF2-40B4-BE49-F238E27FC236}">
                    <a16:creationId xmlns:a16="http://schemas.microsoft.com/office/drawing/2014/main" id="{E9E8AA24-7BE4-48CC-9651-A0C0BDCA86BB}"/>
                  </a:ext>
                </a:extLst>
              </p:cNvPr>
              <p:cNvSpPr/>
              <p:nvPr/>
            </p:nvSpPr>
            <p:spPr>
              <a:xfrm>
                <a:off x="937382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4917" name="Rectangle 4916">
                <a:extLst>
                  <a:ext uri="{FF2B5EF4-FFF2-40B4-BE49-F238E27FC236}">
                    <a16:creationId xmlns:a16="http://schemas.microsoft.com/office/drawing/2014/main" id="{5AD14553-DFCB-41AC-914D-8BC53D83B4DB}"/>
                  </a:ext>
                </a:extLst>
              </p:cNvPr>
              <p:cNvSpPr/>
              <p:nvPr/>
            </p:nvSpPr>
            <p:spPr>
              <a:xfrm>
                <a:off x="1117214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4918" name="Rectangle 4917">
                <a:extLst>
                  <a:ext uri="{FF2B5EF4-FFF2-40B4-BE49-F238E27FC236}">
                    <a16:creationId xmlns:a16="http://schemas.microsoft.com/office/drawing/2014/main" id="{A316032A-87F0-4502-BC7E-864A70483D67}"/>
                  </a:ext>
                </a:extLst>
              </p:cNvPr>
              <p:cNvSpPr/>
              <p:nvPr/>
            </p:nvSpPr>
            <p:spPr>
              <a:xfrm>
                <a:off x="1297130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4919" name="Rectangle 4918">
                <a:extLst>
                  <a:ext uri="{FF2B5EF4-FFF2-40B4-BE49-F238E27FC236}">
                    <a16:creationId xmlns:a16="http://schemas.microsoft.com/office/drawing/2014/main" id="{8B04A37E-8D97-4B1D-948B-D23E208A7C8F}"/>
                  </a:ext>
                </a:extLst>
              </p:cNvPr>
              <p:cNvSpPr/>
              <p:nvPr/>
            </p:nvSpPr>
            <p:spPr>
              <a:xfrm>
                <a:off x="757382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4920" name="Rectangle 4919">
                <a:extLst>
                  <a:ext uri="{FF2B5EF4-FFF2-40B4-BE49-F238E27FC236}">
                    <a16:creationId xmlns:a16="http://schemas.microsoft.com/office/drawing/2014/main" id="{4E2AC16B-51E1-41D7-850D-089913FA0710}"/>
                  </a:ext>
                </a:extLst>
              </p:cNvPr>
              <p:cNvSpPr/>
              <p:nvPr/>
            </p:nvSpPr>
            <p:spPr>
              <a:xfrm>
                <a:off x="577466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4921" name="Rectangle 4920">
                <a:extLst>
                  <a:ext uri="{FF2B5EF4-FFF2-40B4-BE49-F238E27FC236}">
                    <a16:creationId xmlns:a16="http://schemas.microsoft.com/office/drawing/2014/main" id="{ABD2CAC0-2F5A-43BF-9285-075F799C766E}"/>
                  </a:ext>
                </a:extLst>
              </p:cNvPr>
              <p:cNvSpPr/>
              <p:nvPr/>
            </p:nvSpPr>
            <p:spPr>
              <a:xfrm>
                <a:off x="937298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4922" name="Rectangle 4921">
                <a:extLst>
                  <a:ext uri="{FF2B5EF4-FFF2-40B4-BE49-F238E27FC236}">
                    <a16:creationId xmlns:a16="http://schemas.microsoft.com/office/drawing/2014/main" id="{999CE40A-43D1-483F-B106-A1856CAA9F04}"/>
                  </a:ext>
                </a:extLst>
              </p:cNvPr>
              <p:cNvSpPr/>
              <p:nvPr/>
            </p:nvSpPr>
            <p:spPr>
              <a:xfrm>
                <a:off x="1117130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4923" name="Rectangle 4922">
                <a:extLst>
                  <a:ext uri="{FF2B5EF4-FFF2-40B4-BE49-F238E27FC236}">
                    <a16:creationId xmlns:a16="http://schemas.microsoft.com/office/drawing/2014/main" id="{C0F37D39-5B1E-4FAC-B92D-81898ED4650F}"/>
                  </a:ext>
                </a:extLst>
              </p:cNvPr>
              <p:cNvSpPr/>
              <p:nvPr/>
            </p:nvSpPr>
            <p:spPr>
              <a:xfrm>
                <a:off x="1297046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4924" name="Rectangle 4923">
                <a:extLst>
                  <a:ext uri="{FF2B5EF4-FFF2-40B4-BE49-F238E27FC236}">
                    <a16:creationId xmlns:a16="http://schemas.microsoft.com/office/drawing/2014/main" id="{9484DA9C-513E-45E5-8E6A-11E52AC4CEC4}"/>
                  </a:ext>
                </a:extLst>
              </p:cNvPr>
              <p:cNvSpPr/>
              <p:nvPr/>
            </p:nvSpPr>
            <p:spPr>
              <a:xfrm>
                <a:off x="577340" y="167393"/>
                <a:ext cx="900000" cy="974051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3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</p:grpSp>
        <p:grpSp>
          <p:nvGrpSpPr>
            <p:cNvPr id="4925" name="Groupe 4924"/>
            <p:cNvGrpSpPr/>
            <p:nvPr userDrawn="1"/>
          </p:nvGrpSpPr>
          <p:grpSpPr>
            <a:xfrm>
              <a:off x="5074652" y="120959"/>
              <a:ext cx="900000" cy="975016"/>
              <a:chOff x="577340" y="166428"/>
              <a:chExt cx="900000" cy="975016"/>
            </a:xfrm>
          </p:grpSpPr>
          <p:sp>
            <p:nvSpPr>
              <p:cNvPr id="4926" name="Rectangle 4925">
                <a:extLst>
                  <a:ext uri="{FF2B5EF4-FFF2-40B4-BE49-F238E27FC236}">
                    <a16:creationId xmlns:a16="http://schemas.microsoft.com/office/drawing/2014/main" id="{2072BB47-84CB-47FD-8A25-43491CA83C8F}"/>
                  </a:ext>
                </a:extLst>
              </p:cNvPr>
              <p:cNvSpPr/>
              <p:nvPr/>
            </p:nvSpPr>
            <p:spPr>
              <a:xfrm>
                <a:off x="757550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4927" name="Rectangle 4926">
                <a:extLst>
                  <a:ext uri="{FF2B5EF4-FFF2-40B4-BE49-F238E27FC236}">
                    <a16:creationId xmlns:a16="http://schemas.microsoft.com/office/drawing/2014/main" id="{FD392A82-503D-4B66-9AF9-9E65B8C12603}"/>
                  </a:ext>
                </a:extLst>
              </p:cNvPr>
              <p:cNvSpPr/>
              <p:nvPr/>
            </p:nvSpPr>
            <p:spPr>
              <a:xfrm>
                <a:off x="577634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4928" name="Rectangle 4927">
                <a:extLst>
                  <a:ext uri="{FF2B5EF4-FFF2-40B4-BE49-F238E27FC236}">
                    <a16:creationId xmlns:a16="http://schemas.microsoft.com/office/drawing/2014/main" id="{E8131C02-69AB-405B-82D1-978E3C621405}"/>
                  </a:ext>
                </a:extLst>
              </p:cNvPr>
              <p:cNvSpPr/>
              <p:nvPr/>
            </p:nvSpPr>
            <p:spPr>
              <a:xfrm>
                <a:off x="937466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4929" name="Rectangle 4928">
                <a:extLst>
                  <a:ext uri="{FF2B5EF4-FFF2-40B4-BE49-F238E27FC236}">
                    <a16:creationId xmlns:a16="http://schemas.microsoft.com/office/drawing/2014/main" id="{F369E73F-6F1E-4CCA-9F58-1EF6C7EB008B}"/>
                  </a:ext>
                </a:extLst>
              </p:cNvPr>
              <p:cNvSpPr/>
              <p:nvPr/>
            </p:nvSpPr>
            <p:spPr>
              <a:xfrm>
                <a:off x="1117298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4930" name="Rectangle 4929">
                <a:extLst>
                  <a:ext uri="{FF2B5EF4-FFF2-40B4-BE49-F238E27FC236}">
                    <a16:creationId xmlns:a16="http://schemas.microsoft.com/office/drawing/2014/main" id="{E4D8B003-AF02-4D34-8F85-57B55CDD3871}"/>
                  </a:ext>
                </a:extLst>
              </p:cNvPr>
              <p:cNvSpPr/>
              <p:nvPr/>
            </p:nvSpPr>
            <p:spPr>
              <a:xfrm>
                <a:off x="1297214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4931" name="Rectangle 4930">
                <a:extLst>
                  <a:ext uri="{FF2B5EF4-FFF2-40B4-BE49-F238E27FC236}">
                    <a16:creationId xmlns:a16="http://schemas.microsoft.com/office/drawing/2014/main" id="{14BBDF8A-4682-45D3-ABAD-64B00A4ED731}"/>
                  </a:ext>
                </a:extLst>
              </p:cNvPr>
              <p:cNvSpPr/>
              <p:nvPr/>
            </p:nvSpPr>
            <p:spPr>
              <a:xfrm>
                <a:off x="757466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4932" name="Rectangle 4931">
                <a:extLst>
                  <a:ext uri="{FF2B5EF4-FFF2-40B4-BE49-F238E27FC236}">
                    <a16:creationId xmlns:a16="http://schemas.microsoft.com/office/drawing/2014/main" id="{C13E0C4B-1D4F-471E-A5AD-E4BC58BB3024}"/>
                  </a:ext>
                </a:extLst>
              </p:cNvPr>
              <p:cNvSpPr/>
              <p:nvPr/>
            </p:nvSpPr>
            <p:spPr>
              <a:xfrm>
                <a:off x="577550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4933" name="Rectangle 4932">
                <a:extLst>
                  <a:ext uri="{FF2B5EF4-FFF2-40B4-BE49-F238E27FC236}">
                    <a16:creationId xmlns:a16="http://schemas.microsoft.com/office/drawing/2014/main" id="{1E8CE2AB-2430-43FD-88E9-634F132AAB31}"/>
                  </a:ext>
                </a:extLst>
              </p:cNvPr>
              <p:cNvSpPr/>
              <p:nvPr/>
            </p:nvSpPr>
            <p:spPr>
              <a:xfrm>
                <a:off x="937382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4934" name="Rectangle 4933">
                <a:extLst>
                  <a:ext uri="{FF2B5EF4-FFF2-40B4-BE49-F238E27FC236}">
                    <a16:creationId xmlns:a16="http://schemas.microsoft.com/office/drawing/2014/main" id="{9E64BB36-121D-45B5-AE9E-04F22BB2C216}"/>
                  </a:ext>
                </a:extLst>
              </p:cNvPr>
              <p:cNvSpPr/>
              <p:nvPr/>
            </p:nvSpPr>
            <p:spPr>
              <a:xfrm>
                <a:off x="1117214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4935" name="Rectangle 4934">
                <a:extLst>
                  <a:ext uri="{FF2B5EF4-FFF2-40B4-BE49-F238E27FC236}">
                    <a16:creationId xmlns:a16="http://schemas.microsoft.com/office/drawing/2014/main" id="{13321878-5F07-4A14-B23A-57FA538E97B3}"/>
                  </a:ext>
                </a:extLst>
              </p:cNvPr>
              <p:cNvSpPr/>
              <p:nvPr/>
            </p:nvSpPr>
            <p:spPr>
              <a:xfrm>
                <a:off x="1297130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4936" name="Rectangle 4935">
                <a:extLst>
                  <a:ext uri="{FF2B5EF4-FFF2-40B4-BE49-F238E27FC236}">
                    <a16:creationId xmlns:a16="http://schemas.microsoft.com/office/drawing/2014/main" id="{3E8B26BB-C162-4CAF-8919-EF4839B4A043}"/>
                  </a:ext>
                </a:extLst>
              </p:cNvPr>
              <p:cNvSpPr/>
              <p:nvPr/>
            </p:nvSpPr>
            <p:spPr>
              <a:xfrm>
                <a:off x="757550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4937" name="Rectangle 4936">
                <a:extLst>
                  <a:ext uri="{FF2B5EF4-FFF2-40B4-BE49-F238E27FC236}">
                    <a16:creationId xmlns:a16="http://schemas.microsoft.com/office/drawing/2014/main" id="{C8C38007-7AE0-49F4-AA4F-ED66905690A4}"/>
                  </a:ext>
                </a:extLst>
              </p:cNvPr>
              <p:cNvSpPr/>
              <p:nvPr/>
            </p:nvSpPr>
            <p:spPr>
              <a:xfrm>
                <a:off x="577634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4938" name="Rectangle 4937">
                <a:extLst>
                  <a:ext uri="{FF2B5EF4-FFF2-40B4-BE49-F238E27FC236}">
                    <a16:creationId xmlns:a16="http://schemas.microsoft.com/office/drawing/2014/main" id="{5A8361CA-680F-45F3-A21C-8BEEE02F34C3}"/>
                  </a:ext>
                </a:extLst>
              </p:cNvPr>
              <p:cNvSpPr/>
              <p:nvPr/>
            </p:nvSpPr>
            <p:spPr>
              <a:xfrm>
                <a:off x="937466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4939" name="Rectangle 4938">
                <a:extLst>
                  <a:ext uri="{FF2B5EF4-FFF2-40B4-BE49-F238E27FC236}">
                    <a16:creationId xmlns:a16="http://schemas.microsoft.com/office/drawing/2014/main" id="{3C722730-A2DD-4CBE-B807-91549D72388A}"/>
                  </a:ext>
                </a:extLst>
              </p:cNvPr>
              <p:cNvSpPr/>
              <p:nvPr/>
            </p:nvSpPr>
            <p:spPr>
              <a:xfrm>
                <a:off x="1117298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4940" name="Rectangle 4939">
                <a:extLst>
                  <a:ext uri="{FF2B5EF4-FFF2-40B4-BE49-F238E27FC236}">
                    <a16:creationId xmlns:a16="http://schemas.microsoft.com/office/drawing/2014/main" id="{4B63B2AA-AD7D-4206-AB24-8D005AC5273B}"/>
                  </a:ext>
                </a:extLst>
              </p:cNvPr>
              <p:cNvSpPr/>
              <p:nvPr/>
            </p:nvSpPr>
            <p:spPr>
              <a:xfrm>
                <a:off x="1297214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4941" name="Rectangle 4940">
                <a:extLst>
                  <a:ext uri="{FF2B5EF4-FFF2-40B4-BE49-F238E27FC236}">
                    <a16:creationId xmlns:a16="http://schemas.microsoft.com/office/drawing/2014/main" id="{AA6F6B95-5E2C-4B16-9D85-A798791032F6}"/>
                  </a:ext>
                </a:extLst>
              </p:cNvPr>
              <p:cNvSpPr/>
              <p:nvPr/>
            </p:nvSpPr>
            <p:spPr>
              <a:xfrm>
                <a:off x="757466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4942" name="Rectangle 4941">
                <a:extLst>
                  <a:ext uri="{FF2B5EF4-FFF2-40B4-BE49-F238E27FC236}">
                    <a16:creationId xmlns:a16="http://schemas.microsoft.com/office/drawing/2014/main" id="{F2D828FA-E322-4A76-B5BA-9F0DD3C3E38E}"/>
                  </a:ext>
                </a:extLst>
              </p:cNvPr>
              <p:cNvSpPr/>
              <p:nvPr/>
            </p:nvSpPr>
            <p:spPr>
              <a:xfrm>
                <a:off x="577550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4943" name="Rectangle 4942">
                <a:extLst>
                  <a:ext uri="{FF2B5EF4-FFF2-40B4-BE49-F238E27FC236}">
                    <a16:creationId xmlns:a16="http://schemas.microsoft.com/office/drawing/2014/main" id="{E9E8AA24-7BE4-48CC-9651-A0C0BDCA86BB}"/>
                  </a:ext>
                </a:extLst>
              </p:cNvPr>
              <p:cNvSpPr/>
              <p:nvPr/>
            </p:nvSpPr>
            <p:spPr>
              <a:xfrm>
                <a:off x="937382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4944" name="Rectangle 4943">
                <a:extLst>
                  <a:ext uri="{FF2B5EF4-FFF2-40B4-BE49-F238E27FC236}">
                    <a16:creationId xmlns:a16="http://schemas.microsoft.com/office/drawing/2014/main" id="{5AD14553-DFCB-41AC-914D-8BC53D83B4DB}"/>
                  </a:ext>
                </a:extLst>
              </p:cNvPr>
              <p:cNvSpPr/>
              <p:nvPr/>
            </p:nvSpPr>
            <p:spPr>
              <a:xfrm>
                <a:off x="1117214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4945" name="Rectangle 4944">
                <a:extLst>
                  <a:ext uri="{FF2B5EF4-FFF2-40B4-BE49-F238E27FC236}">
                    <a16:creationId xmlns:a16="http://schemas.microsoft.com/office/drawing/2014/main" id="{A316032A-87F0-4502-BC7E-864A70483D67}"/>
                  </a:ext>
                </a:extLst>
              </p:cNvPr>
              <p:cNvSpPr/>
              <p:nvPr/>
            </p:nvSpPr>
            <p:spPr>
              <a:xfrm>
                <a:off x="1297130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4946" name="Rectangle 4945">
                <a:extLst>
                  <a:ext uri="{FF2B5EF4-FFF2-40B4-BE49-F238E27FC236}">
                    <a16:creationId xmlns:a16="http://schemas.microsoft.com/office/drawing/2014/main" id="{8B04A37E-8D97-4B1D-948B-D23E208A7C8F}"/>
                  </a:ext>
                </a:extLst>
              </p:cNvPr>
              <p:cNvSpPr/>
              <p:nvPr/>
            </p:nvSpPr>
            <p:spPr>
              <a:xfrm>
                <a:off x="757382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4947" name="Rectangle 4946">
                <a:extLst>
                  <a:ext uri="{FF2B5EF4-FFF2-40B4-BE49-F238E27FC236}">
                    <a16:creationId xmlns:a16="http://schemas.microsoft.com/office/drawing/2014/main" id="{4E2AC16B-51E1-41D7-850D-089913FA0710}"/>
                  </a:ext>
                </a:extLst>
              </p:cNvPr>
              <p:cNvSpPr/>
              <p:nvPr/>
            </p:nvSpPr>
            <p:spPr>
              <a:xfrm>
                <a:off x="577466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4948" name="Rectangle 4947">
                <a:extLst>
                  <a:ext uri="{FF2B5EF4-FFF2-40B4-BE49-F238E27FC236}">
                    <a16:creationId xmlns:a16="http://schemas.microsoft.com/office/drawing/2014/main" id="{ABD2CAC0-2F5A-43BF-9285-075F799C766E}"/>
                  </a:ext>
                </a:extLst>
              </p:cNvPr>
              <p:cNvSpPr/>
              <p:nvPr/>
            </p:nvSpPr>
            <p:spPr>
              <a:xfrm>
                <a:off x="937298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4949" name="Rectangle 4948">
                <a:extLst>
                  <a:ext uri="{FF2B5EF4-FFF2-40B4-BE49-F238E27FC236}">
                    <a16:creationId xmlns:a16="http://schemas.microsoft.com/office/drawing/2014/main" id="{999CE40A-43D1-483F-B106-A1856CAA9F04}"/>
                  </a:ext>
                </a:extLst>
              </p:cNvPr>
              <p:cNvSpPr/>
              <p:nvPr/>
            </p:nvSpPr>
            <p:spPr>
              <a:xfrm>
                <a:off x="1117130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4950" name="Rectangle 4949">
                <a:extLst>
                  <a:ext uri="{FF2B5EF4-FFF2-40B4-BE49-F238E27FC236}">
                    <a16:creationId xmlns:a16="http://schemas.microsoft.com/office/drawing/2014/main" id="{C0F37D39-5B1E-4FAC-B92D-81898ED4650F}"/>
                  </a:ext>
                </a:extLst>
              </p:cNvPr>
              <p:cNvSpPr/>
              <p:nvPr/>
            </p:nvSpPr>
            <p:spPr>
              <a:xfrm>
                <a:off x="1297046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4951" name="Rectangle 4950">
                <a:extLst>
                  <a:ext uri="{FF2B5EF4-FFF2-40B4-BE49-F238E27FC236}">
                    <a16:creationId xmlns:a16="http://schemas.microsoft.com/office/drawing/2014/main" id="{9484DA9C-513E-45E5-8E6A-11E52AC4CEC4}"/>
                  </a:ext>
                </a:extLst>
              </p:cNvPr>
              <p:cNvSpPr/>
              <p:nvPr/>
            </p:nvSpPr>
            <p:spPr>
              <a:xfrm>
                <a:off x="577340" y="167393"/>
                <a:ext cx="900000" cy="974051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3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</p:grpSp>
        <p:grpSp>
          <p:nvGrpSpPr>
            <p:cNvPr id="4952" name="Groupe 4951"/>
            <p:cNvGrpSpPr/>
            <p:nvPr userDrawn="1"/>
          </p:nvGrpSpPr>
          <p:grpSpPr>
            <a:xfrm>
              <a:off x="5974022" y="120959"/>
              <a:ext cx="900000" cy="975016"/>
              <a:chOff x="577340" y="166428"/>
              <a:chExt cx="900000" cy="975016"/>
            </a:xfrm>
          </p:grpSpPr>
          <p:sp>
            <p:nvSpPr>
              <p:cNvPr id="4953" name="Rectangle 4952">
                <a:extLst>
                  <a:ext uri="{FF2B5EF4-FFF2-40B4-BE49-F238E27FC236}">
                    <a16:creationId xmlns:a16="http://schemas.microsoft.com/office/drawing/2014/main" id="{2072BB47-84CB-47FD-8A25-43491CA83C8F}"/>
                  </a:ext>
                </a:extLst>
              </p:cNvPr>
              <p:cNvSpPr/>
              <p:nvPr/>
            </p:nvSpPr>
            <p:spPr>
              <a:xfrm>
                <a:off x="757550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4954" name="Rectangle 4953">
                <a:extLst>
                  <a:ext uri="{FF2B5EF4-FFF2-40B4-BE49-F238E27FC236}">
                    <a16:creationId xmlns:a16="http://schemas.microsoft.com/office/drawing/2014/main" id="{FD392A82-503D-4B66-9AF9-9E65B8C12603}"/>
                  </a:ext>
                </a:extLst>
              </p:cNvPr>
              <p:cNvSpPr/>
              <p:nvPr/>
            </p:nvSpPr>
            <p:spPr>
              <a:xfrm>
                <a:off x="577634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4955" name="Rectangle 4954">
                <a:extLst>
                  <a:ext uri="{FF2B5EF4-FFF2-40B4-BE49-F238E27FC236}">
                    <a16:creationId xmlns:a16="http://schemas.microsoft.com/office/drawing/2014/main" id="{E8131C02-69AB-405B-82D1-978E3C621405}"/>
                  </a:ext>
                </a:extLst>
              </p:cNvPr>
              <p:cNvSpPr/>
              <p:nvPr/>
            </p:nvSpPr>
            <p:spPr>
              <a:xfrm>
                <a:off x="937466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4956" name="Rectangle 4955">
                <a:extLst>
                  <a:ext uri="{FF2B5EF4-FFF2-40B4-BE49-F238E27FC236}">
                    <a16:creationId xmlns:a16="http://schemas.microsoft.com/office/drawing/2014/main" id="{F369E73F-6F1E-4CCA-9F58-1EF6C7EB008B}"/>
                  </a:ext>
                </a:extLst>
              </p:cNvPr>
              <p:cNvSpPr/>
              <p:nvPr/>
            </p:nvSpPr>
            <p:spPr>
              <a:xfrm>
                <a:off x="1117298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4957" name="Rectangle 4956">
                <a:extLst>
                  <a:ext uri="{FF2B5EF4-FFF2-40B4-BE49-F238E27FC236}">
                    <a16:creationId xmlns:a16="http://schemas.microsoft.com/office/drawing/2014/main" id="{E4D8B003-AF02-4D34-8F85-57B55CDD3871}"/>
                  </a:ext>
                </a:extLst>
              </p:cNvPr>
              <p:cNvSpPr/>
              <p:nvPr/>
            </p:nvSpPr>
            <p:spPr>
              <a:xfrm>
                <a:off x="1297214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4958" name="Rectangle 4957">
                <a:extLst>
                  <a:ext uri="{FF2B5EF4-FFF2-40B4-BE49-F238E27FC236}">
                    <a16:creationId xmlns:a16="http://schemas.microsoft.com/office/drawing/2014/main" id="{14BBDF8A-4682-45D3-ABAD-64B00A4ED731}"/>
                  </a:ext>
                </a:extLst>
              </p:cNvPr>
              <p:cNvSpPr/>
              <p:nvPr/>
            </p:nvSpPr>
            <p:spPr>
              <a:xfrm>
                <a:off x="757466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4959" name="Rectangle 4958">
                <a:extLst>
                  <a:ext uri="{FF2B5EF4-FFF2-40B4-BE49-F238E27FC236}">
                    <a16:creationId xmlns:a16="http://schemas.microsoft.com/office/drawing/2014/main" id="{C13E0C4B-1D4F-471E-A5AD-E4BC58BB3024}"/>
                  </a:ext>
                </a:extLst>
              </p:cNvPr>
              <p:cNvSpPr/>
              <p:nvPr/>
            </p:nvSpPr>
            <p:spPr>
              <a:xfrm>
                <a:off x="577550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4960" name="Rectangle 4959">
                <a:extLst>
                  <a:ext uri="{FF2B5EF4-FFF2-40B4-BE49-F238E27FC236}">
                    <a16:creationId xmlns:a16="http://schemas.microsoft.com/office/drawing/2014/main" id="{1E8CE2AB-2430-43FD-88E9-634F132AAB31}"/>
                  </a:ext>
                </a:extLst>
              </p:cNvPr>
              <p:cNvSpPr/>
              <p:nvPr/>
            </p:nvSpPr>
            <p:spPr>
              <a:xfrm>
                <a:off x="937382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4961" name="Rectangle 4960">
                <a:extLst>
                  <a:ext uri="{FF2B5EF4-FFF2-40B4-BE49-F238E27FC236}">
                    <a16:creationId xmlns:a16="http://schemas.microsoft.com/office/drawing/2014/main" id="{9E64BB36-121D-45B5-AE9E-04F22BB2C216}"/>
                  </a:ext>
                </a:extLst>
              </p:cNvPr>
              <p:cNvSpPr/>
              <p:nvPr/>
            </p:nvSpPr>
            <p:spPr>
              <a:xfrm>
                <a:off x="1117214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4962" name="Rectangle 4961">
                <a:extLst>
                  <a:ext uri="{FF2B5EF4-FFF2-40B4-BE49-F238E27FC236}">
                    <a16:creationId xmlns:a16="http://schemas.microsoft.com/office/drawing/2014/main" id="{13321878-5F07-4A14-B23A-57FA538E97B3}"/>
                  </a:ext>
                </a:extLst>
              </p:cNvPr>
              <p:cNvSpPr/>
              <p:nvPr/>
            </p:nvSpPr>
            <p:spPr>
              <a:xfrm>
                <a:off x="1297130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4963" name="Rectangle 4962">
                <a:extLst>
                  <a:ext uri="{FF2B5EF4-FFF2-40B4-BE49-F238E27FC236}">
                    <a16:creationId xmlns:a16="http://schemas.microsoft.com/office/drawing/2014/main" id="{3E8B26BB-C162-4CAF-8919-EF4839B4A043}"/>
                  </a:ext>
                </a:extLst>
              </p:cNvPr>
              <p:cNvSpPr/>
              <p:nvPr/>
            </p:nvSpPr>
            <p:spPr>
              <a:xfrm>
                <a:off x="757550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4964" name="Rectangle 4963">
                <a:extLst>
                  <a:ext uri="{FF2B5EF4-FFF2-40B4-BE49-F238E27FC236}">
                    <a16:creationId xmlns:a16="http://schemas.microsoft.com/office/drawing/2014/main" id="{C8C38007-7AE0-49F4-AA4F-ED66905690A4}"/>
                  </a:ext>
                </a:extLst>
              </p:cNvPr>
              <p:cNvSpPr/>
              <p:nvPr/>
            </p:nvSpPr>
            <p:spPr>
              <a:xfrm>
                <a:off x="577634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4965" name="Rectangle 4964">
                <a:extLst>
                  <a:ext uri="{FF2B5EF4-FFF2-40B4-BE49-F238E27FC236}">
                    <a16:creationId xmlns:a16="http://schemas.microsoft.com/office/drawing/2014/main" id="{5A8361CA-680F-45F3-A21C-8BEEE02F34C3}"/>
                  </a:ext>
                </a:extLst>
              </p:cNvPr>
              <p:cNvSpPr/>
              <p:nvPr/>
            </p:nvSpPr>
            <p:spPr>
              <a:xfrm>
                <a:off x="937466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4966" name="Rectangle 4965">
                <a:extLst>
                  <a:ext uri="{FF2B5EF4-FFF2-40B4-BE49-F238E27FC236}">
                    <a16:creationId xmlns:a16="http://schemas.microsoft.com/office/drawing/2014/main" id="{3C722730-A2DD-4CBE-B807-91549D72388A}"/>
                  </a:ext>
                </a:extLst>
              </p:cNvPr>
              <p:cNvSpPr/>
              <p:nvPr/>
            </p:nvSpPr>
            <p:spPr>
              <a:xfrm>
                <a:off x="1117298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4967" name="Rectangle 4966">
                <a:extLst>
                  <a:ext uri="{FF2B5EF4-FFF2-40B4-BE49-F238E27FC236}">
                    <a16:creationId xmlns:a16="http://schemas.microsoft.com/office/drawing/2014/main" id="{4B63B2AA-AD7D-4206-AB24-8D005AC5273B}"/>
                  </a:ext>
                </a:extLst>
              </p:cNvPr>
              <p:cNvSpPr/>
              <p:nvPr/>
            </p:nvSpPr>
            <p:spPr>
              <a:xfrm>
                <a:off x="1297214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4968" name="Rectangle 4967">
                <a:extLst>
                  <a:ext uri="{FF2B5EF4-FFF2-40B4-BE49-F238E27FC236}">
                    <a16:creationId xmlns:a16="http://schemas.microsoft.com/office/drawing/2014/main" id="{AA6F6B95-5E2C-4B16-9D85-A798791032F6}"/>
                  </a:ext>
                </a:extLst>
              </p:cNvPr>
              <p:cNvSpPr/>
              <p:nvPr/>
            </p:nvSpPr>
            <p:spPr>
              <a:xfrm>
                <a:off x="757466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4969" name="Rectangle 4968">
                <a:extLst>
                  <a:ext uri="{FF2B5EF4-FFF2-40B4-BE49-F238E27FC236}">
                    <a16:creationId xmlns:a16="http://schemas.microsoft.com/office/drawing/2014/main" id="{F2D828FA-E322-4A76-B5BA-9F0DD3C3E38E}"/>
                  </a:ext>
                </a:extLst>
              </p:cNvPr>
              <p:cNvSpPr/>
              <p:nvPr/>
            </p:nvSpPr>
            <p:spPr>
              <a:xfrm>
                <a:off x="577550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4970" name="Rectangle 4969">
                <a:extLst>
                  <a:ext uri="{FF2B5EF4-FFF2-40B4-BE49-F238E27FC236}">
                    <a16:creationId xmlns:a16="http://schemas.microsoft.com/office/drawing/2014/main" id="{E9E8AA24-7BE4-48CC-9651-A0C0BDCA86BB}"/>
                  </a:ext>
                </a:extLst>
              </p:cNvPr>
              <p:cNvSpPr/>
              <p:nvPr/>
            </p:nvSpPr>
            <p:spPr>
              <a:xfrm>
                <a:off x="937382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4971" name="Rectangle 4970">
                <a:extLst>
                  <a:ext uri="{FF2B5EF4-FFF2-40B4-BE49-F238E27FC236}">
                    <a16:creationId xmlns:a16="http://schemas.microsoft.com/office/drawing/2014/main" id="{5AD14553-DFCB-41AC-914D-8BC53D83B4DB}"/>
                  </a:ext>
                </a:extLst>
              </p:cNvPr>
              <p:cNvSpPr/>
              <p:nvPr/>
            </p:nvSpPr>
            <p:spPr>
              <a:xfrm>
                <a:off x="1117214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4972" name="Rectangle 4971">
                <a:extLst>
                  <a:ext uri="{FF2B5EF4-FFF2-40B4-BE49-F238E27FC236}">
                    <a16:creationId xmlns:a16="http://schemas.microsoft.com/office/drawing/2014/main" id="{A316032A-87F0-4502-BC7E-864A70483D67}"/>
                  </a:ext>
                </a:extLst>
              </p:cNvPr>
              <p:cNvSpPr/>
              <p:nvPr/>
            </p:nvSpPr>
            <p:spPr>
              <a:xfrm>
                <a:off x="1297130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4973" name="Rectangle 4972">
                <a:extLst>
                  <a:ext uri="{FF2B5EF4-FFF2-40B4-BE49-F238E27FC236}">
                    <a16:creationId xmlns:a16="http://schemas.microsoft.com/office/drawing/2014/main" id="{8B04A37E-8D97-4B1D-948B-D23E208A7C8F}"/>
                  </a:ext>
                </a:extLst>
              </p:cNvPr>
              <p:cNvSpPr/>
              <p:nvPr/>
            </p:nvSpPr>
            <p:spPr>
              <a:xfrm>
                <a:off x="757382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4974" name="Rectangle 4973">
                <a:extLst>
                  <a:ext uri="{FF2B5EF4-FFF2-40B4-BE49-F238E27FC236}">
                    <a16:creationId xmlns:a16="http://schemas.microsoft.com/office/drawing/2014/main" id="{4E2AC16B-51E1-41D7-850D-089913FA0710}"/>
                  </a:ext>
                </a:extLst>
              </p:cNvPr>
              <p:cNvSpPr/>
              <p:nvPr/>
            </p:nvSpPr>
            <p:spPr>
              <a:xfrm>
                <a:off x="577466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4975" name="Rectangle 4974">
                <a:extLst>
                  <a:ext uri="{FF2B5EF4-FFF2-40B4-BE49-F238E27FC236}">
                    <a16:creationId xmlns:a16="http://schemas.microsoft.com/office/drawing/2014/main" id="{ABD2CAC0-2F5A-43BF-9285-075F799C766E}"/>
                  </a:ext>
                </a:extLst>
              </p:cNvPr>
              <p:cNvSpPr/>
              <p:nvPr/>
            </p:nvSpPr>
            <p:spPr>
              <a:xfrm>
                <a:off x="937298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4976" name="Rectangle 4975">
                <a:extLst>
                  <a:ext uri="{FF2B5EF4-FFF2-40B4-BE49-F238E27FC236}">
                    <a16:creationId xmlns:a16="http://schemas.microsoft.com/office/drawing/2014/main" id="{999CE40A-43D1-483F-B106-A1856CAA9F04}"/>
                  </a:ext>
                </a:extLst>
              </p:cNvPr>
              <p:cNvSpPr/>
              <p:nvPr/>
            </p:nvSpPr>
            <p:spPr>
              <a:xfrm>
                <a:off x="1117130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4977" name="Rectangle 4976">
                <a:extLst>
                  <a:ext uri="{FF2B5EF4-FFF2-40B4-BE49-F238E27FC236}">
                    <a16:creationId xmlns:a16="http://schemas.microsoft.com/office/drawing/2014/main" id="{C0F37D39-5B1E-4FAC-B92D-81898ED4650F}"/>
                  </a:ext>
                </a:extLst>
              </p:cNvPr>
              <p:cNvSpPr/>
              <p:nvPr/>
            </p:nvSpPr>
            <p:spPr>
              <a:xfrm>
                <a:off x="1297046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4978" name="Rectangle 4977">
                <a:extLst>
                  <a:ext uri="{FF2B5EF4-FFF2-40B4-BE49-F238E27FC236}">
                    <a16:creationId xmlns:a16="http://schemas.microsoft.com/office/drawing/2014/main" id="{9484DA9C-513E-45E5-8E6A-11E52AC4CEC4}"/>
                  </a:ext>
                </a:extLst>
              </p:cNvPr>
              <p:cNvSpPr/>
              <p:nvPr/>
            </p:nvSpPr>
            <p:spPr>
              <a:xfrm>
                <a:off x="577340" y="167393"/>
                <a:ext cx="900000" cy="974051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3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</p:grpSp>
        <p:grpSp>
          <p:nvGrpSpPr>
            <p:cNvPr id="4979" name="Groupe 4978"/>
            <p:cNvGrpSpPr/>
            <p:nvPr userDrawn="1"/>
          </p:nvGrpSpPr>
          <p:grpSpPr>
            <a:xfrm>
              <a:off x="6873476" y="119996"/>
              <a:ext cx="900000" cy="975016"/>
              <a:chOff x="577340" y="166428"/>
              <a:chExt cx="900000" cy="975016"/>
            </a:xfrm>
          </p:grpSpPr>
          <p:sp>
            <p:nvSpPr>
              <p:cNvPr id="4980" name="Rectangle 4979">
                <a:extLst>
                  <a:ext uri="{FF2B5EF4-FFF2-40B4-BE49-F238E27FC236}">
                    <a16:creationId xmlns:a16="http://schemas.microsoft.com/office/drawing/2014/main" id="{2072BB47-84CB-47FD-8A25-43491CA83C8F}"/>
                  </a:ext>
                </a:extLst>
              </p:cNvPr>
              <p:cNvSpPr/>
              <p:nvPr/>
            </p:nvSpPr>
            <p:spPr>
              <a:xfrm>
                <a:off x="757550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4981" name="Rectangle 4980">
                <a:extLst>
                  <a:ext uri="{FF2B5EF4-FFF2-40B4-BE49-F238E27FC236}">
                    <a16:creationId xmlns:a16="http://schemas.microsoft.com/office/drawing/2014/main" id="{FD392A82-503D-4B66-9AF9-9E65B8C12603}"/>
                  </a:ext>
                </a:extLst>
              </p:cNvPr>
              <p:cNvSpPr/>
              <p:nvPr/>
            </p:nvSpPr>
            <p:spPr>
              <a:xfrm>
                <a:off x="577634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4982" name="Rectangle 4981">
                <a:extLst>
                  <a:ext uri="{FF2B5EF4-FFF2-40B4-BE49-F238E27FC236}">
                    <a16:creationId xmlns:a16="http://schemas.microsoft.com/office/drawing/2014/main" id="{E8131C02-69AB-405B-82D1-978E3C621405}"/>
                  </a:ext>
                </a:extLst>
              </p:cNvPr>
              <p:cNvSpPr/>
              <p:nvPr/>
            </p:nvSpPr>
            <p:spPr>
              <a:xfrm>
                <a:off x="937466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4983" name="Rectangle 4982">
                <a:extLst>
                  <a:ext uri="{FF2B5EF4-FFF2-40B4-BE49-F238E27FC236}">
                    <a16:creationId xmlns:a16="http://schemas.microsoft.com/office/drawing/2014/main" id="{F369E73F-6F1E-4CCA-9F58-1EF6C7EB008B}"/>
                  </a:ext>
                </a:extLst>
              </p:cNvPr>
              <p:cNvSpPr/>
              <p:nvPr/>
            </p:nvSpPr>
            <p:spPr>
              <a:xfrm>
                <a:off x="1117298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4984" name="Rectangle 4983">
                <a:extLst>
                  <a:ext uri="{FF2B5EF4-FFF2-40B4-BE49-F238E27FC236}">
                    <a16:creationId xmlns:a16="http://schemas.microsoft.com/office/drawing/2014/main" id="{E4D8B003-AF02-4D34-8F85-57B55CDD3871}"/>
                  </a:ext>
                </a:extLst>
              </p:cNvPr>
              <p:cNvSpPr/>
              <p:nvPr/>
            </p:nvSpPr>
            <p:spPr>
              <a:xfrm>
                <a:off x="1297214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4985" name="Rectangle 4984">
                <a:extLst>
                  <a:ext uri="{FF2B5EF4-FFF2-40B4-BE49-F238E27FC236}">
                    <a16:creationId xmlns:a16="http://schemas.microsoft.com/office/drawing/2014/main" id="{14BBDF8A-4682-45D3-ABAD-64B00A4ED731}"/>
                  </a:ext>
                </a:extLst>
              </p:cNvPr>
              <p:cNvSpPr/>
              <p:nvPr/>
            </p:nvSpPr>
            <p:spPr>
              <a:xfrm>
                <a:off x="757466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4986" name="Rectangle 4985">
                <a:extLst>
                  <a:ext uri="{FF2B5EF4-FFF2-40B4-BE49-F238E27FC236}">
                    <a16:creationId xmlns:a16="http://schemas.microsoft.com/office/drawing/2014/main" id="{C13E0C4B-1D4F-471E-A5AD-E4BC58BB3024}"/>
                  </a:ext>
                </a:extLst>
              </p:cNvPr>
              <p:cNvSpPr/>
              <p:nvPr/>
            </p:nvSpPr>
            <p:spPr>
              <a:xfrm>
                <a:off x="577550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4987" name="Rectangle 4986">
                <a:extLst>
                  <a:ext uri="{FF2B5EF4-FFF2-40B4-BE49-F238E27FC236}">
                    <a16:creationId xmlns:a16="http://schemas.microsoft.com/office/drawing/2014/main" id="{1E8CE2AB-2430-43FD-88E9-634F132AAB31}"/>
                  </a:ext>
                </a:extLst>
              </p:cNvPr>
              <p:cNvSpPr/>
              <p:nvPr/>
            </p:nvSpPr>
            <p:spPr>
              <a:xfrm>
                <a:off x="937382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4988" name="Rectangle 4987">
                <a:extLst>
                  <a:ext uri="{FF2B5EF4-FFF2-40B4-BE49-F238E27FC236}">
                    <a16:creationId xmlns:a16="http://schemas.microsoft.com/office/drawing/2014/main" id="{9E64BB36-121D-45B5-AE9E-04F22BB2C216}"/>
                  </a:ext>
                </a:extLst>
              </p:cNvPr>
              <p:cNvSpPr/>
              <p:nvPr/>
            </p:nvSpPr>
            <p:spPr>
              <a:xfrm>
                <a:off x="1117214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4989" name="Rectangle 4988">
                <a:extLst>
                  <a:ext uri="{FF2B5EF4-FFF2-40B4-BE49-F238E27FC236}">
                    <a16:creationId xmlns:a16="http://schemas.microsoft.com/office/drawing/2014/main" id="{13321878-5F07-4A14-B23A-57FA538E97B3}"/>
                  </a:ext>
                </a:extLst>
              </p:cNvPr>
              <p:cNvSpPr/>
              <p:nvPr/>
            </p:nvSpPr>
            <p:spPr>
              <a:xfrm>
                <a:off x="1297130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4990" name="Rectangle 4989">
                <a:extLst>
                  <a:ext uri="{FF2B5EF4-FFF2-40B4-BE49-F238E27FC236}">
                    <a16:creationId xmlns:a16="http://schemas.microsoft.com/office/drawing/2014/main" id="{3E8B26BB-C162-4CAF-8919-EF4839B4A043}"/>
                  </a:ext>
                </a:extLst>
              </p:cNvPr>
              <p:cNvSpPr/>
              <p:nvPr/>
            </p:nvSpPr>
            <p:spPr>
              <a:xfrm>
                <a:off x="757550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4991" name="Rectangle 4990">
                <a:extLst>
                  <a:ext uri="{FF2B5EF4-FFF2-40B4-BE49-F238E27FC236}">
                    <a16:creationId xmlns:a16="http://schemas.microsoft.com/office/drawing/2014/main" id="{C8C38007-7AE0-49F4-AA4F-ED66905690A4}"/>
                  </a:ext>
                </a:extLst>
              </p:cNvPr>
              <p:cNvSpPr/>
              <p:nvPr/>
            </p:nvSpPr>
            <p:spPr>
              <a:xfrm>
                <a:off x="577634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4992" name="Rectangle 4991">
                <a:extLst>
                  <a:ext uri="{FF2B5EF4-FFF2-40B4-BE49-F238E27FC236}">
                    <a16:creationId xmlns:a16="http://schemas.microsoft.com/office/drawing/2014/main" id="{5A8361CA-680F-45F3-A21C-8BEEE02F34C3}"/>
                  </a:ext>
                </a:extLst>
              </p:cNvPr>
              <p:cNvSpPr/>
              <p:nvPr/>
            </p:nvSpPr>
            <p:spPr>
              <a:xfrm>
                <a:off x="937466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4993" name="Rectangle 4992">
                <a:extLst>
                  <a:ext uri="{FF2B5EF4-FFF2-40B4-BE49-F238E27FC236}">
                    <a16:creationId xmlns:a16="http://schemas.microsoft.com/office/drawing/2014/main" id="{3C722730-A2DD-4CBE-B807-91549D72388A}"/>
                  </a:ext>
                </a:extLst>
              </p:cNvPr>
              <p:cNvSpPr/>
              <p:nvPr/>
            </p:nvSpPr>
            <p:spPr>
              <a:xfrm>
                <a:off x="1117298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4994" name="Rectangle 4993">
                <a:extLst>
                  <a:ext uri="{FF2B5EF4-FFF2-40B4-BE49-F238E27FC236}">
                    <a16:creationId xmlns:a16="http://schemas.microsoft.com/office/drawing/2014/main" id="{4B63B2AA-AD7D-4206-AB24-8D005AC5273B}"/>
                  </a:ext>
                </a:extLst>
              </p:cNvPr>
              <p:cNvSpPr/>
              <p:nvPr/>
            </p:nvSpPr>
            <p:spPr>
              <a:xfrm>
                <a:off x="1297214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4995" name="Rectangle 4994">
                <a:extLst>
                  <a:ext uri="{FF2B5EF4-FFF2-40B4-BE49-F238E27FC236}">
                    <a16:creationId xmlns:a16="http://schemas.microsoft.com/office/drawing/2014/main" id="{AA6F6B95-5E2C-4B16-9D85-A798791032F6}"/>
                  </a:ext>
                </a:extLst>
              </p:cNvPr>
              <p:cNvSpPr/>
              <p:nvPr/>
            </p:nvSpPr>
            <p:spPr>
              <a:xfrm>
                <a:off x="757466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4996" name="Rectangle 4995">
                <a:extLst>
                  <a:ext uri="{FF2B5EF4-FFF2-40B4-BE49-F238E27FC236}">
                    <a16:creationId xmlns:a16="http://schemas.microsoft.com/office/drawing/2014/main" id="{F2D828FA-E322-4A76-B5BA-9F0DD3C3E38E}"/>
                  </a:ext>
                </a:extLst>
              </p:cNvPr>
              <p:cNvSpPr/>
              <p:nvPr/>
            </p:nvSpPr>
            <p:spPr>
              <a:xfrm>
                <a:off x="577550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4997" name="Rectangle 4996">
                <a:extLst>
                  <a:ext uri="{FF2B5EF4-FFF2-40B4-BE49-F238E27FC236}">
                    <a16:creationId xmlns:a16="http://schemas.microsoft.com/office/drawing/2014/main" id="{E9E8AA24-7BE4-48CC-9651-A0C0BDCA86BB}"/>
                  </a:ext>
                </a:extLst>
              </p:cNvPr>
              <p:cNvSpPr/>
              <p:nvPr/>
            </p:nvSpPr>
            <p:spPr>
              <a:xfrm>
                <a:off x="937382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4998" name="Rectangle 4997">
                <a:extLst>
                  <a:ext uri="{FF2B5EF4-FFF2-40B4-BE49-F238E27FC236}">
                    <a16:creationId xmlns:a16="http://schemas.microsoft.com/office/drawing/2014/main" id="{5AD14553-DFCB-41AC-914D-8BC53D83B4DB}"/>
                  </a:ext>
                </a:extLst>
              </p:cNvPr>
              <p:cNvSpPr/>
              <p:nvPr/>
            </p:nvSpPr>
            <p:spPr>
              <a:xfrm>
                <a:off x="1117214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4999" name="Rectangle 4998">
                <a:extLst>
                  <a:ext uri="{FF2B5EF4-FFF2-40B4-BE49-F238E27FC236}">
                    <a16:creationId xmlns:a16="http://schemas.microsoft.com/office/drawing/2014/main" id="{A316032A-87F0-4502-BC7E-864A70483D67}"/>
                  </a:ext>
                </a:extLst>
              </p:cNvPr>
              <p:cNvSpPr/>
              <p:nvPr/>
            </p:nvSpPr>
            <p:spPr>
              <a:xfrm>
                <a:off x="1297130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000" name="Rectangle 4999">
                <a:extLst>
                  <a:ext uri="{FF2B5EF4-FFF2-40B4-BE49-F238E27FC236}">
                    <a16:creationId xmlns:a16="http://schemas.microsoft.com/office/drawing/2014/main" id="{8B04A37E-8D97-4B1D-948B-D23E208A7C8F}"/>
                  </a:ext>
                </a:extLst>
              </p:cNvPr>
              <p:cNvSpPr/>
              <p:nvPr/>
            </p:nvSpPr>
            <p:spPr>
              <a:xfrm>
                <a:off x="757382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001" name="Rectangle 5000">
                <a:extLst>
                  <a:ext uri="{FF2B5EF4-FFF2-40B4-BE49-F238E27FC236}">
                    <a16:creationId xmlns:a16="http://schemas.microsoft.com/office/drawing/2014/main" id="{4E2AC16B-51E1-41D7-850D-089913FA0710}"/>
                  </a:ext>
                </a:extLst>
              </p:cNvPr>
              <p:cNvSpPr/>
              <p:nvPr/>
            </p:nvSpPr>
            <p:spPr>
              <a:xfrm>
                <a:off x="577466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002" name="Rectangle 5001">
                <a:extLst>
                  <a:ext uri="{FF2B5EF4-FFF2-40B4-BE49-F238E27FC236}">
                    <a16:creationId xmlns:a16="http://schemas.microsoft.com/office/drawing/2014/main" id="{ABD2CAC0-2F5A-43BF-9285-075F799C766E}"/>
                  </a:ext>
                </a:extLst>
              </p:cNvPr>
              <p:cNvSpPr/>
              <p:nvPr/>
            </p:nvSpPr>
            <p:spPr>
              <a:xfrm>
                <a:off x="937298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003" name="Rectangle 5002">
                <a:extLst>
                  <a:ext uri="{FF2B5EF4-FFF2-40B4-BE49-F238E27FC236}">
                    <a16:creationId xmlns:a16="http://schemas.microsoft.com/office/drawing/2014/main" id="{999CE40A-43D1-483F-B106-A1856CAA9F04}"/>
                  </a:ext>
                </a:extLst>
              </p:cNvPr>
              <p:cNvSpPr/>
              <p:nvPr/>
            </p:nvSpPr>
            <p:spPr>
              <a:xfrm>
                <a:off x="1117130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004" name="Rectangle 5003">
                <a:extLst>
                  <a:ext uri="{FF2B5EF4-FFF2-40B4-BE49-F238E27FC236}">
                    <a16:creationId xmlns:a16="http://schemas.microsoft.com/office/drawing/2014/main" id="{C0F37D39-5B1E-4FAC-B92D-81898ED4650F}"/>
                  </a:ext>
                </a:extLst>
              </p:cNvPr>
              <p:cNvSpPr/>
              <p:nvPr/>
            </p:nvSpPr>
            <p:spPr>
              <a:xfrm>
                <a:off x="1297046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005" name="Rectangle 5004">
                <a:extLst>
                  <a:ext uri="{FF2B5EF4-FFF2-40B4-BE49-F238E27FC236}">
                    <a16:creationId xmlns:a16="http://schemas.microsoft.com/office/drawing/2014/main" id="{9484DA9C-513E-45E5-8E6A-11E52AC4CEC4}"/>
                  </a:ext>
                </a:extLst>
              </p:cNvPr>
              <p:cNvSpPr/>
              <p:nvPr/>
            </p:nvSpPr>
            <p:spPr>
              <a:xfrm>
                <a:off x="577340" y="167393"/>
                <a:ext cx="900000" cy="974051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3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</p:grpSp>
        <p:grpSp>
          <p:nvGrpSpPr>
            <p:cNvPr id="5006" name="Groupe 5005"/>
            <p:cNvGrpSpPr/>
            <p:nvPr userDrawn="1"/>
          </p:nvGrpSpPr>
          <p:grpSpPr>
            <a:xfrm>
              <a:off x="7772552" y="119996"/>
              <a:ext cx="900000" cy="975016"/>
              <a:chOff x="577340" y="166428"/>
              <a:chExt cx="900000" cy="975016"/>
            </a:xfrm>
          </p:grpSpPr>
          <p:sp>
            <p:nvSpPr>
              <p:cNvPr id="5007" name="Rectangle 5006">
                <a:extLst>
                  <a:ext uri="{FF2B5EF4-FFF2-40B4-BE49-F238E27FC236}">
                    <a16:creationId xmlns:a16="http://schemas.microsoft.com/office/drawing/2014/main" id="{2072BB47-84CB-47FD-8A25-43491CA83C8F}"/>
                  </a:ext>
                </a:extLst>
              </p:cNvPr>
              <p:cNvSpPr/>
              <p:nvPr/>
            </p:nvSpPr>
            <p:spPr>
              <a:xfrm>
                <a:off x="757550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008" name="Rectangle 5007">
                <a:extLst>
                  <a:ext uri="{FF2B5EF4-FFF2-40B4-BE49-F238E27FC236}">
                    <a16:creationId xmlns:a16="http://schemas.microsoft.com/office/drawing/2014/main" id="{FD392A82-503D-4B66-9AF9-9E65B8C12603}"/>
                  </a:ext>
                </a:extLst>
              </p:cNvPr>
              <p:cNvSpPr/>
              <p:nvPr/>
            </p:nvSpPr>
            <p:spPr>
              <a:xfrm>
                <a:off x="577634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009" name="Rectangle 5008">
                <a:extLst>
                  <a:ext uri="{FF2B5EF4-FFF2-40B4-BE49-F238E27FC236}">
                    <a16:creationId xmlns:a16="http://schemas.microsoft.com/office/drawing/2014/main" id="{E8131C02-69AB-405B-82D1-978E3C621405}"/>
                  </a:ext>
                </a:extLst>
              </p:cNvPr>
              <p:cNvSpPr/>
              <p:nvPr/>
            </p:nvSpPr>
            <p:spPr>
              <a:xfrm>
                <a:off x="937466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010" name="Rectangle 5009">
                <a:extLst>
                  <a:ext uri="{FF2B5EF4-FFF2-40B4-BE49-F238E27FC236}">
                    <a16:creationId xmlns:a16="http://schemas.microsoft.com/office/drawing/2014/main" id="{F369E73F-6F1E-4CCA-9F58-1EF6C7EB008B}"/>
                  </a:ext>
                </a:extLst>
              </p:cNvPr>
              <p:cNvSpPr/>
              <p:nvPr/>
            </p:nvSpPr>
            <p:spPr>
              <a:xfrm>
                <a:off x="1117298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011" name="Rectangle 5010">
                <a:extLst>
                  <a:ext uri="{FF2B5EF4-FFF2-40B4-BE49-F238E27FC236}">
                    <a16:creationId xmlns:a16="http://schemas.microsoft.com/office/drawing/2014/main" id="{E4D8B003-AF02-4D34-8F85-57B55CDD3871}"/>
                  </a:ext>
                </a:extLst>
              </p:cNvPr>
              <p:cNvSpPr/>
              <p:nvPr/>
            </p:nvSpPr>
            <p:spPr>
              <a:xfrm>
                <a:off x="1297214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012" name="Rectangle 5011">
                <a:extLst>
                  <a:ext uri="{FF2B5EF4-FFF2-40B4-BE49-F238E27FC236}">
                    <a16:creationId xmlns:a16="http://schemas.microsoft.com/office/drawing/2014/main" id="{14BBDF8A-4682-45D3-ABAD-64B00A4ED731}"/>
                  </a:ext>
                </a:extLst>
              </p:cNvPr>
              <p:cNvSpPr/>
              <p:nvPr/>
            </p:nvSpPr>
            <p:spPr>
              <a:xfrm>
                <a:off x="757466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013" name="Rectangle 5012">
                <a:extLst>
                  <a:ext uri="{FF2B5EF4-FFF2-40B4-BE49-F238E27FC236}">
                    <a16:creationId xmlns:a16="http://schemas.microsoft.com/office/drawing/2014/main" id="{C13E0C4B-1D4F-471E-A5AD-E4BC58BB3024}"/>
                  </a:ext>
                </a:extLst>
              </p:cNvPr>
              <p:cNvSpPr/>
              <p:nvPr/>
            </p:nvSpPr>
            <p:spPr>
              <a:xfrm>
                <a:off x="577550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014" name="Rectangle 5013">
                <a:extLst>
                  <a:ext uri="{FF2B5EF4-FFF2-40B4-BE49-F238E27FC236}">
                    <a16:creationId xmlns:a16="http://schemas.microsoft.com/office/drawing/2014/main" id="{1E8CE2AB-2430-43FD-88E9-634F132AAB31}"/>
                  </a:ext>
                </a:extLst>
              </p:cNvPr>
              <p:cNvSpPr/>
              <p:nvPr/>
            </p:nvSpPr>
            <p:spPr>
              <a:xfrm>
                <a:off x="937382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015" name="Rectangle 5014">
                <a:extLst>
                  <a:ext uri="{FF2B5EF4-FFF2-40B4-BE49-F238E27FC236}">
                    <a16:creationId xmlns:a16="http://schemas.microsoft.com/office/drawing/2014/main" id="{9E64BB36-121D-45B5-AE9E-04F22BB2C216}"/>
                  </a:ext>
                </a:extLst>
              </p:cNvPr>
              <p:cNvSpPr/>
              <p:nvPr/>
            </p:nvSpPr>
            <p:spPr>
              <a:xfrm>
                <a:off x="1117214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016" name="Rectangle 5015">
                <a:extLst>
                  <a:ext uri="{FF2B5EF4-FFF2-40B4-BE49-F238E27FC236}">
                    <a16:creationId xmlns:a16="http://schemas.microsoft.com/office/drawing/2014/main" id="{13321878-5F07-4A14-B23A-57FA538E97B3}"/>
                  </a:ext>
                </a:extLst>
              </p:cNvPr>
              <p:cNvSpPr/>
              <p:nvPr/>
            </p:nvSpPr>
            <p:spPr>
              <a:xfrm>
                <a:off x="1297130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017" name="Rectangle 5016">
                <a:extLst>
                  <a:ext uri="{FF2B5EF4-FFF2-40B4-BE49-F238E27FC236}">
                    <a16:creationId xmlns:a16="http://schemas.microsoft.com/office/drawing/2014/main" id="{3E8B26BB-C162-4CAF-8919-EF4839B4A043}"/>
                  </a:ext>
                </a:extLst>
              </p:cNvPr>
              <p:cNvSpPr/>
              <p:nvPr/>
            </p:nvSpPr>
            <p:spPr>
              <a:xfrm>
                <a:off x="757550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018" name="Rectangle 5017">
                <a:extLst>
                  <a:ext uri="{FF2B5EF4-FFF2-40B4-BE49-F238E27FC236}">
                    <a16:creationId xmlns:a16="http://schemas.microsoft.com/office/drawing/2014/main" id="{C8C38007-7AE0-49F4-AA4F-ED66905690A4}"/>
                  </a:ext>
                </a:extLst>
              </p:cNvPr>
              <p:cNvSpPr/>
              <p:nvPr/>
            </p:nvSpPr>
            <p:spPr>
              <a:xfrm>
                <a:off x="577634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019" name="Rectangle 5018">
                <a:extLst>
                  <a:ext uri="{FF2B5EF4-FFF2-40B4-BE49-F238E27FC236}">
                    <a16:creationId xmlns:a16="http://schemas.microsoft.com/office/drawing/2014/main" id="{5A8361CA-680F-45F3-A21C-8BEEE02F34C3}"/>
                  </a:ext>
                </a:extLst>
              </p:cNvPr>
              <p:cNvSpPr/>
              <p:nvPr/>
            </p:nvSpPr>
            <p:spPr>
              <a:xfrm>
                <a:off x="937466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020" name="Rectangle 5019">
                <a:extLst>
                  <a:ext uri="{FF2B5EF4-FFF2-40B4-BE49-F238E27FC236}">
                    <a16:creationId xmlns:a16="http://schemas.microsoft.com/office/drawing/2014/main" id="{3C722730-A2DD-4CBE-B807-91549D72388A}"/>
                  </a:ext>
                </a:extLst>
              </p:cNvPr>
              <p:cNvSpPr/>
              <p:nvPr/>
            </p:nvSpPr>
            <p:spPr>
              <a:xfrm>
                <a:off x="1117298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021" name="Rectangle 5020">
                <a:extLst>
                  <a:ext uri="{FF2B5EF4-FFF2-40B4-BE49-F238E27FC236}">
                    <a16:creationId xmlns:a16="http://schemas.microsoft.com/office/drawing/2014/main" id="{4B63B2AA-AD7D-4206-AB24-8D005AC5273B}"/>
                  </a:ext>
                </a:extLst>
              </p:cNvPr>
              <p:cNvSpPr/>
              <p:nvPr/>
            </p:nvSpPr>
            <p:spPr>
              <a:xfrm>
                <a:off x="1297214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022" name="Rectangle 5021">
                <a:extLst>
                  <a:ext uri="{FF2B5EF4-FFF2-40B4-BE49-F238E27FC236}">
                    <a16:creationId xmlns:a16="http://schemas.microsoft.com/office/drawing/2014/main" id="{AA6F6B95-5E2C-4B16-9D85-A798791032F6}"/>
                  </a:ext>
                </a:extLst>
              </p:cNvPr>
              <p:cNvSpPr/>
              <p:nvPr/>
            </p:nvSpPr>
            <p:spPr>
              <a:xfrm>
                <a:off x="757466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023" name="Rectangle 5022">
                <a:extLst>
                  <a:ext uri="{FF2B5EF4-FFF2-40B4-BE49-F238E27FC236}">
                    <a16:creationId xmlns:a16="http://schemas.microsoft.com/office/drawing/2014/main" id="{F2D828FA-E322-4A76-B5BA-9F0DD3C3E38E}"/>
                  </a:ext>
                </a:extLst>
              </p:cNvPr>
              <p:cNvSpPr/>
              <p:nvPr/>
            </p:nvSpPr>
            <p:spPr>
              <a:xfrm>
                <a:off x="577550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024" name="Rectangle 5023">
                <a:extLst>
                  <a:ext uri="{FF2B5EF4-FFF2-40B4-BE49-F238E27FC236}">
                    <a16:creationId xmlns:a16="http://schemas.microsoft.com/office/drawing/2014/main" id="{E9E8AA24-7BE4-48CC-9651-A0C0BDCA86BB}"/>
                  </a:ext>
                </a:extLst>
              </p:cNvPr>
              <p:cNvSpPr/>
              <p:nvPr/>
            </p:nvSpPr>
            <p:spPr>
              <a:xfrm>
                <a:off x="937382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025" name="Rectangle 5024">
                <a:extLst>
                  <a:ext uri="{FF2B5EF4-FFF2-40B4-BE49-F238E27FC236}">
                    <a16:creationId xmlns:a16="http://schemas.microsoft.com/office/drawing/2014/main" id="{5AD14553-DFCB-41AC-914D-8BC53D83B4DB}"/>
                  </a:ext>
                </a:extLst>
              </p:cNvPr>
              <p:cNvSpPr/>
              <p:nvPr/>
            </p:nvSpPr>
            <p:spPr>
              <a:xfrm>
                <a:off x="1117214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026" name="Rectangle 5025">
                <a:extLst>
                  <a:ext uri="{FF2B5EF4-FFF2-40B4-BE49-F238E27FC236}">
                    <a16:creationId xmlns:a16="http://schemas.microsoft.com/office/drawing/2014/main" id="{A316032A-87F0-4502-BC7E-864A70483D67}"/>
                  </a:ext>
                </a:extLst>
              </p:cNvPr>
              <p:cNvSpPr/>
              <p:nvPr/>
            </p:nvSpPr>
            <p:spPr>
              <a:xfrm>
                <a:off x="1297130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027" name="Rectangle 5026">
                <a:extLst>
                  <a:ext uri="{FF2B5EF4-FFF2-40B4-BE49-F238E27FC236}">
                    <a16:creationId xmlns:a16="http://schemas.microsoft.com/office/drawing/2014/main" id="{8B04A37E-8D97-4B1D-948B-D23E208A7C8F}"/>
                  </a:ext>
                </a:extLst>
              </p:cNvPr>
              <p:cNvSpPr/>
              <p:nvPr/>
            </p:nvSpPr>
            <p:spPr>
              <a:xfrm>
                <a:off x="757382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028" name="Rectangle 5027">
                <a:extLst>
                  <a:ext uri="{FF2B5EF4-FFF2-40B4-BE49-F238E27FC236}">
                    <a16:creationId xmlns:a16="http://schemas.microsoft.com/office/drawing/2014/main" id="{4E2AC16B-51E1-41D7-850D-089913FA0710}"/>
                  </a:ext>
                </a:extLst>
              </p:cNvPr>
              <p:cNvSpPr/>
              <p:nvPr/>
            </p:nvSpPr>
            <p:spPr>
              <a:xfrm>
                <a:off x="577466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029" name="Rectangle 5028">
                <a:extLst>
                  <a:ext uri="{FF2B5EF4-FFF2-40B4-BE49-F238E27FC236}">
                    <a16:creationId xmlns:a16="http://schemas.microsoft.com/office/drawing/2014/main" id="{ABD2CAC0-2F5A-43BF-9285-075F799C766E}"/>
                  </a:ext>
                </a:extLst>
              </p:cNvPr>
              <p:cNvSpPr/>
              <p:nvPr/>
            </p:nvSpPr>
            <p:spPr>
              <a:xfrm>
                <a:off x="937298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030" name="Rectangle 5029">
                <a:extLst>
                  <a:ext uri="{FF2B5EF4-FFF2-40B4-BE49-F238E27FC236}">
                    <a16:creationId xmlns:a16="http://schemas.microsoft.com/office/drawing/2014/main" id="{999CE40A-43D1-483F-B106-A1856CAA9F04}"/>
                  </a:ext>
                </a:extLst>
              </p:cNvPr>
              <p:cNvSpPr/>
              <p:nvPr/>
            </p:nvSpPr>
            <p:spPr>
              <a:xfrm>
                <a:off x="1117130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031" name="Rectangle 5030">
                <a:extLst>
                  <a:ext uri="{FF2B5EF4-FFF2-40B4-BE49-F238E27FC236}">
                    <a16:creationId xmlns:a16="http://schemas.microsoft.com/office/drawing/2014/main" id="{C0F37D39-5B1E-4FAC-B92D-81898ED4650F}"/>
                  </a:ext>
                </a:extLst>
              </p:cNvPr>
              <p:cNvSpPr/>
              <p:nvPr/>
            </p:nvSpPr>
            <p:spPr>
              <a:xfrm>
                <a:off x="1297046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032" name="Rectangle 5031">
                <a:extLst>
                  <a:ext uri="{FF2B5EF4-FFF2-40B4-BE49-F238E27FC236}">
                    <a16:creationId xmlns:a16="http://schemas.microsoft.com/office/drawing/2014/main" id="{9484DA9C-513E-45E5-8E6A-11E52AC4CEC4}"/>
                  </a:ext>
                </a:extLst>
              </p:cNvPr>
              <p:cNvSpPr/>
              <p:nvPr/>
            </p:nvSpPr>
            <p:spPr>
              <a:xfrm>
                <a:off x="577340" y="167393"/>
                <a:ext cx="900000" cy="974051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3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</p:grpSp>
        <p:grpSp>
          <p:nvGrpSpPr>
            <p:cNvPr id="5033" name="Groupe 5032"/>
            <p:cNvGrpSpPr/>
            <p:nvPr userDrawn="1"/>
          </p:nvGrpSpPr>
          <p:grpSpPr>
            <a:xfrm>
              <a:off x="8672006" y="119033"/>
              <a:ext cx="900000" cy="975016"/>
              <a:chOff x="577340" y="166428"/>
              <a:chExt cx="900000" cy="975016"/>
            </a:xfrm>
          </p:grpSpPr>
          <p:sp>
            <p:nvSpPr>
              <p:cNvPr id="5034" name="Rectangle 5033">
                <a:extLst>
                  <a:ext uri="{FF2B5EF4-FFF2-40B4-BE49-F238E27FC236}">
                    <a16:creationId xmlns:a16="http://schemas.microsoft.com/office/drawing/2014/main" id="{2072BB47-84CB-47FD-8A25-43491CA83C8F}"/>
                  </a:ext>
                </a:extLst>
              </p:cNvPr>
              <p:cNvSpPr/>
              <p:nvPr/>
            </p:nvSpPr>
            <p:spPr>
              <a:xfrm>
                <a:off x="757550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035" name="Rectangle 5034">
                <a:extLst>
                  <a:ext uri="{FF2B5EF4-FFF2-40B4-BE49-F238E27FC236}">
                    <a16:creationId xmlns:a16="http://schemas.microsoft.com/office/drawing/2014/main" id="{FD392A82-503D-4B66-9AF9-9E65B8C12603}"/>
                  </a:ext>
                </a:extLst>
              </p:cNvPr>
              <p:cNvSpPr/>
              <p:nvPr/>
            </p:nvSpPr>
            <p:spPr>
              <a:xfrm>
                <a:off x="577634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036" name="Rectangle 5035">
                <a:extLst>
                  <a:ext uri="{FF2B5EF4-FFF2-40B4-BE49-F238E27FC236}">
                    <a16:creationId xmlns:a16="http://schemas.microsoft.com/office/drawing/2014/main" id="{E8131C02-69AB-405B-82D1-978E3C621405}"/>
                  </a:ext>
                </a:extLst>
              </p:cNvPr>
              <p:cNvSpPr/>
              <p:nvPr/>
            </p:nvSpPr>
            <p:spPr>
              <a:xfrm>
                <a:off x="937466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037" name="Rectangle 5036">
                <a:extLst>
                  <a:ext uri="{FF2B5EF4-FFF2-40B4-BE49-F238E27FC236}">
                    <a16:creationId xmlns:a16="http://schemas.microsoft.com/office/drawing/2014/main" id="{F369E73F-6F1E-4CCA-9F58-1EF6C7EB008B}"/>
                  </a:ext>
                </a:extLst>
              </p:cNvPr>
              <p:cNvSpPr/>
              <p:nvPr/>
            </p:nvSpPr>
            <p:spPr>
              <a:xfrm>
                <a:off x="1117298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038" name="Rectangle 5037">
                <a:extLst>
                  <a:ext uri="{FF2B5EF4-FFF2-40B4-BE49-F238E27FC236}">
                    <a16:creationId xmlns:a16="http://schemas.microsoft.com/office/drawing/2014/main" id="{E4D8B003-AF02-4D34-8F85-57B55CDD3871}"/>
                  </a:ext>
                </a:extLst>
              </p:cNvPr>
              <p:cNvSpPr/>
              <p:nvPr/>
            </p:nvSpPr>
            <p:spPr>
              <a:xfrm>
                <a:off x="1297214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039" name="Rectangle 5038">
                <a:extLst>
                  <a:ext uri="{FF2B5EF4-FFF2-40B4-BE49-F238E27FC236}">
                    <a16:creationId xmlns:a16="http://schemas.microsoft.com/office/drawing/2014/main" id="{14BBDF8A-4682-45D3-ABAD-64B00A4ED731}"/>
                  </a:ext>
                </a:extLst>
              </p:cNvPr>
              <p:cNvSpPr/>
              <p:nvPr/>
            </p:nvSpPr>
            <p:spPr>
              <a:xfrm>
                <a:off x="757466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040" name="Rectangle 5039">
                <a:extLst>
                  <a:ext uri="{FF2B5EF4-FFF2-40B4-BE49-F238E27FC236}">
                    <a16:creationId xmlns:a16="http://schemas.microsoft.com/office/drawing/2014/main" id="{C13E0C4B-1D4F-471E-A5AD-E4BC58BB3024}"/>
                  </a:ext>
                </a:extLst>
              </p:cNvPr>
              <p:cNvSpPr/>
              <p:nvPr/>
            </p:nvSpPr>
            <p:spPr>
              <a:xfrm>
                <a:off x="577550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041" name="Rectangle 5040">
                <a:extLst>
                  <a:ext uri="{FF2B5EF4-FFF2-40B4-BE49-F238E27FC236}">
                    <a16:creationId xmlns:a16="http://schemas.microsoft.com/office/drawing/2014/main" id="{1E8CE2AB-2430-43FD-88E9-634F132AAB31}"/>
                  </a:ext>
                </a:extLst>
              </p:cNvPr>
              <p:cNvSpPr/>
              <p:nvPr/>
            </p:nvSpPr>
            <p:spPr>
              <a:xfrm>
                <a:off x="937382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042" name="Rectangle 5041">
                <a:extLst>
                  <a:ext uri="{FF2B5EF4-FFF2-40B4-BE49-F238E27FC236}">
                    <a16:creationId xmlns:a16="http://schemas.microsoft.com/office/drawing/2014/main" id="{9E64BB36-121D-45B5-AE9E-04F22BB2C216}"/>
                  </a:ext>
                </a:extLst>
              </p:cNvPr>
              <p:cNvSpPr/>
              <p:nvPr/>
            </p:nvSpPr>
            <p:spPr>
              <a:xfrm>
                <a:off x="1117214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043" name="Rectangle 5042">
                <a:extLst>
                  <a:ext uri="{FF2B5EF4-FFF2-40B4-BE49-F238E27FC236}">
                    <a16:creationId xmlns:a16="http://schemas.microsoft.com/office/drawing/2014/main" id="{13321878-5F07-4A14-B23A-57FA538E97B3}"/>
                  </a:ext>
                </a:extLst>
              </p:cNvPr>
              <p:cNvSpPr/>
              <p:nvPr/>
            </p:nvSpPr>
            <p:spPr>
              <a:xfrm>
                <a:off x="1297130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044" name="Rectangle 5043">
                <a:extLst>
                  <a:ext uri="{FF2B5EF4-FFF2-40B4-BE49-F238E27FC236}">
                    <a16:creationId xmlns:a16="http://schemas.microsoft.com/office/drawing/2014/main" id="{3E8B26BB-C162-4CAF-8919-EF4839B4A043}"/>
                  </a:ext>
                </a:extLst>
              </p:cNvPr>
              <p:cNvSpPr/>
              <p:nvPr/>
            </p:nvSpPr>
            <p:spPr>
              <a:xfrm>
                <a:off x="757550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045" name="Rectangle 5044">
                <a:extLst>
                  <a:ext uri="{FF2B5EF4-FFF2-40B4-BE49-F238E27FC236}">
                    <a16:creationId xmlns:a16="http://schemas.microsoft.com/office/drawing/2014/main" id="{C8C38007-7AE0-49F4-AA4F-ED66905690A4}"/>
                  </a:ext>
                </a:extLst>
              </p:cNvPr>
              <p:cNvSpPr/>
              <p:nvPr/>
            </p:nvSpPr>
            <p:spPr>
              <a:xfrm>
                <a:off x="577634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046" name="Rectangle 5045">
                <a:extLst>
                  <a:ext uri="{FF2B5EF4-FFF2-40B4-BE49-F238E27FC236}">
                    <a16:creationId xmlns:a16="http://schemas.microsoft.com/office/drawing/2014/main" id="{5A8361CA-680F-45F3-A21C-8BEEE02F34C3}"/>
                  </a:ext>
                </a:extLst>
              </p:cNvPr>
              <p:cNvSpPr/>
              <p:nvPr/>
            </p:nvSpPr>
            <p:spPr>
              <a:xfrm>
                <a:off x="937466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047" name="Rectangle 5046">
                <a:extLst>
                  <a:ext uri="{FF2B5EF4-FFF2-40B4-BE49-F238E27FC236}">
                    <a16:creationId xmlns:a16="http://schemas.microsoft.com/office/drawing/2014/main" id="{3C722730-A2DD-4CBE-B807-91549D72388A}"/>
                  </a:ext>
                </a:extLst>
              </p:cNvPr>
              <p:cNvSpPr/>
              <p:nvPr/>
            </p:nvSpPr>
            <p:spPr>
              <a:xfrm>
                <a:off x="1117298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048" name="Rectangle 5047">
                <a:extLst>
                  <a:ext uri="{FF2B5EF4-FFF2-40B4-BE49-F238E27FC236}">
                    <a16:creationId xmlns:a16="http://schemas.microsoft.com/office/drawing/2014/main" id="{4B63B2AA-AD7D-4206-AB24-8D005AC5273B}"/>
                  </a:ext>
                </a:extLst>
              </p:cNvPr>
              <p:cNvSpPr/>
              <p:nvPr/>
            </p:nvSpPr>
            <p:spPr>
              <a:xfrm>
                <a:off x="1297214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049" name="Rectangle 5048">
                <a:extLst>
                  <a:ext uri="{FF2B5EF4-FFF2-40B4-BE49-F238E27FC236}">
                    <a16:creationId xmlns:a16="http://schemas.microsoft.com/office/drawing/2014/main" id="{AA6F6B95-5E2C-4B16-9D85-A798791032F6}"/>
                  </a:ext>
                </a:extLst>
              </p:cNvPr>
              <p:cNvSpPr/>
              <p:nvPr/>
            </p:nvSpPr>
            <p:spPr>
              <a:xfrm>
                <a:off x="757466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050" name="Rectangle 5049">
                <a:extLst>
                  <a:ext uri="{FF2B5EF4-FFF2-40B4-BE49-F238E27FC236}">
                    <a16:creationId xmlns:a16="http://schemas.microsoft.com/office/drawing/2014/main" id="{F2D828FA-E322-4A76-B5BA-9F0DD3C3E38E}"/>
                  </a:ext>
                </a:extLst>
              </p:cNvPr>
              <p:cNvSpPr/>
              <p:nvPr/>
            </p:nvSpPr>
            <p:spPr>
              <a:xfrm>
                <a:off x="577550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051" name="Rectangle 5050">
                <a:extLst>
                  <a:ext uri="{FF2B5EF4-FFF2-40B4-BE49-F238E27FC236}">
                    <a16:creationId xmlns:a16="http://schemas.microsoft.com/office/drawing/2014/main" id="{E9E8AA24-7BE4-48CC-9651-A0C0BDCA86BB}"/>
                  </a:ext>
                </a:extLst>
              </p:cNvPr>
              <p:cNvSpPr/>
              <p:nvPr/>
            </p:nvSpPr>
            <p:spPr>
              <a:xfrm>
                <a:off x="937382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052" name="Rectangle 5051">
                <a:extLst>
                  <a:ext uri="{FF2B5EF4-FFF2-40B4-BE49-F238E27FC236}">
                    <a16:creationId xmlns:a16="http://schemas.microsoft.com/office/drawing/2014/main" id="{5AD14553-DFCB-41AC-914D-8BC53D83B4DB}"/>
                  </a:ext>
                </a:extLst>
              </p:cNvPr>
              <p:cNvSpPr/>
              <p:nvPr/>
            </p:nvSpPr>
            <p:spPr>
              <a:xfrm>
                <a:off x="1117214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053" name="Rectangle 5052">
                <a:extLst>
                  <a:ext uri="{FF2B5EF4-FFF2-40B4-BE49-F238E27FC236}">
                    <a16:creationId xmlns:a16="http://schemas.microsoft.com/office/drawing/2014/main" id="{A316032A-87F0-4502-BC7E-864A70483D67}"/>
                  </a:ext>
                </a:extLst>
              </p:cNvPr>
              <p:cNvSpPr/>
              <p:nvPr/>
            </p:nvSpPr>
            <p:spPr>
              <a:xfrm>
                <a:off x="1297130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054" name="Rectangle 5053">
                <a:extLst>
                  <a:ext uri="{FF2B5EF4-FFF2-40B4-BE49-F238E27FC236}">
                    <a16:creationId xmlns:a16="http://schemas.microsoft.com/office/drawing/2014/main" id="{8B04A37E-8D97-4B1D-948B-D23E208A7C8F}"/>
                  </a:ext>
                </a:extLst>
              </p:cNvPr>
              <p:cNvSpPr/>
              <p:nvPr/>
            </p:nvSpPr>
            <p:spPr>
              <a:xfrm>
                <a:off x="757382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055" name="Rectangle 5054">
                <a:extLst>
                  <a:ext uri="{FF2B5EF4-FFF2-40B4-BE49-F238E27FC236}">
                    <a16:creationId xmlns:a16="http://schemas.microsoft.com/office/drawing/2014/main" id="{4E2AC16B-51E1-41D7-850D-089913FA0710}"/>
                  </a:ext>
                </a:extLst>
              </p:cNvPr>
              <p:cNvSpPr/>
              <p:nvPr/>
            </p:nvSpPr>
            <p:spPr>
              <a:xfrm>
                <a:off x="577466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056" name="Rectangle 5055">
                <a:extLst>
                  <a:ext uri="{FF2B5EF4-FFF2-40B4-BE49-F238E27FC236}">
                    <a16:creationId xmlns:a16="http://schemas.microsoft.com/office/drawing/2014/main" id="{ABD2CAC0-2F5A-43BF-9285-075F799C766E}"/>
                  </a:ext>
                </a:extLst>
              </p:cNvPr>
              <p:cNvSpPr/>
              <p:nvPr/>
            </p:nvSpPr>
            <p:spPr>
              <a:xfrm>
                <a:off x="937298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057" name="Rectangle 5056">
                <a:extLst>
                  <a:ext uri="{FF2B5EF4-FFF2-40B4-BE49-F238E27FC236}">
                    <a16:creationId xmlns:a16="http://schemas.microsoft.com/office/drawing/2014/main" id="{999CE40A-43D1-483F-B106-A1856CAA9F04}"/>
                  </a:ext>
                </a:extLst>
              </p:cNvPr>
              <p:cNvSpPr/>
              <p:nvPr/>
            </p:nvSpPr>
            <p:spPr>
              <a:xfrm>
                <a:off x="1117130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058" name="Rectangle 5057">
                <a:extLst>
                  <a:ext uri="{FF2B5EF4-FFF2-40B4-BE49-F238E27FC236}">
                    <a16:creationId xmlns:a16="http://schemas.microsoft.com/office/drawing/2014/main" id="{C0F37D39-5B1E-4FAC-B92D-81898ED4650F}"/>
                  </a:ext>
                </a:extLst>
              </p:cNvPr>
              <p:cNvSpPr/>
              <p:nvPr/>
            </p:nvSpPr>
            <p:spPr>
              <a:xfrm>
                <a:off x="1297046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059" name="Rectangle 5058">
                <a:extLst>
                  <a:ext uri="{FF2B5EF4-FFF2-40B4-BE49-F238E27FC236}">
                    <a16:creationId xmlns:a16="http://schemas.microsoft.com/office/drawing/2014/main" id="{9484DA9C-513E-45E5-8E6A-11E52AC4CEC4}"/>
                  </a:ext>
                </a:extLst>
              </p:cNvPr>
              <p:cNvSpPr/>
              <p:nvPr/>
            </p:nvSpPr>
            <p:spPr>
              <a:xfrm>
                <a:off x="577340" y="167393"/>
                <a:ext cx="900000" cy="974051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3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</p:grpSp>
        <p:grpSp>
          <p:nvGrpSpPr>
            <p:cNvPr id="5060" name="Groupe 5059"/>
            <p:cNvGrpSpPr/>
            <p:nvPr userDrawn="1"/>
          </p:nvGrpSpPr>
          <p:grpSpPr>
            <a:xfrm>
              <a:off x="9571376" y="119033"/>
              <a:ext cx="900000" cy="975016"/>
              <a:chOff x="577340" y="166428"/>
              <a:chExt cx="900000" cy="975016"/>
            </a:xfrm>
          </p:grpSpPr>
          <p:sp>
            <p:nvSpPr>
              <p:cNvPr id="5061" name="Rectangle 5060">
                <a:extLst>
                  <a:ext uri="{FF2B5EF4-FFF2-40B4-BE49-F238E27FC236}">
                    <a16:creationId xmlns:a16="http://schemas.microsoft.com/office/drawing/2014/main" id="{2072BB47-84CB-47FD-8A25-43491CA83C8F}"/>
                  </a:ext>
                </a:extLst>
              </p:cNvPr>
              <p:cNvSpPr/>
              <p:nvPr/>
            </p:nvSpPr>
            <p:spPr>
              <a:xfrm>
                <a:off x="757550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062" name="Rectangle 5061">
                <a:extLst>
                  <a:ext uri="{FF2B5EF4-FFF2-40B4-BE49-F238E27FC236}">
                    <a16:creationId xmlns:a16="http://schemas.microsoft.com/office/drawing/2014/main" id="{FD392A82-503D-4B66-9AF9-9E65B8C12603}"/>
                  </a:ext>
                </a:extLst>
              </p:cNvPr>
              <p:cNvSpPr/>
              <p:nvPr/>
            </p:nvSpPr>
            <p:spPr>
              <a:xfrm>
                <a:off x="577634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063" name="Rectangle 5062">
                <a:extLst>
                  <a:ext uri="{FF2B5EF4-FFF2-40B4-BE49-F238E27FC236}">
                    <a16:creationId xmlns:a16="http://schemas.microsoft.com/office/drawing/2014/main" id="{E8131C02-69AB-405B-82D1-978E3C621405}"/>
                  </a:ext>
                </a:extLst>
              </p:cNvPr>
              <p:cNvSpPr/>
              <p:nvPr/>
            </p:nvSpPr>
            <p:spPr>
              <a:xfrm>
                <a:off x="937466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064" name="Rectangle 5063">
                <a:extLst>
                  <a:ext uri="{FF2B5EF4-FFF2-40B4-BE49-F238E27FC236}">
                    <a16:creationId xmlns:a16="http://schemas.microsoft.com/office/drawing/2014/main" id="{F369E73F-6F1E-4CCA-9F58-1EF6C7EB008B}"/>
                  </a:ext>
                </a:extLst>
              </p:cNvPr>
              <p:cNvSpPr/>
              <p:nvPr/>
            </p:nvSpPr>
            <p:spPr>
              <a:xfrm>
                <a:off x="1117298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065" name="Rectangle 5064">
                <a:extLst>
                  <a:ext uri="{FF2B5EF4-FFF2-40B4-BE49-F238E27FC236}">
                    <a16:creationId xmlns:a16="http://schemas.microsoft.com/office/drawing/2014/main" id="{E4D8B003-AF02-4D34-8F85-57B55CDD3871}"/>
                  </a:ext>
                </a:extLst>
              </p:cNvPr>
              <p:cNvSpPr/>
              <p:nvPr/>
            </p:nvSpPr>
            <p:spPr>
              <a:xfrm>
                <a:off x="1297214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066" name="Rectangle 5065">
                <a:extLst>
                  <a:ext uri="{FF2B5EF4-FFF2-40B4-BE49-F238E27FC236}">
                    <a16:creationId xmlns:a16="http://schemas.microsoft.com/office/drawing/2014/main" id="{14BBDF8A-4682-45D3-ABAD-64B00A4ED731}"/>
                  </a:ext>
                </a:extLst>
              </p:cNvPr>
              <p:cNvSpPr/>
              <p:nvPr/>
            </p:nvSpPr>
            <p:spPr>
              <a:xfrm>
                <a:off x="757466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067" name="Rectangle 5066">
                <a:extLst>
                  <a:ext uri="{FF2B5EF4-FFF2-40B4-BE49-F238E27FC236}">
                    <a16:creationId xmlns:a16="http://schemas.microsoft.com/office/drawing/2014/main" id="{C13E0C4B-1D4F-471E-A5AD-E4BC58BB3024}"/>
                  </a:ext>
                </a:extLst>
              </p:cNvPr>
              <p:cNvSpPr/>
              <p:nvPr/>
            </p:nvSpPr>
            <p:spPr>
              <a:xfrm>
                <a:off x="577550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068" name="Rectangle 5067">
                <a:extLst>
                  <a:ext uri="{FF2B5EF4-FFF2-40B4-BE49-F238E27FC236}">
                    <a16:creationId xmlns:a16="http://schemas.microsoft.com/office/drawing/2014/main" id="{1E8CE2AB-2430-43FD-88E9-634F132AAB31}"/>
                  </a:ext>
                </a:extLst>
              </p:cNvPr>
              <p:cNvSpPr/>
              <p:nvPr/>
            </p:nvSpPr>
            <p:spPr>
              <a:xfrm>
                <a:off x="937382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069" name="Rectangle 5068">
                <a:extLst>
                  <a:ext uri="{FF2B5EF4-FFF2-40B4-BE49-F238E27FC236}">
                    <a16:creationId xmlns:a16="http://schemas.microsoft.com/office/drawing/2014/main" id="{9E64BB36-121D-45B5-AE9E-04F22BB2C216}"/>
                  </a:ext>
                </a:extLst>
              </p:cNvPr>
              <p:cNvSpPr/>
              <p:nvPr/>
            </p:nvSpPr>
            <p:spPr>
              <a:xfrm>
                <a:off x="1117214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070" name="Rectangle 5069">
                <a:extLst>
                  <a:ext uri="{FF2B5EF4-FFF2-40B4-BE49-F238E27FC236}">
                    <a16:creationId xmlns:a16="http://schemas.microsoft.com/office/drawing/2014/main" id="{13321878-5F07-4A14-B23A-57FA538E97B3}"/>
                  </a:ext>
                </a:extLst>
              </p:cNvPr>
              <p:cNvSpPr/>
              <p:nvPr/>
            </p:nvSpPr>
            <p:spPr>
              <a:xfrm>
                <a:off x="1297130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071" name="Rectangle 5070">
                <a:extLst>
                  <a:ext uri="{FF2B5EF4-FFF2-40B4-BE49-F238E27FC236}">
                    <a16:creationId xmlns:a16="http://schemas.microsoft.com/office/drawing/2014/main" id="{3E8B26BB-C162-4CAF-8919-EF4839B4A043}"/>
                  </a:ext>
                </a:extLst>
              </p:cNvPr>
              <p:cNvSpPr/>
              <p:nvPr/>
            </p:nvSpPr>
            <p:spPr>
              <a:xfrm>
                <a:off x="757550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072" name="Rectangle 5071">
                <a:extLst>
                  <a:ext uri="{FF2B5EF4-FFF2-40B4-BE49-F238E27FC236}">
                    <a16:creationId xmlns:a16="http://schemas.microsoft.com/office/drawing/2014/main" id="{C8C38007-7AE0-49F4-AA4F-ED66905690A4}"/>
                  </a:ext>
                </a:extLst>
              </p:cNvPr>
              <p:cNvSpPr/>
              <p:nvPr/>
            </p:nvSpPr>
            <p:spPr>
              <a:xfrm>
                <a:off x="577634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073" name="Rectangle 5072">
                <a:extLst>
                  <a:ext uri="{FF2B5EF4-FFF2-40B4-BE49-F238E27FC236}">
                    <a16:creationId xmlns:a16="http://schemas.microsoft.com/office/drawing/2014/main" id="{5A8361CA-680F-45F3-A21C-8BEEE02F34C3}"/>
                  </a:ext>
                </a:extLst>
              </p:cNvPr>
              <p:cNvSpPr/>
              <p:nvPr/>
            </p:nvSpPr>
            <p:spPr>
              <a:xfrm>
                <a:off x="937466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074" name="Rectangle 5073">
                <a:extLst>
                  <a:ext uri="{FF2B5EF4-FFF2-40B4-BE49-F238E27FC236}">
                    <a16:creationId xmlns:a16="http://schemas.microsoft.com/office/drawing/2014/main" id="{3C722730-A2DD-4CBE-B807-91549D72388A}"/>
                  </a:ext>
                </a:extLst>
              </p:cNvPr>
              <p:cNvSpPr/>
              <p:nvPr/>
            </p:nvSpPr>
            <p:spPr>
              <a:xfrm>
                <a:off x="1117298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075" name="Rectangle 5074">
                <a:extLst>
                  <a:ext uri="{FF2B5EF4-FFF2-40B4-BE49-F238E27FC236}">
                    <a16:creationId xmlns:a16="http://schemas.microsoft.com/office/drawing/2014/main" id="{4B63B2AA-AD7D-4206-AB24-8D005AC5273B}"/>
                  </a:ext>
                </a:extLst>
              </p:cNvPr>
              <p:cNvSpPr/>
              <p:nvPr/>
            </p:nvSpPr>
            <p:spPr>
              <a:xfrm>
                <a:off x="1297214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076" name="Rectangle 5075">
                <a:extLst>
                  <a:ext uri="{FF2B5EF4-FFF2-40B4-BE49-F238E27FC236}">
                    <a16:creationId xmlns:a16="http://schemas.microsoft.com/office/drawing/2014/main" id="{AA6F6B95-5E2C-4B16-9D85-A798791032F6}"/>
                  </a:ext>
                </a:extLst>
              </p:cNvPr>
              <p:cNvSpPr/>
              <p:nvPr/>
            </p:nvSpPr>
            <p:spPr>
              <a:xfrm>
                <a:off x="757466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077" name="Rectangle 5076">
                <a:extLst>
                  <a:ext uri="{FF2B5EF4-FFF2-40B4-BE49-F238E27FC236}">
                    <a16:creationId xmlns:a16="http://schemas.microsoft.com/office/drawing/2014/main" id="{F2D828FA-E322-4A76-B5BA-9F0DD3C3E38E}"/>
                  </a:ext>
                </a:extLst>
              </p:cNvPr>
              <p:cNvSpPr/>
              <p:nvPr/>
            </p:nvSpPr>
            <p:spPr>
              <a:xfrm>
                <a:off x="577550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078" name="Rectangle 5077">
                <a:extLst>
                  <a:ext uri="{FF2B5EF4-FFF2-40B4-BE49-F238E27FC236}">
                    <a16:creationId xmlns:a16="http://schemas.microsoft.com/office/drawing/2014/main" id="{E9E8AA24-7BE4-48CC-9651-A0C0BDCA86BB}"/>
                  </a:ext>
                </a:extLst>
              </p:cNvPr>
              <p:cNvSpPr/>
              <p:nvPr/>
            </p:nvSpPr>
            <p:spPr>
              <a:xfrm>
                <a:off x="937382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079" name="Rectangle 5078">
                <a:extLst>
                  <a:ext uri="{FF2B5EF4-FFF2-40B4-BE49-F238E27FC236}">
                    <a16:creationId xmlns:a16="http://schemas.microsoft.com/office/drawing/2014/main" id="{5AD14553-DFCB-41AC-914D-8BC53D83B4DB}"/>
                  </a:ext>
                </a:extLst>
              </p:cNvPr>
              <p:cNvSpPr/>
              <p:nvPr/>
            </p:nvSpPr>
            <p:spPr>
              <a:xfrm>
                <a:off x="1117214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080" name="Rectangle 5079">
                <a:extLst>
                  <a:ext uri="{FF2B5EF4-FFF2-40B4-BE49-F238E27FC236}">
                    <a16:creationId xmlns:a16="http://schemas.microsoft.com/office/drawing/2014/main" id="{A316032A-87F0-4502-BC7E-864A70483D67}"/>
                  </a:ext>
                </a:extLst>
              </p:cNvPr>
              <p:cNvSpPr/>
              <p:nvPr/>
            </p:nvSpPr>
            <p:spPr>
              <a:xfrm>
                <a:off x="1297130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081" name="Rectangle 5080">
                <a:extLst>
                  <a:ext uri="{FF2B5EF4-FFF2-40B4-BE49-F238E27FC236}">
                    <a16:creationId xmlns:a16="http://schemas.microsoft.com/office/drawing/2014/main" id="{8B04A37E-8D97-4B1D-948B-D23E208A7C8F}"/>
                  </a:ext>
                </a:extLst>
              </p:cNvPr>
              <p:cNvSpPr/>
              <p:nvPr/>
            </p:nvSpPr>
            <p:spPr>
              <a:xfrm>
                <a:off x="757382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082" name="Rectangle 5081">
                <a:extLst>
                  <a:ext uri="{FF2B5EF4-FFF2-40B4-BE49-F238E27FC236}">
                    <a16:creationId xmlns:a16="http://schemas.microsoft.com/office/drawing/2014/main" id="{4E2AC16B-51E1-41D7-850D-089913FA0710}"/>
                  </a:ext>
                </a:extLst>
              </p:cNvPr>
              <p:cNvSpPr/>
              <p:nvPr/>
            </p:nvSpPr>
            <p:spPr>
              <a:xfrm>
                <a:off x="577466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083" name="Rectangle 5082">
                <a:extLst>
                  <a:ext uri="{FF2B5EF4-FFF2-40B4-BE49-F238E27FC236}">
                    <a16:creationId xmlns:a16="http://schemas.microsoft.com/office/drawing/2014/main" id="{ABD2CAC0-2F5A-43BF-9285-075F799C766E}"/>
                  </a:ext>
                </a:extLst>
              </p:cNvPr>
              <p:cNvSpPr/>
              <p:nvPr/>
            </p:nvSpPr>
            <p:spPr>
              <a:xfrm>
                <a:off x="937298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084" name="Rectangle 5083">
                <a:extLst>
                  <a:ext uri="{FF2B5EF4-FFF2-40B4-BE49-F238E27FC236}">
                    <a16:creationId xmlns:a16="http://schemas.microsoft.com/office/drawing/2014/main" id="{999CE40A-43D1-483F-B106-A1856CAA9F04}"/>
                  </a:ext>
                </a:extLst>
              </p:cNvPr>
              <p:cNvSpPr/>
              <p:nvPr/>
            </p:nvSpPr>
            <p:spPr>
              <a:xfrm>
                <a:off x="1117130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085" name="Rectangle 5084">
                <a:extLst>
                  <a:ext uri="{FF2B5EF4-FFF2-40B4-BE49-F238E27FC236}">
                    <a16:creationId xmlns:a16="http://schemas.microsoft.com/office/drawing/2014/main" id="{C0F37D39-5B1E-4FAC-B92D-81898ED4650F}"/>
                  </a:ext>
                </a:extLst>
              </p:cNvPr>
              <p:cNvSpPr/>
              <p:nvPr/>
            </p:nvSpPr>
            <p:spPr>
              <a:xfrm>
                <a:off x="1297046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086" name="Rectangle 5085">
                <a:extLst>
                  <a:ext uri="{FF2B5EF4-FFF2-40B4-BE49-F238E27FC236}">
                    <a16:creationId xmlns:a16="http://schemas.microsoft.com/office/drawing/2014/main" id="{9484DA9C-513E-45E5-8E6A-11E52AC4CEC4}"/>
                  </a:ext>
                </a:extLst>
              </p:cNvPr>
              <p:cNvSpPr/>
              <p:nvPr/>
            </p:nvSpPr>
            <p:spPr>
              <a:xfrm>
                <a:off x="577340" y="167393"/>
                <a:ext cx="900000" cy="974051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3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</p:grpSp>
        <p:grpSp>
          <p:nvGrpSpPr>
            <p:cNvPr id="5087" name="Groupe 5086"/>
            <p:cNvGrpSpPr/>
            <p:nvPr userDrawn="1"/>
          </p:nvGrpSpPr>
          <p:grpSpPr>
            <a:xfrm>
              <a:off x="10470830" y="118070"/>
              <a:ext cx="900000" cy="975016"/>
              <a:chOff x="577340" y="166428"/>
              <a:chExt cx="900000" cy="975016"/>
            </a:xfrm>
          </p:grpSpPr>
          <p:sp>
            <p:nvSpPr>
              <p:cNvPr id="5088" name="Rectangle 5087">
                <a:extLst>
                  <a:ext uri="{FF2B5EF4-FFF2-40B4-BE49-F238E27FC236}">
                    <a16:creationId xmlns:a16="http://schemas.microsoft.com/office/drawing/2014/main" id="{2072BB47-84CB-47FD-8A25-43491CA83C8F}"/>
                  </a:ext>
                </a:extLst>
              </p:cNvPr>
              <p:cNvSpPr/>
              <p:nvPr/>
            </p:nvSpPr>
            <p:spPr>
              <a:xfrm>
                <a:off x="757550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089" name="Rectangle 5088">
                <a:extLst>
                  <a:ext uri="{FF2B5EF4-FFF2-40B4-BE49-F238E27FC236}">
                    <a16:creationId xmlns:a16="http://schemas.microsoft.com/office/drawing/2014/main" id="{FD392A82-503D-4B66-9AF9-9E65B8C12603}"/>
                  </a:ext>
                </a:extLst>
              </p:cNvPr>
              <p:cNvSpPr/>
              <p:nvPr/>
            </p:nvSpPr>
            <p:spPr>
              <a:xfrm>
                <a:off x="577634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090" name="Rectangle 5089">
                <a:extLst>
                  <a:ext uri="{FF2B5EF4-FFF2-40B4-BE49-F238E27FC236}">
                    <a16:creationId xmlns:a16="http://schemas.microsoft.com/office/drawing/2014/main" id="{E8131C02-69AB-405B-82D1-978E3C621405}"/>
                  </a:ext>
                </a:extLst>
              </p:cNvPr>
              <p:cNvSpPr/>
              <p:nvPr/>
            </p:nvSpPr>
            <p:spPr>
              <a:xfrm>
                <a:off x="937466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091" name="Rectangle 5090">
                <a:extLst>
                  <a:ext uri="{FF2B5EF4-FFF2-40B4-BE49-F238E27FC236}">
                    <a16:creationId xmlns:a16="http://schemas.microsoft.com/office/drawing/2014/main" id="{F369E73F-6F1E-4CCA-9F58-1EF6C7EB008B}"/>
                  </a:ext>
                </a:extLst>
              </p:cNvPr>
              <p:cNvSpPr/>
              <p:nvPr/>
            </p:nvSpPr>
            <p:spPr>
              <a:xfrm>
                <a:off x="1117298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092" name="Rectangle 5091">
                <a:extLst>
                  <a:ext uri="{FF2B5EF4-FFF2-40B4-BE49-F238E27FC236}">
                    <a16:creationId xmlns:a16="http://schemas.microsoft.com/office/drawing/2014/main" id="{E4D8B003-AF02-4D34-8F85-57B55CDD3871}"/>
                  </a:ext>
                </a:extLst>
              </p:cNvPr>
              <p:cNvSpPr/>
              <p:nvPr/>
            </p:nvSpPr>
            <p:spPr>
              <a:xfrm>
                <a:off x="1297214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093" name="Rectangle 5092">
                <a:extLst>
                  <a:ext uri="{FF2B5EF4-FFF2-40B4-BE49-F238E27FC236}">
                    <a16:creationId xmlns:a16="http://schemas.microsoft.com/office/drawing/2014/main" id="{14BBDF8A-4682-45D3-ABAD-64B00A4ED731}"/>
                  </a:ext>
                </a:extLst>
              </p:cNvPr>
              <p:cNvSpPr/>
              <p:nvPr/>
            </p:nvSpPr>
            <p:spPr>
              <a:xfrm>
                <a:off x="757466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094" name="Rectangle 5093">
                <a:extLst>
                  <a:ext uri="{FF2B5EF4-FFF2-40B4-BE49-F238E27FC236}">
                    <a16:creationId xmlns:a16="http://schemas.microsoft.com/office/drawing/2014/main" id="{C13E0C4B-1D4F-471E-A5AD-E4BC58BB3024}"/>
                  </a:ext>
                </a:extLst>
              </p:cNvPr>
              <p:cNvSpPr/>
              <p:nvPr/>
            </p:nvSpPr>
            <p:spPr>
              <a:xfrm>
                <a:off x="577550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095" name="Rectangle 5094">
                <a:extLst>
                  <a:ext uri="{FF2B5EF4-FFF2-40B4-BE49-F238E27FC236}">
                    <a16:creationId xmlns:a16="http://schemas.microsoft.com/office/drawing/2014/main" id="{1E8CE2AB-2430-43FD-88E9-634F132AAB31}"/>
                  </a:ext>
                </a:extLst>
              </p:cNvPr>
              <p:cNvSpPr/>
              <p:nvPr/>
            </p:nvSpPr>
            <p:spPr>
              <a:xfrm>
                <a:off x="937382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096" name="Rectangle 5095">
                <a:extLst>
                  <a:ext uri="{FF2B5EF4-FFF2-40B4-BE49-F238E27FC236}">
                    <a16:creationId xmlns:a16="http://schemas.microsoft.com/office/drawing/2014/main" id="{9E64BB36-121D-45B5-AE9E-04F22BB2C216}"/>
                  </a:ext>
                </a:extLst>
              </p:cNvPr>
              <p:cNvSpPr/>
              <p:nvPr/>
            </p:nvSpPr>
            <p:spPr>
              <a:xfrm>
                <a:off x="1117214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097" name="Rectangle 5096">
                <a:extLst>
                  <a:ext uri="{FF2B5EF4-FFF2-40B4-BE49-F238E27FC236}">
                    <a16:creationId xmlns:a16="http://schemas.microsoft.com/office/drawing/2014/main" id="{13321878-5F07-4A14-B23A-57FA538E97B3}"/>
                  </a:ext>
                </a:extLst>
              </p:cNvPr>
              <p:cNvSpPr/>
              <p:nvPr/>
            </p:nvSpPr>
            <p:spPr>
              <a:xfrm>
                <a:off x="1297130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098" name="Rectangle 5097">
                <a:extLst>
                  <a:ext uri="{FF2B5EF4-FFF2-40B4-BE49-F238E27FC236}">
                    <a16:creationId xmlns:a16="http://schemas.microsoft.com/office/drawing/2014/main" id="{3E8B26BB-C162-4CAF-8919-EF4839B4A043}"/>
                  </a:ext>
                </a:extLst>
              </p:cNvPr>
              <p:cNvSpPr/>
              <p:nvPr/>
            </p:nvSpPr>
            <p:spPr>
              <a:xfrm>
                <a:off x="757550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099" name="Rectangle 5098">
                <a:extLst>
                  <a:ext uri="{FF2B5EF4-FFF2-40B4-BE49-F238E27FC236}">
                    <a16:creationId xmlns:a16="http://schemas.microsoft.com/office/drawing/2014/main" id="{C8C38007-7AE0-49F4-AA4F-ED66905690A4}"/>
                  </a:ext>
                </a:extLst>
              </p:cNvPr>
              <p:cNvSpPr/>
              <p:nvPr/>
            </p:nvSpPr>
            <p:spPr>
              <a:xfrm>
                <a:off x="577634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100" name="Rectangle 5099">
                <a:extLst>
                  <a:ext uri="{FF2B5EF4-FFF2-40B4-BE49-F238E27FC236}">
                    <a16:creationId xmlns:a16="http://schemas.microsoft.com/office/drawing/2014/main" id="{5A8361CA-680F-45F3-A21C-8BEEE02F34C3}"/>
                  </a:ext>
                </a:extLst>
              </p:cNvPr>
              <p:cNvSpPr/>
              <p:nvPr/>
            </p:nvSpPr>
            <p:spPr>
              <a:xfrm>
                <a:off x="937466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101" name="Rectangle 5100">
                <a:extLst>
                  <a:ext uri="{FF2B5EF4-FFF2-40B4-BE49-F238E27FC236}">
                    <a16:creationId xmlns:a16="http://schemas.microsoft.com/office/drawing/2014/main" id="{3C722730-A2DD-4CBE-B807-91549D72388A}"/>
                  </a:ext>
                </a:extLst>
              </p:cNvPr>
              <p:cNvSpPr/>
              <p:nvPr/>
            </p:nvSpPr>
            <p:spPr>
              <a:xfrm>
                <a:off x="1117298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102" name="Rectangle 5101">
                <a:extLst>
                  <a:ext uri="{FF2B5EF4-FFF2-40B4-BE49-F238E27FC236}">
                    <a16:creationId xmlns:a16="http://schemas.microsoft.com/office/drawing/2014/main" id="{4B63B2AA-AD7D-4206-AB24-8D005AC5273B}"/>
                  </a:ext>
                </a:extLst>
              </p:cNvPr>
              <p:cNvSpPr/>
              <p:nvPr/>
            </p:nvSpPr>
            <p:spPr>
              <a:xfrm>
                <a:off x="1297214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103" name="Rectangle 5102">
                <a:extLst>
                  <a:ext uri="{FF2B5EF4-FFF2-40B4-BE49-F238E27FC236}">
                    <a16:creationId xmlns:a16="http://schemas.microsoft.com/office/drawing/2014/main" id="{AA6F6B95-5E2C-4B16-9D85-A798791032F6}"/>
                  </a:ext>
                </a:extLst>
              </p:cNvPr>
              <p:cNvSpPr/>
              <p:nvPr/>
            </p:nvSpPr>
            <p:spPr>
              <a:xfrm>
                <a:off x="757466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104" name="Rectangle 5103">
                <a:extLst>
                  <a:ext uri="{FF2B5EF4-FFF2-40B4-BE49-F238E27FC236}">
                    <a16:creationId xmlns:a16="http://schemas.microsoft.com/office/drawing/2014/main" id="{F2D828FA-E322-4A76-B5BA-9F0DD3C3E38E}"/>
                  </a:ext>
                </a:extLst>
              </p:cNvPr>
              <p:cNvSpPr/>
              <p:nvPr/>
            </p:nvSpPr>
            <p:spPr>
              <a:xfrm>
                <a:off x="577550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105" name="Rectangle 5104">
                <a:extLst>
                  <a:ext uri="{FF2B5EF4-FFF2-40B4-BE49-F238E27FC236}">
                    <a16:creationId xmlns:a16="http://schemas.microsoft.com/office/drawing/2014/main" id="{E9E8AA24-7BE4-48CC-9651-A0C0BDCA86BB}"/>
                  </a:ext>
                </a:extLst>
              </p:cNvPr>
              <p:cNvSpPr/>
              <p:nvPr/>
            </p:nvSpPr>
            <p:spPr>
              <a:xfrm>
                <a:off x="937382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106" name="Rectangle 5105">
                <a:extLst>
                  <a:ext uri="{FF2B5EF4-FFF2-40B4-BE49-F238E27FC236}">
                    <a16:creationId xmlns:a16="http://schemas.microsoft.com/office/drawing/2014/main" id="{5AD14553-DFCB-41AC-914D-8BC53D83B4DB}"/>
                  </a:ext>
                </a:extLst>
              </p:cNvPr>
              <p:cNvSpPr/>
              <p:nvPr/>
            </p:nvSpPr>
            <p:spPr>
              <a:xfrm>
                <a:off x="1117214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107" name="Rectangle 5106">
                <a:extLst>
                  <a:ext uri="{FF2B5EF4-FFF2-40B4-BE49-F238E27FC236}">
                    <a16:creationId xmlns:a16="http://schemas.microsoft.com/office/drawing/2014/main" id="{A316032A-87F0-4502-BC7E-864A70483D67}"/>
                  </a:ext>
                </a:extLst>
              </p:cNvPr>
              <p:cNvSpPr/>
              <p:nvPr/>
            </p:nvSpPr>
            <p:spPr>
              <a:xfrm>
                <a:off x="1297130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108" name="Rectangle 5107">
                <a:extLst>
                  <a:ext uri="{FF2B5EF4-FFF2-40B4-BE49-F238E27FC236}">
                    <a16:creationId xmlns:a16="http://schemas.microsoft.com/office/drawing/2014/main" id="{8B04A37E-8D97-4B1D-948B-D23E208A7C8F}"/>
                  </a:ext>
                </a:extLst>
              </p:cNvPr>
              <p:cNvSpPr/>
              <p:nvPr/>
            </p:nvSpPr>
            <p:spPr>
              <a:xfrm>
                <a:off x="757382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109" name="Rectangle 5108">
                <a:extLst>
                  <a:ext uri="{FF2B5EF4-FFF2-40B4-BE49-F238E27FC236}">
                    <a16:creationId xmlns:a16="http://schemas.microsoft.com/office/drawing/2014/main" id="{4E2AC16B-51E1-41D7-850D-089913FA0710}"/>
                  </a:ext>
                </a:extLst>
              </p:cNvPr>
              <p:cNvSpPr/>
              <p:nvPr/>
            </p:nvSpPr>
            <p:spPr>
              <a:xfrm>
                <a:off x="577466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110" name="Rectangle 5109">
                <a:extLst>
                  <a:ext uri="{FF2B5EF4-FFF2-40B4-BE49-F238E27FC236}">
                    <a16:creationId xmlns:a16="http://schemas.microsoft.com/office/drawing/2014/main" id="{ABD2CAC0-2F5A-43BF-9285-075F799C766E}"/>
                  </a:ext>
                </a:extLst>
              </p:cNvPr>
              <p:cNvSpPr/>
              <p:nvPr/>
            </p:nvSpPr>
            <p:spPr>
              <a:xfrm>
                <a:off x="937298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111" name="Rectangle 5110">
                <a:extLst>
                  <a:ext uri="{FF2B5EF4-FFF2-40B4-BE49-F238E27FC236}">
                    <a16:creationId xmlns:a16="http://schemas.microsoft.com/office/drawing/2014/main" id="{999CE40A-43D1-483F-B106-A1856CAA9F04}"/>
                  </a:ext>
                </a:extLst>
              </p:cNvPr>
              <p:cNvSpPr/>
              <p:nvPr/>
            </p:nvSpPr>
            <p:spPr>
              <a:xfrm>
                <a:off x="1117130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112" name="Rectangle 5111">
                <a:extLst>
                  <a:ext uri="{FF2B5EF4-FFF2-40B4-BE49-F238E27FC236}">
                    <a16:creationId xmlns:a16="http://schemas.microsoft.com/office/drawing/2014/main" id="{C0F37D39-5B1E-4FAC-B92D-81898ED4650F}"/>
                  </a:ext>
                </a:extLst>
              </p:cNvPr>
              <p:cNvSpPr/>
              <p:nvPr/>
            </p:nvSpPr>
            <p:spPr>
              <a:xfrm>
                <a:off x="1297046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113" name="Rectangle 5112">
                <a:extLst>
                  <a:ext uri="{FF2B5EF4-FFF2-40B4-BE49-F238E27FC236}">
                    <a16:creationId xmlns:a16="http://schemas.microsoft.com/office/drawing/2014/main" id="{9484DA9C-513E-45E5-8E6A-11E52AC4CEC4}"/>
                  </a:ext>
                </a:extLst>
              </p:cNvPr>
              <p:cNvSpPr/>
              <p:nvPr/>
            </p:nvSpPr>
            <p:spPr>
              <a:xfrm>
                <a:off x="577340" y="167393"/>
                <a:ext cx="900000" cy="974051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3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</p:grpSp>
      </p:grpSp>
      <p:grpSp>
        <p:nvGrpSpPr>
          <p:cNvPr id="5114" name="Groupe 5113"/>
          <p:cNvGrpSpPr/>
          <p:nvPr userDrawn="1"/>
        </p:nvGrpSpPr>
        <p:grpSpPr>
          <a:xfrm>
            <a:off x="778021" y="1190492"/>
            <a:ext cx="10793490" cy="900000"/>
            <a:chOff x="577340" y="118070"/>
            <a:chExt cx="10793490" cy="979831"/>
          </a:xfrm>
        </p:grpSpPr>
        <p:grpSp>
          <p:nvGrpSpPr>
            <p:cNvPr id="5115" name="Groupe 5114"/>
            <p:cNvGrpSpPr/>
            <p:nvPr userDrawn="1"/>
          </p:nvGrpSpPr>
          <p:grpSpPr>
            <a:xfrm>
              <a:off x="577340" y="122885"/>
              <a:ext cx="900000" cy="975016"/>
              <a:chOff x="577340" y="166428"/>
              <a:chExt cx="900000" cy="975016"/>
            </a:xfrm>
          </p:grpSpPr>
          <p:sp>
            <p:nvSpPr>
              <p:cNvPr id="5413" name="Rectangle 5412">
                <a:extLst>
                  <a:ext uri="{FF2B5EF4-FFF2-40B4-BE49-F238E27FC236}">
                    <a16:creationId xmlns:a16="http://schemas.microsoft.com/office/drawing/2014/main" id="{2072BB47-84CB-47FD-8A25-43491CA83C8F}"/>
                  </a:ext>
                </a:extLst>
              </p:cNvPr>
              <p:cNvSpPr/>
              <p:nvPr/>
            </p:nvSpPr>
            <p:spPr>
              <a:xfrm>
                <a:off x="757550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414" name="Rectangle 5413">
                <a:extLst>
                  <a:ext uri="{FF2B5EF4-FFF2-40B4-BE49-F238E27FC236}">
                    <a16:creationId xmlns:a16="http://schemas.microsoft.com/office/drawing/2014/main" id="{FD392A82-503D-4B66-9AF9-9E65B8C12603}"/>
                  </a:ext>
                </a:extLst>
              </p:cNvPr>
              <p:cNvSpPr/>
              <p:nvPr/>
            </p:nvSpPr>
            <p:spPr>
              <a:xfrm>
                <a:off x="577634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415" name="Rectangle 5414">
                <a:extLst>
                  <a:ext uri="{FF2B5EF4-FFF2-40B4-BE49-F238E27FC236}">
                    <a16:creationId xmlns:a16="http://schemas.microsoft.com/office/drawing/2014/main" id="{E8131C02-69AB-405B-82D1-978E3C621405}"/>
                  </a:ext>
                </a:extLst>
              </p:cNvPr>
              <p:cNvSpPr/>
              <p:nvPr/>
            </p:nvSpPr>
            <p:spPr>
              <a:xfrm>
                <a:off x="937466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416" name="Rectangle 5415">
                <a:extLst>
                  <a:ext uri="{FF2B5EF4-FFF2-40B4-BE49-F238E27FC236}">
                    <a16:creationId xmlns:a16="http://schemas.microsoft.com/office/drawing/2014/main" id="{F369E73F-6F1E-4CCA-9F58-1EF6C7EB008B}"/>
                  </a:ext>
                </a:extLst>
              </p:cNvPr>
              <p:cNvSpPr/>
              <p:nvPr/>
            </p:nvSpPr>
            <p:spPr>
              <a:xfrm>
                <a:off x="1117298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417" name="Rectangle 5416">
                <a:extLst>
                  <a:ext uri="{FF2B5EF4-FFF2-40B4-BE49-F238E27FC236}">
                    <a16:creationId xmlns:a16="http://schemas.microsoft.com/office/drawing/2014/main" id="{E4D8B003-AF02-4D34-8F85-57B55CDD3871}"/>
                  </a:ext>
                </a:extLst>
              </p:cNvPr>
              <p:cNvSpPr/>
              <p:nvPr/>
            </p:nvSpPr>
            <p:spPr>
              <a:xfrm>
                <a:off x="1297214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418" name="Rectangle 5417">
                <a:extLst>
                  <a:ext uri="{FF2B5EF4-FFF2-40B4-BE49-F238E27FC236}">
                    <a16:creationId xmlns:a16="http://schemas.microsoft.com/office/drawing/2014/main" id="{14BBDF8A-4682-45D3-ABAD-64B00A4ED731}"/>
                  </a:ext>
                </a:extLst>
              </p:cNvPr>
              <p:cNvSpPr/>
              <p:nvPr/>
            </p:nvSpPr>
            <p:spPr>
              <a:xfrm>
                <a:off x="757466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419" name="Rectangle 5418">
                <a:extLst>
                  <a:ext uri="{FF2B5EF4-FFF2-40B4-BE49-F238E27FC236}">
                    <a16:creationId xmlns:a16="http://schemas.microsoft.com/office/drawing/2014/main" id="{C13E0C4B-1D4F-471E-A5AD-E4BC58BB3024}"/>
                  </a:ext>
                </a:extLst>
              </p:cNvPr>
              <p:cNvSpPr/>
              <p:nvPr/>
            </p:nvSpPr>
            <p:spPr>
              <a:xfrm>
                <a:off x="577550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420" name="Rectangle 5419">
                <a:extLst>
                  <a:ext uri="{FF2B5EF4-FFF2-40B4-BE49-F238E27FC236}">
                    <a16:creationId xmlns:a16="http://schemas.microsoft.com/office/drawing/2014/main" id="{1E8CE2AB-2430-43FD-88E9-634F132AAB31}"/>
                  </a:ext>
                </a:extLst>
              </p:cNvPr>
              <p:cNvSpPr/>
              <p:nvPr/>
            </p:nvSpPr>
            <p:spPr>
              <a:xfrm>
                <a:off x="937382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421" name="Rectangle 5420">
                <a:extLst>
                  <a:ext uri="{FF2B5EF4-FFF2-40B4-BE49-F238E27FC236}">
                    <a16:creationId xmlns:a16="http://schemas.microsoft.com/office/drawing/2014/main" id="{9E64BB36-121D-45B5-AE9E-04F22BB2C216}"/>
                  </a:ext>
                </a:extLst>
              </p:cNvPr>
              <p:cNvSpPr/>
              <p:nvPr/>
            </p:nvSpPr>
            <p:spPr>
              <a:xfrm>
                <a:off x="1117214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422" name="Rectangle 5421">
                <a:extLst>
                  <a:ext uri="{FF2B5EF4-FFF2-40B4-BE49-F238E27FC236}">
                    <a16:creationId xmlns:a16="http://schemas.microsoft.com/office/drawing/2014/main" id="{13321878-5F07-4A14-B23A-57FA538E97B3}"/>
                  </a:ext>
                </a:extLst>
              </p:cNvPr>
              <p:cNvSpPr/>
              <p:nvPr/>
            </p:nvSpPr>
            <p:spPr>
              <a:xfrm>
                <a:off x="1297130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423" name="Rectangle 5422">
                <a:extLst>
                  <a:ext uri="{FF2B5EF4-FFF2-40B4-BE49-F238E27FC236}">
                    <a16:creationId xmlns:a16="http://schemas.microsoft.com/office/drawing/2014/main" id="{3E8B26BB-C162-4CAF-8919-EF4839B4A043}"/>
                  </a:ext>
                </a:extLst>
              </p:cNvPr>
              <p:cNvSpPr/>
              <p:nvPr/>
            </p:nvSpPr>
            <p:spPr>
              <a:xfrm>
                <a:off x="757550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424" name="Rectangle 5423">
                <a:extLst>
                  <a:ext uri="{FF2B5EF4-FFF2-40B4-BE49-F238E27FC236}">
                    <a16:creationId xmlns:a16="http://schemas.microsoft.com/office/drawing/2014/main" id="{C8C38007-7AE0-49F4-AA4F-ED66905690A4}"/>
                  </a:ext>
                </a:extLst>
              </p:cNvPr>
              <p:cNvSpPr/>
              <p:nvPr/>
            </p:nvSpPr>
            <p:spPr>
              <a:xfrm>
                <a:off x="577634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425" name="Rectangle 5424">
                <a:extLst>
                  <a:ext uri="{FF2B5EF4-FFF2-40B4-BE49-F238E27FC236}">
                    <a16:creationId xmlns:a16="http://schemas.microsoft.com/office/drawing/2014/main" id="{5A8361CA-680F-45F3-A21C-8BEEE02F34C3}"/>
                  </a:ext>
                </a:extLst>
              </p:cNvPr>
              <p:cNvSpPr/>
              <p:nvPr/>
            </p:nvSpPr>
            <p:spPr>
              <a:xfrm>
                <a:off x="937466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426" name="Rectangle 5425">
                <a:extLst>
                  <a:ext uri="{FF2B5EF4-FFF2-40B4-BE49-F238E27FC236}">
                    <a16:creationId xmlns:a16="http://schemas.microsoft.com/office/drawing/2014/main" id="{3C722730-A2DD-4CBE-B807-91549D72388A}"/>
                  </a:ext>
                </a:extLst>
              </p:cNvPr>
              <p:cNvSpPr/>
              <p:nvPr/>
            </p:nvSpPr>
            <p:spPr>
              <a:xfrm>
                <a:off x="1117298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427" name="Rectangle 5426">
                <a:extLst>
                  <a:ext uri="{FF2B5EF4-FFF2-40B4-BE49-F238E27FC236}">
                    <a16:creationId xmlns:a16="http://schemas.microsoft.com/office/drawing/2014/main" id="{4B63B2AA-AD7D-4206-AB24-8D005AC5273B}"/>
                  </a:ext>
                </a:extLst>
              </p:cNvPr>
              <p:cNvSpPr/>
              <p:nvPr/>
            </p:nvSpPr>
            <p:spPr>
              <a:xfrm>
                <a:off x="1297214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428" name="Rectangle 5427">
                <a:extLst>
                  <a:ext uri="{FF2B5EF4-FFF2-40B4-BE49-F238E27FC236}">
                    <a16:creationId xmlns:a16="http://schemas.microsoft.com/office/drawing/2014/main" id="{AA6F6B95-5E2C-4B16-9D85-A798791032F6}"/>
                  </a:ext>
                </a:extLst>
              </p:cNvPr>
              <p:cNvSpPr/>
              <p:nvPr/>
            </p:nvSpPr>
            <p:spPr>
              <a:xfrm>
                <a:off x="757466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429" name="Rectangle 5428">
                <a:extLst>
                  <a:ext uri="{FF2B5EF4-FFF2-40B4-BE49-F238E27FC236}">
                    <a16:creationId xmlns:a16="http://schemas.microsoft.com/office/drawing/2014/main" id="{F2D828FA-E322-4A76-B5BA-9F0DD3C3E38E}"/>
                  </a:ext>
                </a:extLst>
              </p:cNvPr>
              <p:cNvSpPr/>
              <p:nvPr/>
            </p:nvSpPr>
            <p:spPr>
              <a:xfrm>
                <a:off x="577550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430" name="Rectangle 5429">
                <a:extLst>
                  <a:ext uri="{FF2B5EF4-FFF2-40B4-BE49-F238E27FC236}">
                    <a16:creationId xmlns:a16="http://schemas.microsoft.com/office/drawing/2014/main" id="{E9E8AA24-7BE4-48CC-9651-A0C0BDCA86BB}"/>
                  </a:ext>
                </a:extLst>
              </p:cNvPr>
              <p:cNvSpPr/>
              <p:nvPr/>
            </p:nvSpPr>
            <p:spPr>
              <a:xfrm>
                <a:off x="937382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431" name="Rectangle 5430">
                <a:extLst>
                  <a:ext uri="{FF2B5EF4-FFF2-40B4-BE49-F238E27FC236}">
                    <a16:creationId xmlns:a16="http://schemas.microsoft.com/office/drawing/2014/main" id="{5AD14553-DFCB-41AC-914D-8BC53D83B4DB}"/>
                  </a:ext>
                </a:extLst>
              </p:cNvPr>
              <p:cNvSpPr/>
              <p:nvPr/>
            </p:nvSpPr>
            <p:spPr>
              <a:xfrm>
                <a:off x="1117214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432" name="Rectangle 5431">
                <a:extLst>
                  <a:ext uri="{FF2B5EF4-FFF2-40B4-BE49-F238E27FC236}">
                    <a16:creationId xmlns:a16="http://schemas.microsoft.com/office/drawing/2014/main" id="{A316032A-87F0-4502-BC7E-864A70483D67}"/>
                  </a:ext>
                </a:extLst>
              </p:cNvPr>
              <p:cNvSpPr/>
              <p:nvPr/>
            </p:nvSpPr>
            <p:spPr>
              <a:xfrm>
                <a:off x="1297130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433" name="Rectangle 5432">
                <a:extLst>
                  <a:ext uri="{FF2B5EF4-FFF2-40B4-BE49-F238E27FC236}">
                    <a16:creationId xmlns:a16="http://schemas.microsoft.com/office/drawing/2014/main" id="{8B04A37E-8D97-4B1D-948B-D23E208A7C8F}"/>
                  </a:ext>
                </a:extLst>
              </p:cNvPr>
              <p:cNvSpPr/>
              <p:nvPr/>
            </p:nvSpPr>
            <p:spPr>
              <a:xfrm>
                <a:off x="757382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434" name="Rectangle 5433">
                <a:extLst>
                  <a:ext uri="{FF2B5EF4-FFF2-40B4-BE49-F238E27FC236}">
                    <a16:creationId xmlns:a16="http://schemas.microsoft.com/office/drawing/2014/main" id="{4E2AC16B-51E1-41D7-850D-089913FA0710}"/>
                  </a:ext>
                </a:extLst>
              </p:cNvPr>
              <p:cNvSpPr/>
              <p:nvPr/>
            </p:nvSpPr>
            <p:spPr>
              <a:xfrm>
                <a:off x="577466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435" name="Rectangle 5434">
                <a:extLst>
                  <a:ext uri="{FF2B5EF4-FFF2-40B4-BE49-F238E27FC236}">
                    <a16:creationId xmlns:a16="http://schemas.microsoft.com/office/drawing/2014/main" id="{ABD2CAC0-2F5A-43BF-9285-075F799C766E}"/>
                  </a:ext>
                </a:extLst>
              </p:cNvPr>
              <p:cNvSpPr/>
              <p:nvPr/>
            </p:nvSpPr>
            <p:spPr>
              <a:xfrm>
                <a:off x="937298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436" name="Rectangle 5435">
                <a:extLst>
                  <a:ext uri="{FF2B5EF4-FFF2-40B4-BE49-F238E27FC236}">
                    <a16:creationId xmlns:a16="http://schemas.microsoft.com/office/drawing/2014/main" id="{999CE40A-43D1-483F-B106-A1856CAA9F04}"/>
                  </a:ext>
                </a:extLst>
              </p:cNvPr>
              <p:cNvSpPr/>
              <p:nvPr/>
            </p:nvSpPr>
            <p:spPr>
              <a:xfrm>
                <a:off x="1117130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437" name="Rectangle 5436">
                <a:extLst>
                  <a:ext uri="{FF2B5EF4-FFF2-40B4-BE49-F238E27FC236}">
                    <a16:creationId xmlns:a16="http://schemas.microsoft.com/office/drawing/2014/main" id="{C0F37D39-5B1E-4FAC-B92D-81898ED4650F}"/>
                  </a:ext>
                </a:extLst>
              </p:cNvPr>
              <p:cNvSpPr/>
              <p:nvPr/>
            </p:nvSpPr>
            <p:spPr>
              <a:xfrm>
                <a:off x="1297046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438" name="Rectangle 5437">
                <a:extLst>
                  <a:ext uri="{FF2B5EF4-FFF2-40B4-BE49-F238E27FC236}">
                    <a16:creationId xmlns:a16="http://schemas.microsoft.com/office/drawing/2014/main" id="{9484DA9C-513E-45E5-8E6A-11E52AC4CEC4}"/>
                  </a:ext>
                </a:extLst>
              </p:cNvPr>
              <p:cNvSpPr/>
              <p:nvPr/>
            </p:nvSpPr>
            <p:spPr>
              <a:xfrm>
                <a:off x="577340" y="167393"/>
                <a:ext cx="900000" cy="974051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3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</p:grpSp>
        <p:grpSp>
          <p:nvGrpSpPr>
            <p:cNvPr id="5116" name="Groupe 5115"/>
            <p:cNvGrpSpPr/>
            <p:nvPr userDrawn="1"/>
          </p:nvGrpSpPr>
          <p:grpSpPr>
            <a:xfrm>
              <a:off x="1476794" y="121922"/>
              <a:ext cx="900000" cy="975016"/>
              <a:chOff x="577340" y="166428"/>
              <a:chExt cx="900000" cy="975016"/>
            </a:xfrm>
          </p:grpSpPr>
          <p:sp>
            <p:nvSpPr>
              <p:cNvPr id="5387" name="Rectangle 5386">
                <a:extLst>
                  <a:ext uri="{FF2B5EF4-FFF2-40B4-BE49-F238E27FC236}">
                    <a16:creationId xmlns:a16="http://schemas.microsoft.com/office/drawing/2014/main" id="{2072BB47-84CB-47FD-8A25-43491CA83C8F}"/>
                  </a:ext>
                </a:extLst>
              </p:cNvPr>
              <p:cNvSpPr/>
              <p:nvPr/>
            </p:nvSpPr>
            <p:spPr>
              <a:xfrm>
                <a:off x="757550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388" name="Rectangle 5387">
                <a:extLst>
                  <a:ext uri="{FF2B5EF4-FFF2-40B4-BE49-F238E27FC236}">
                    <a16:creationId xmlns:a16="http://schemas.microsoft.com/office/drawing/2014/main" id="{FD392A82-503D-4B66-9AF9-9E65B8C12603}"/>
                  </a:ext>
                </a:extLst>
              </p:cNvPr>
              <p:cNvSpPr/>
              <p:nvPr/>
            </p:nvSpPr>
            <p:spPr>
              <a:xfrm>
                <a:off x="577634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389" name="Rectangle 5388">
                <a:extLst>
                  <a:ext uri="{FF2B5EF4-FFF2-40B4-BE49-F238E27FC236}">
                    <a16:creationId xmlns:a16="http://schemas.microsoft.com/office/drawing/2014/main" id="{E8131C02-69AB-405B-82D1-978E3C621405}"/>
                  </a:ext>
                </a:extLst>
              </p:cNvPr>
              <p:cNvSpPr/>
              <p:nvPr/>
            </p:nvSpPr>
            <p:spPr>
              <a:xfrm>
                <a:off x="937466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390" name="Rectangle 5389">
                <a:extLst>
                  <a:ext uri="{FF2B5EF4-FFF2-40B4-BE49-F238E27FC236}">
                    <a16:creationId xmlns:a16="http://schemas.microsoft.com/office/drawing/2014/main" id="{F369E73F-6F1E-4CCA-9F58-1EF6C7EB008B}"/>
                  </a:ext>
                </a:extLst>
              </p:cNvPr>
              <p:cNvSpPr/>
              <p:nvPr/>
            </p:nvSpPr>
            <p:spPr>
              <a:xfrm>
                <a:off x="1117298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391" name="Rectangle 5390">
                <a:extLst>
                  <a:ext uri="{FF2B5EF4-FFF2-40B4-BE49-F238E27FC236}">
                    <a16:creationId xmlns:a16="http://schemas.microsoft.com/office/drawing/2014/main" id="{E4D8B003-AF02-4D34-8F85-57B55CDD3871}"/>
                  </a:ext>
                </a:extLst>
              </p:cNvPr>
              <p:cNvSpPr/>
              <p:nvPr/>
            </p:nvSpPr>
            <p:spPr>
              <a:xfrm>
                <a:off x="1297214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392" name="Rectangle 5391">
                <a:extLst>
                  <a:ext uri="{FF2B5EF4-FFF2-40B4-BE49-F238E27FC236}">
                    <a16:creationId xmlns:a16="http://schemas.microsoft.com/office/drawing/2014/main" id="{14BBDF8A-4682-45D3-ABAD-64B00A4ED731}"/>
                  </a:ext>
                </a:extLst>
              </p:cNvPr>
              <p:cNvSpPr/>
              <p:nvPr/>
            </p:nvSpPr>
            <p:spPr>
              <a:xfrm>
                <a:off x="757466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393" name="Rectangle 5392">
                <a:extLst>
                  <a:ext uri="{FF2B5EF4-FFF2-40B4-BE49-F238E27FC236}">
                    <a16:creationId xmlns:a16="http://schemas.microsoft.com/office/drawing/2014/main" id="{C13E0C4B-1D4F-471E-A5AD-E4BC58BB3024}"/>
                  </a:ext>
                </a:extLst>
              </p:cNvPr>
              <p:cNvSpPr/>
              <p:nvPr/>
            </p:nvSpPr>
            <p:spPr>
              <a:xfrm>
                <a:off x="577550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394" name="Rectangle 5393">
                <a:extLst>
                  <a:ext uri="{FF2B5EF4-FFF2-40B4-BE49-F238E27FC236}">
                    <a16:creationId xmlns:a16="http://schemas.microsoft.com/office/drawing/2014/main" id="{1E8CE2AB-2430-43FD-88E9-634F132AAB31}"/>
                  </a:ext>
                </a:extLst>
              </p:cNvPr>
              <p:cNvSpPr/>
              <p:nvPr/>
            </p:nvSpPr>
            <p:spPr>
              <a:xfrm>
                <a:off x="937382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395" name="Rectangle 5394">
                <a:extLst>
                  <a:ext uri="{FF2B5EF4-FFF2-40B4-BE49-F238E27FC236}">
                    <a16:creationId xmlns:a16="http://schemas.microsoft.com/office/drawing/2014/main" id="{9E64BB36-121D-45B5-AE9E-04F22BB2C216}"/>
                  </a:ext>
                </a:extLst>
              </p:cNvPr>
              <p:cNvSpPr/>
              <p:nvPr/>
            </p:nvSpPr>
            <p:spPr>
              <a:xfrm>
                <a:off x="1117214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396" name="Rectangle 5395">
                <a:extLst>
                  <a:ext uri="{FF2B5EF4-FFF2-40B4-BE49-F238E27FC236}">
                    <a16:creationId xmlns:a16="http://schemas.microsoft.com/office/drawing/2014/main" id="{13321878-5F07-4A14-B23A-57FA538E97B3}"/>
                  </a:ext>
                </a:extLst>
              </p:cNvPr>
              <p:cNvSpPr/>
              <p:nvPr/>
            </p:nvSpPr>
            <p:spPr>
              <a:xfrm>
                <a:off x="1297130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397" name="Rectangle 5396">
                <a:extLst>
                  <a:ext uri="{FF2B5EF4-FFF2-40B4-BE49-F238E27FC236}">
                    <a16:creationId xmlns:a16="http://schemas.microsoft.com/office/drawing/2014/main" id="{3E8B26BB-C162-4CAF-8919-EF4839B4A043}"/>
                  </a:ext>
                </a:extLst>
              </p:cNvPr>
              <p:cNvSpPr/>
              <p:nvPr/>
            </p:nvSpPr>
            <p:spPr>
              <a:xfrm>
                <a:off x="757550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398" name="Rectangle 5397">
                <a:extLst>
                  <a:ext uri="{FF2B5EF4-FFF2-40B4-BE49-F238E27FC236}">
                    <a16:creationId xmlns:a16="http://schemas.microsoft.com/office/drawing/2014/main" id="{C8C38007-7AE0-49F4-AA4F-ED66905690A4}"/>
                  </a:ext>
                </a:extLst>
              </p:cNvPr>
              <p:cNvSpPr/>
              <p:nvPr/>
            </p:nvSpPr>
            <p:spPr>
              <a:xfrm>
                <a:off x="577634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399" name="Rectangle 5398">
                <a:extLst>
                  <a:ext uri="{FF2B5EF4-FFF2-40B4-BE49-F238E27FC236}">
                    <a16:creationId xmlns:a16="http://schemas.microsoft.com/office/drawing/2014/main" id="{5A8361CA-680F-45F3-A21C-8BEEE02F34C3}"/>
                  </a:ext>
                </a:extLst>
              </p:cNvPr>
              <p:cNvSpPr/>
              <p:nvPr/>
            </p:nvSpPr>
            <p:spPr>
              <a:xfrm>
                <a:off x="937466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400" name="Rectangle 5399">
                <a:extLst>
                  <a:ext uri="{FF2B5EF4-FFF2-40B4-BE49-F238E27FC236}">
                    <a16:creationId xmlns:a16="http://schemas.microsoft.com/office/drawing/2014/main" id="{3C722730-A2DD-4CBE-B807-91549D72388A}"/>
                  </a:ext>
                </a:extLst>
              </p:cNvPr>
              <p:cNvSpPr/>
              <p:nvPr/>
            </p:nvSpPr>
            <p:spPr>
              <a:xfrm>
                <a:off x="1117298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401" name="Rectangle 5400">
                <a:extLst>
                  <a:ext uri="{FF2B5EF4-FFF2-40B4-BE49-F238E27FC236}">
                    <a16:creationId xmlns:a16="http://schemas.microsoft.com/office/drawing/2014/main" id="{4B63B2AA-AD7D-4206-AB24-8D005AC5273B}"/>
                  </a:ext>
                </a:extLst>
              </p:cNvPr>
              <p:cNvSpPr/>
              <p:nvPr/>
            </p:nvSpPr>
            <p:spPr>
              <a:xfrm>
                <a:off x="1297214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402" name="Rectangle 5401">
                <a:extLst>
                  <a:ext uri="{FF2B5EF4-FFF2-40B4-BE49-F238E27FC236}">
                    <a16:creationId xmlns:a16="http://schemas.microsoft.com/office/drawing/2014/main" id="{AA6F6B95-5E2C-4B16-9D85-A798791032F6}"/>
                  </a:ext>
                </a:extLst>
              </p:cNvPr>
              <p:cNvSpPr/>
              <p:nvPr/>
            </p:nvSpPr>
            <p:spPr>
              <a:xfrm>
                <a:off x="757466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403" name="Rectangle 5402">
                <a:extLst>
                  <a:ext uri="{FF2B5EF4-FFF2-40B4-BE49-F238E27FC236}">
                    <a16:creationId xmlns:a16="http://schemas.microsoft.com/office/drawing/2014/main" id="{F2D828FA-E322-4A76-B5BA-9F0DD3C3E38E}"/>
                  </a:ext>
                </a:extLst>
              </p:cNvPr>
              <p:cNvSpPr/>
              <p:nvPr/>
            </p:nvSpPr>
            <p:spPr>
              <a:xfrm>
                <a:off x="577550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404" name="Rectangle 5403">
                <a:extLst>
                  <a:ext uri="{FF2B5EF4-FFF2-40B4-BE49-F238E27FC236}">
                    <a16:creationId xmlns:a16="http://schemas.microsoft.com/office/drawing/2014/main" id="{E9E8AA24-7BE4-48CC-9651-A0C0BDCA86BB}"/>
                  </a:ext>
                </a:extLst>
              </p:cNvPr>
              <p:cNvSpPr/>
              <p:nvPr/>
            </p:nvSpPr>
            <p:spPr>
              <a:xfrm>
                <a:off x="937382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405" name="Rectangle 5404">
                <a:extLst>
                  <a:ext uri="{FF2B5EF4-FFF2-40B4-BE49-F238E27FC236}">
                    <a16:creationId xmlns:a16="http://schemas.microsoft.com/office/drawing/2014/main" id="{5AD14553-DFCB-41AC-914D-8BC53D83B4DB}"/>
                  </a:ext>
                </a:extLst>
              </p:cNvPr>
              <p:cNvSpPr/>
              <p:nvPr/>
            </p:nvSpPr>
            <p:spPr>
              <a:xfrm>
                <a:off x="1117214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406" name="Rectangle 5405">
                <a:extLst>
                  <a:ext uri="{FF2B5EF4-FFF2-40B4-BE49-F238E27FC236}">
                    <a16:creationId xmlns:a16="http://schemas.microsoft.com/office/drawing/2014/main" id="{A316032A-87F0-4502-BC7E-864A70483D67}"/>
                  </a:ext>
                </a:extLst>
              </p:cNvPr>
              <p:cNvSpPr/>
              <p:nvPr/>
            </p:nvSpPr>
            <p:spPr>
              <a:xfrm>
                <a:off x="1297130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407" name="Rectangle 5406">
                <a:extLst>
                  <a:ext uri="{FF2B5EF4-FFF2-40B4-BE49-F238E27FC236}">
                    <a16:creationId xmlns:a16="http://schemas.microsoft.com/office/drawing/2014/main" id="{8B04A37E-8D97-4B1D-948B-D23E208A7C8F}"/>
                  </a:ext>
                </a:extLst>
              </p:cNvPr>
              <p:cNvSpPr/>
              <p:nvPr/>
            </p:nvSpPr>
            <p:spPr>
              <a:xfrm>
                <a:off x="757382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408" name="Rectangle 5407">
                <a:extLst>
                  <a:ext uri="{FF2B5EF4-FFF2-40B4-BE49-F238E27FC236}">
                    <a16:creationId xmlns:a16="http://schemas.microsoft.com/office/drawing/2014/main" id="{4E2AC16B-51E1-41D7-850D-089913FA0710}"/>
                  </a:ext>
                </a:extLst>
              </p:cNvPr>
              <p:cNvSpPr/>
              <p:nvPr/>
            </p:nvSpPr>
            <p:spPr>
              <a:xfrm>
                <a:off x="577466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409" name="Rectangle 5408">
                <a:extLst>
                  <a:ext uri="{FF2B5EF4-FFF2-40B4-BE49-F238E27FC236}">
                    <a16:creationId xmlns:a16="http://schemas.microsoft.com/office/drawing/2014/main" id="{ABD2CAC0-2F5A-43BF-9285-075F799C766E}"/>
                  </a:ext>
                </a:extLst>
              </p:cNvPr>
              <p:cNvSpPr/>
              <p:nvPr/>
            </p:nvSpPr>
            <p:spPr>
              <a:xfrm>
                <a:off x="937298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410" name="Rectangle 5409">
                <a:extLst>
                  <a:ext uri="{FF2B5EF4-FFF2-40B4-BE49-F238E27FC236}">
                    <a16:creationId xmlns:a16="http://schemas.microsoft.com/office/drawing/2014/main" id="{999CE40A-43D1-483F-B106-A1856CAA9F04}"/>
                  </a:ext>
                </a:extLst>
              </p:cNvPr>
              <p:cNvSpPr/>
              <p:nvPr/>
            </p:nvSpPr>
            <p:spPr>
              <a:xfrm>
                <a:off x="1117130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411" name="Rectangle 5410">
                <a:extLst>
                  <a:ext uri="{FF2B5EF4-FFF2-40B4-BE49-F238E27FC236}">
                    <a16:creationId xmlns:a16="http://schemas.microsoft.com/office/drawing/2014/main" id="{C0F37D39-5B1E-4FAC-B92D-81898ED4650F}"/>
                  </a:ext>
                </a:extLst>
              </p:cNvPr>
              <p:cNvSpPr/>
              <p:nvPr/>
            </p:nvSpPr>
            <p:spPr>
              <a:xfrm>
                <a:off x="1297046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412" name="Rectangle 5411">
                <a:extLst>
                  <a:ext uri="{FF2B5EF4-FFF2-40B4-BE49-F238E27FC236}">
                    <a16:creationId xmlns:a16="http://schemas.microsoft.com/office/drawing/2014/main" id="{9484DA9C-513E-45E5-8E6A-11E52AC4CEC4}"/>
                  </a:ext>
                </a:extLst>
              </p:cNvPr>
              <p:cNvSpPr/>
              <p:nvPr/>
            </p:nvSpPr>
            <p:spPr>
              <a:xfrm>
                <a:off x="577340" y="167393"/>
                <a:ext cx="900000" cy="974051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3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</p:grpSp>
        <p:grpSp>
          <p:nvGrpSpPr>
            <p:cNvPr id="5117" name="Groupe 5116"/>
            <p:cNvGrpSpPr/>
            <p:nvPr userDrawn="1"/>
          </p:nvGrpSpPr>
          <p:grpSpPr>
            <a:xfrm>
              <a:off x="2376164" y="121922"/>
              <a:ext cx="900000" cy="975016"/>
              <a:chOff x="577340" y="166428"/>
              <a:chExt cx="900000" cy="975016"/>
            </a:xfrm>
          </p:grpSpPr>
          <p:sp>
            <p:nvSpPr>
              <p:cNvPr id="5361" name="Rectangle 5360">
                <a:extLst>
                  <a:ext uri="{FF2B5EF4-FFF2-40B4-BE49-F238E27FC236}">
                    <a16:creationId xmlns:a16="http://schemas.microsoft.com/office/drawing/2014/main" id="{2072BB47-84CB-47FD-8A25-43491CA83C8F}"/>
                  </a:ext>
                </a:extLst>
              </p:cNvPr>
              <p:cNvSpPr/>
              <p:nvPr/>
            </p:nvSpPr>
            <p:spPr>
              <a:xfrm>
                <a:off x="757550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362" name="Rectangle 5361">
                <a:extLst>
                  <a:ext uri="{FF2B5EF4-FFF2-40B4-BE49-F238E27FC236}">
                    <a16:creationId xmlns:a16="http://schemas.microsoft.com/office/drawing/2014/main" id="{FD392A82-503D-4B66-9AF9-9E65B8C12603}"/>
                  </a:ext>
                </a:extLst>
              </p:cNvPr>
              <p:cNvSpPr/>
              <p:nvPr/>
            </p:nvSpPr>
            <p:spPr>
              <a:xfrm>
                <a:off x="577634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363" name="Rectangle 5362">
                <a:extLst>
                  <a:ext uri="{FF2B5EF4-FFF2-40B4-BE49-F238E27FC236}">
                    <a16:creationId xmlns:a16="http://schemas.microsoft.com/office/drawing/2014/main" id="{E8131C02-69AB-405B-82D1-978E3C621405}"/>
                  </a:ext>
                </a:extLst>
              </p:cNvPr>
              <p:cNvSpPr/>
              <p:nvPr/>
            </p:nvSpPr>
            <p:spPr>
              <a:xfrm>
                <a:off x="937466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364" name="Rectangle 5363">
                <a:extLst>
                  <a:ext uri="{FF2B5EF4-FFF2-40B4-BE49-F238E27FC236}">
                    <a16:creationId xmlns:a16="http://schemas.microsoft.com/office/drawing/2014/main" id="{F369E73F-6F1E-4CCA-9F58-1EF6C7EB008B}"/>
                  </a:ext>
                </a:extLst>
              </p:cNvPr>
              <p:cNvSpPr/>
              <p:nvPr/>
            </p:nvSpPr>
            <p:spPr>
              <a:xfrm>
                <a:off x="1117298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365" name="Rectangle 5364">
                <a:extLst>
                  <a:ext uri="{FF2B5EF4-FFF2-40B4-BE49-F238E27FC236}">
                    <a16:creationId xmlns:a16="http://schemas.microsoft.com/office/drawing/2014/main" id="{E4D8B003-AF02-4D34-8F85-57B55CDD3871}"/>
                  </a:ext>
                </a:extLst>
              </p:cNvPr>
              <p:cNvSpPr/>
              <p:nvPr/>
            </p:nvSpPr>
            <p:spPr>
              <a:xfrm>
                <a:off x="1297214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366" name="Rectangle 5365">
                <a:extLst>
                  <a:ext uri="{FF2B5EF4-FFF2-40B4-BE49-F238E27FC236}">
                    <a16:creationId xmlns:a16="http://schemas.microsoft.com/office/drawing/2014/main" id="{14BBDF8A-4682-45D3-ABAD-64B00A4ED731}"/>
                  </a:ext>
                </a:extLst>
              </p:cNvPr>
              <p:cNvSpPr/>
              <p:nvPr/>
            </p:nvSpPr>
            <p:spPr>
              <a:xfrm>
                <a:off x="757466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367" name="Rectangle 5366">
                <a:extLst>
                  <a:ext uri="{FF2B5EF4-FFF2-40B4-BE49-F238E27FC236}">
                    <a16:creationId xmlns:a16="http://schemas.microsoft.com/office/drawing/2014/main" id="{C13E0C4B-1D4F-471E-A5AD-E4BC58BB3024}"/>
                  </a:ext>
                </a:extLst>
              </p:cNvPr>
              <p:cNvSpPr/>
              <p:nvPr/>
            </p:nvSpPr>
            <p:spPr>
              <a:xfrm>
                <a:off x="577550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368" name="Rectangle 5367">
                <a:extLst>
                  <a:ext uri="{FF2B5EF4-FFF2-40B4-BE49-F238E27FC236}">
                    <a16:creationId xmlns:a16="http://schemas.microsoft.com/office/drawing/2014/main" id="{1E8CE2AB-2430-43FD-88E9-634F132AAB31}"/>
                  </a:ext>
                </a:extLst>
              </p:cNvPr>
              <p:cNvSpPr/>
              <p:nvPr/>
            </p:nvSpPr>
            <p:spPr>
              <a:xfrm>
                <a:off x="937382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369" name="Rectangle 5368">
                <a:extLst>
                  <a:ext uri="{FF2B5EF4-FFF2-40B4-BE49-F238E27FC236}">
                    <a16:creationId xmlns:a16="http://schemas.microsoft.com/office/drawing/2014/main" id="{9E64BB36-121D-45B5-AE9E-04F22BB2C216}"/>
                  </a:ext>
                </a:extLst>
              </p:cNvPr>
              <p:cNvSpPr/>
              <p:nvPr/>
            </p:nvSpPr>
            <p:spPr>
              <a:xfrm>
                <a:off x="1117214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370" name="Rectangle 5369">
                <a:extLst>
                  <a:ext uri="{FF2B5EF4-FFF2-40B4-BE49-F238E27FC236}">
                    <a16:creationId xmlns:a16="http://schemas.microsoft.com/office/drawing/2014/main" id="{13321878-5F07-4A14-B23A-57FA538E97B3}"/>
                  </a:ext>
                </a:extLst>
              </p:cNvPr>
              <p:cNvSpPr/>
              <p:nvPr/>
            </p:nvSpPr>
            <p:spPr>
              <a:xfrm>
                <a:off x="1297130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371" name="Rectangle 5370">
                <a:extLst>
                  <a:ext uri="{FF2B5EF4-FFF2-40B4-BE49-F238E27FC236}">
                    <a16:creationId xmlns:a16="http://schemas.microsoft.com/office/drawing/2014/main" id="{3E8B26BB-C162-4CAF-8919-EF4839B4A043}"/>
                  </a:ext>
                </a:extLst>
              </p:cNvPr>
              <p:cNvSpPr/>
              <p:nvPr/>
            </p:nvSpPr>
            <p:spPr>
              <a:xfrm>
                <a:off x="757550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372" name="Rectangle 5371">
                <a:extLst>
                  <a:ext uri="{FF2B5EF4-FFF2-40B4-BE49-F238E27FC236}">
                    <a16:creationId xmlns:a16="http://schemas.microsoft.com/office/drawing/2014/main" id="{C8C38007-7AE0-49F4-AA4F-ED66905690A4}"/>
                  </a:ext>
                </a:extLst>
              </p:cNvPr>
              <p:cNvSpPr/>
              <p:nvPr/>
            </p:nvSpPr>
            <p:spPr>
              <a:xfrm>
                <a:off x="577634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373" name="Rectangle 5372">
                <a:extLst>
                  <a:ext uri="{FF2B5EF4-FFF2-40B4-BE49-F238E27FC236}">
                    <a16:creationId xmlns:a16="http://schemas.microsoft.com/office/drawing/2014/main" id="{5A8361CA-680F-45F3-A21C-8BEEE02F34C3}"/>
                  </a:ext>
                </a:extLst>
              </p:cNvPr>
              <p:cNvSpPr/>
              <p:nvPr/>
            </p:nvSpPr>
            <p:spPr>
              <a:xfrm>
                <a:off x="937466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374" name="Rectangle 5373">
                <a:extLst>
                  <a:ext uri="{FF2B5EF4-FFF2-40B4-BE49-F238E27FC236}">
                    <a16:creationId xmlns:a16="http://schemas.microsoft.com/office/drawing/2014/main" id="{3C722730-A2DD-4CBE-B807-91549D72388A}"/>
                  </a:ext>
                </a:extLst>
              </p:cNvPr>
              <p:cNvSpPr/>
              <p:nvPr/>
            </p:nvSpPr>
            <p:spPr>
              <a:xfrm>
                <a:off x="1117298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375" name="Rectangle 5374">
                <a:extLst>
                  <a:ext uri="{FF2B5EF4-FFF2-40B4-BE49-F238E27FC236}">
                    <a16:creationId xmlns:a16="http://schemas.microsoft.com/office/drawing/2014/main" id="{4B63B2AA-AD7D-4206-AB24-8D005AC5273B}"/>
                  </a:ext>
                </a:extLst>
              </p:cNvPr>
              <p:cNvSpPr/>
              <p:nvPr/>
            </p:nvSpPr>
            <p:spPr>
              <a:xfrm>
                <a:off x="1297214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376" name="Rectangle 5375">
                <a:extLst>
                  <a:ext uri="{FF2B5EF4-FFF2-40B4-BE49-F238E27FC236}">
                    <a16:creationId xmlns:a16="http://schemas.microsoft.com/office/drawing/2014/main" id="{AA6F6B95-5E2C-4B16-9D85-A798791032F6}"/>
                  </a:ext>
                </a:extLst>
              </p:cNvPr>
              <p:cNvSpPr/>
              <p:nvPr/>
            </p:nvSpPr>
            <p:spPr>
              <a:xfrm>
                <a:off x="757466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377" name="Rectangle 5376">
                <a:extLst>
                  <a:ext uri="{FF2B5EF4-FFF2-40B4-BE49-F238E27FC236}">
                    <a16:creationId xmlns:a16="http://schemas.microsoft.com/office/drawing/2014/main" id="{F2D828FA-E322-4A76-B5BA-9F0DD3C3E38E}"/>
                  </a:ext>
                </a:extLst>
              </p:cNvPr>
              <p:cNvSpPr/>
              <p:nvPr/>
            </p:nvSpPr>
            <p:spPr>
              <a:xfrm>
                <a:off x="577550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378" name="Rectangle 5377">
                <a:extLst>
                  <a:ext uri="{FF2B5EF4-FFF2-40B4-BE49-F238E27FC236}">
                    <a16:creationId xmlns:a16="http://schemas.microsoft.com/office/drawing/2014/main" id="{E9E8AA24-7BE4-48CC-9651-A0C0BDCA86BB}"/>
                  </a:ext>
                </a:extLst>
              </p:cNvPr>
              <p:cNvSpPr/>
              <p:nvPr/>
            </p:nvSpPr>
            <p:spPr>
              <a:xfrm>
                <a:off x="937382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379" name="Rectangle 5378">
                <a:extLst>
                  <a:ext uri="{FF2B5EF4-FFF2-40B4-BE49-F238E27FC236}">
                    <a16:creationId xmlns:a16="http://schemas.microsoft.com/office/drawing/2014/main" id="{5AD14553-DFCB-41AC-914D-8BC53D83B4DB}"/>
                  </a:ext>
                </a:extLst>
              </p:cNvPr>
              <p:cNvSpPr/>
              <p:nvPr/>
            </p:nvSpPr>
            <p:spPr>
              <a:xfrm>
                <a:off x="1117214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380" name="Rectangle 5379">
                <a:extLst>
                  <a:ext uri="{FF2B5EF4-FFF2-40B4-BE49-F238E27FC236}">
                    <a16:creationId xmlns:a16="http://schemas.microsoft.com/office/drawing/2014/main" id="{A316032A-87F0-4502-BC7E-864A70483D67}"/>
                  </a:ext>
                </a:extLst>
              </p:cNvPr>
              <p:cNvSpPr/>
              <p:nvPr/>
            </p:nvSpPr>
            <p:spPr>
              <a:xfrm>
                <a:off x="1297130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381" name="Rectangle 5380">
                <a:extLst>
                  <a:ext uri="{FF2B5EF4-FFF2-40B4-BE49-F238E27FC236}">
                    <a16:creationId xmlns:a16="http://schemas.microsoft.com/office/drawing/2014/main" id="{8B04A37E-8D97-4B1D-948B-D23E208A7C8F}"/>
                  </a:ext>
                </a:extLst>
              </p:cNvPr>
              <p:cNvSpPr/>
              <p:nvPr/>
            </p:nvSpPr>
            <p:spPr>
              <a:xfrm>
                <a:off x="757382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382" name="Rectangle 5381">
                <a:extLst>
                  <a:ext uri="{FF2B5EF4-FFF2-40B4-BE49-F238E27FC236}">
                    <a16:creationId xmlns:a16="http://schemas.microsoft.com/office/drawing/2014/main" id="{4E2AC16B-51E1-41D7-850D-089913FA0710}"/>
                  </a:ext>
                </a:extLst>
              </p:cNvPr>
              <p:cNvSpPr/>
              <p:nvPr/>
            </p:nvSpPr>
            <p:spPr>
              <a:xfrm>
                <a:off x="577466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383" name="Rectangle 5382">
                <a:extLst>
                  <a:ext uri="{FF2B5EF4-FFF2-40B4-BE49-F238E27FC236}">
                    <a16:creationId xmlns:a16="http://schemas.microsoft.com/office/drawing/2014/main" id="{ABD2CAC0-2F5A-43BF-9285-075F799C766E}"/>
                  </a:ext>
                </a:extLst>
              </p:cNvPr>
              <p:cNvSpPr/>
              <p:nvPr/>
            </p:nvSpPr>
            <p:spPr>
              <a:xfrm>
                <a:off x="937298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384" name="Rectangle 5383">
                <a:extLst>
                  <a:ext uri="{FF2B5EF4-FFF2-40B4-BE49-F238E27FC236}">
                    <a16:creationId xmlns:a16="http://schemas.microsoft.com/office/drawing/2014/main" id="{999CE40A-43D1-483F-B106-A1856CAA9F04}"/>
                  </a:ext>
                </a:extLst>
              </p:cNvPr>
              <p:cNvSpPr/>
              <p:nvPr/>
            </p:nvSpPr>
            <p:spPr>
              <a:xfrm>
                <a:off x="1117130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385" name="Rectangle 5384">
                <a:extLst>
                  <a:ext uri="{FF2B5EF4-FFF2-40B4-BE49-F238E27FC236}">
                    <a16:creationId xmlns:a16="http://schemas.microsoft.com/office/drawing/2014/main" id="{C0F37D39-5B1E-4FAC-B92D-81898ED4650F}"/>
                  </a:ext>
                </a:extLst>
              </p:cNvPr>
              <p:cNvSpPr/>
              <p:nvPr/>
            </p:nvSpPr>
            <p:spPr>
              <a:xfrm>
                <a:off x="1297046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386" name="Rectangle 5385">
                <a:extLst>
                  <a:ext uri="{FF2B5EF4-FFF2-40B4-BE49-F238E27FC236}">
                    <a16:creationId xmlns:a16="http://schemas.microsoft.com/office/drawing/2014/main" id="{9484DA9C-513E-45E5-8E6A-11E52AC4CEC4}"/>
                  </a:ext>
                </a:extLst>
              </p:cNvPr>
              <p:cNvSpPr/>
              <p:nvPr/>
            </p:nvSpPr>
            <p:spPr>
              <a:xfrm>
                <a:off x="577340" y="167393"/>
                <a:ext cx="900000" cy="974051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3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</p:grpSp>
        <p:grpSp>
          <p:nvGrpSpPr>
            <p:cNvPr id="5118" name="Groupe 5117"/>
            <p:cNvGrpSpPr/>
            <p:nvPr userDrawn="1"/>
          </p:nvGrpSpPr>
          <p:grpSpPr>
            <a:xfrm>
              <a:off x="3275618" y="120959"/>
              <a:ext cx="900000" cy="975016"/>
              <a:chOff x="577340" y="166428"/>
              <a:chExt cx="900000" cy="975016"/>
            </a:xfrm>
          </p:grpSpPr>
          <p:sp>
            <p:nvSpPr>
              <p:cNvPr id="5335" name="Rectangle 5334">
                <a:extLst>
                  <a:ext uri="{FF2B5EF4-FFF2-40B4-BE49-F238E27FC236}">
                    <a16:creationId xmlns:a16="http://schemas.microsoft.com/office/drawing/2014/main" id="{2072BB47-84CB-47FD-8A25-43491CA83C8F}"/>
                  </a:ext>
                </a:extLst>
              </p:cNvPr>
              <p:cNvSpPr/>
              <p:nvPr/>
            </p:nvSpPr>
            <p:spPr>
              <a:xfrm>
                <a:off x="757550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336" name="Rectangle 5335">
                <a:extLst>
                  <a:ext uri="{FF2B5EF4-FFF2-40B4-BE49-F238E27FC236}">
                    <a16:creationId xmlns:a16="http://schemas.microsoft.com/office/drawing/2014/main" id="{FD392A82-503D-4B66-9AF9-9E65B8C12603}"/>
                  </a:ext>
                </a:extLst>
              </p:cNvPr>
              <p:cNvSpPr/>
              <p:nvPr/>
            </p:nvSpPr>
            <p:spPr>
              <a:xfrm>
                <a:off x="577634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337" name="Rectangle 5336">
                <a:extLst>
                  <a:ext uri="{FF2B5EF4-FFF2-40B4-BE49-F238E27FC236}">
                    <a16:creationId xmlns:a16="http://schemas.microsoft.com/office/drawing/2014/main" id="{E8131C02-69AB-405B-82D1-978E3C621405}"/>
                  </a:ext>
                </a:extLst>
              </p:cNvPr>
              <p:cNvSpPr/>
              <p:nvPr/>
            </p:nvSpPr>
            <p:spPr>
              <a:xfrm>
                <a:off x="937466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338" name="Rectangle 5337">
                <a:extLst>
                  <a:ext uri="{FF2B5EF4-FFF2-40B4-BE49-F238E27FC236}">
                    <a16:creationId xmlns:a16="http://schemas.microsoft.com/office/drawing/2014/main" id="{F369E73F-6F1E-4CCA-9F58-1EF6C7EB008B}"/>
                  </a:ext>
                </a:extLst>
              </p:cNvPr>
              <p:cNvSpPr/>
              <p:nvPr/>
            </p:nvSpPr>
            <p:spPr>
              <a:xfrm>
                <a:off x="1117298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339" name="Rectangle 5338">
                <a:extLst>
                  <a:ext uri="{FF2B5EF4-FFF2-40B4-BE49-F238E27FC236}">
                    <a16:creationId xmlns:a16="http://schemas.microsoft.com/office/drawing/2014/main" id="{E4D8B003-AF02-4D34-8F85-57B55CDD3871}"/>
                  </a:ext>
                </a:extLst>
              </p:cNvPr>
              <p:cNvSpPr/>
              <p:nvPr/>
            </p:nvSpPr>
            <p:spPr>
              <a:xfrm>
                <a:off x="1297214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340" name="Rectangle 5339">
                <a:extLst>
                  <a:ext uri="{FF2B5EF4-FFF2-40B4-BE49-F238E27FC236}">
                    <a16:creationId xmlns:a16="http://schemas.microsoft.com/office/drawing/2014/main" id="{14BBDF8A-4682-45D3-ABAD-64B00A4ED731}"/>
                  </a:ext>
                </a:extLst>
              </p:cNvPr>
              <p:cNvSpPr/>
              <p:nvPr/>
            </p:nvSpPr>
            <p:spPr>
              <a:xfrm>
                <a:off x="757466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341" name="Rectangle 5340">
                <a:extLst>
                  <a:ext uri="{FF2B5EF4-FFF2-40B4-BE49-F238E27FC236}">
                    <a16:creationId xmlns:a16="http://schemas.microsoft.com/office/drawing/2014/main" id="{C13E0C4B-1D4F-471E-A5AD-E4BC58BB3024}"/>
                  </a:ext>
                </a:extLst>
              </p:cNvPr>
              <p:cNvSpPr/>
              <p:nvPr/>
            </p:nvSpPr>
            <p:spPr>
              <a:xfrm>
                <a:off x="577550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342" name="Rectangle 5341">
                <a:extLst>
                  <a:ext uri="{FF2B5EF4-FFF2-40B4-BE49-F238E27FC236}">
                    <a16:creationId xmlns:a16="http://schemas.microsoft.com/office/drawing/2014/main" id="{1E8CE2AB-2430-43FD-88E9-634F132AAB31}"/>
                  </a:ext>
                </a:extLst>
              </p:cNvPr>
              <p:cNvSpPr/>
              <p:nvPr/>
            </p:nvSpPr>
            <p:spPr>
              <a:xfrm>
                <a:off x="937382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343" name="Rectangle 5342">
                <a:extLst>
                  <a:ext uri="{FF2B5EF4-FFF2-40B4-BE49-F238E27FC236}">
                    <a16:creationId xmlns:a16="http://schemas.microsoft.com/office/drawing/2014/main" id="{9E64BB36-121D-45B5-AE9E-04F22BB2C216}"/>
                  </a:ext>
                </a:extLst>
              </p:cNvPr>
              <p:cNvSpPr/>
              <p:nvPr/>
            </p:nvSpPr>
            <p:spPr>
              <a:xfrm>
                <a:off x="1117214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344" name="Rectangle 5343">
                <a:extLst>
                  <a:ext uri="{FF2B5EF4-FFF2-40B4-BE49-F238E27FC236}">
                    <a16:creationId xmlns:a16="http://schemas.microsoft.com/office/drawing/2014/main" id="{13321878-5F07-4A14-B23A-57FA538E97B3}"/>
                  </a:ext>
                </a:extLst>
              </p:cNvPr>
              <p:cNvSpPr/>
              <p:nvPr/>
            </p:nvSpPr>
            <p:spPr>
              <a:xfrm>
                <a:off x="1297130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345" name="Rectangle 5344">
                <a:extLst>
                  <a:ext uri="{FF2B5EF4-FFF2-40B4-BE49-F238E27FC236}">
                    <a16:creationId xmlns:a16="http://schemas.microsoft.com/office/drawing/2014/main" id="{3E8B26BB-C162-4CAF-8919-EF4839B4A043}"/>
                  </a:ext>
                </a:extLst>
              </p:cNvPr>
              <p:cNvSpPr/>
              <p:nvPr/>
            </p:nvSpPr>
            <p:spPr>
              <a:xfrm>
                <a:off x="757550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346" name="Rectangle 5345">
                <a:extLst>
                  <a:ext uri="{FF2B5EF4-FFF2-40B4-BE49-F238E27FC236}">
                    <a16:creationId xmlns:a16="http://schemas.microsoft.com/office/drawing/2014/main" id="{C8C38007-7AE0-49F4-AA4F-ED66905690A4}"/>
                  </a:ext>
                </a:extLst>
              </p:cNvPr>
              <p:cNvSpPr/>
              <p:nvPr/>
            </p:nvSpPr>
            <p:spPr>
              <a:xfrm>
                <a:off x="577634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347" name="Rectangle 5346">
                <a:extLst>
                  <a:ext uri="{FF2B5EF4-FFF2-40B4-BE49-F238E27FC236}">
                    <a16:creationId xmlns:a16="http://schemas.microsoft.com/office/drawing/2014/main" id="{5A8361CA-680F-45F3-A21C-8BEEE02F34C3}"/>
                  </a:ext>
                </a:extLst>
              </p:cNvPr>
              <p:cNvSpPr/>
              <p:nvPr/>
            </p:nvSpPr>
            <p:spPr>
              <a:xfrm>
                <a:off x="937466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348" name="Rectangle 5347">
                <a:extLst>
                  <a:ext uri="{FF2B5EF4-FFF2-40B4-BE49-F238E27FC236}">
                    <a16:creationId xmlns:a16="http://schemas.microsoft.com/office/drawing/2014/main" id="{3C722730-A2DD-4CBE-B807-91549D72388A}"/>
                  </a:ext>
                </a:extLst>
              </p:cNvPr>
              <p:cNvSpPr/>
              <p:nvPr/>
            </p:nvSpPr>
            <p:spPr>
              <a:xfrm>
                <a:off x="1117298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349" name="Rectangle 5348">
                <a:extLst>
                  <a:ext uri="{FF2B5EF4-FFF2-40B4-BE49-F238E27FC236}">
                    <a16:creationId xmlns:a16="http://schemas.microsoft.com/office/drawing/2014/main" id="{4B63B2AA-AD7D-4206-AB24-8D005AC5273B}"/>
                  </a:ext>
                </a:extLst>
              </p:cNvPr>
              <p:cNvSpPr/>
              <p:nvPr/>
            </p:nvSpPr>
            <p:spPr>
              <a:xfrm>
                <a:off x="1297214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350" name="Rectangle 5349">
                <a:extLst>
                  <a:ext uri="{FF2B5EF4-FFF2-40B4-BE49-F238E27FC236}">
                    <a16:creationId xmlns:a16="http://schemas.microsoft.com/office/drawing/2014/main" id="{AA6F6B95-5E2C-4B16-9D85-A798791032F6}"/>
                  </a:ext>
                </a:extLst>
              </p:cNvPr>
              <p:cNvSpPr/>
              <p:nvPr/>
            </p:nvSpPr>
            <p:spPr>
              <a:xfrm>
                <a:off x="757466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351" name="Rectangle 5350">
                <a:extLst>
                  <a:ext uri="{FF2B5EF4-FFF2-40B4-BE49-F238E27FC236}">
                    <a16:creationId xmlns:a16="http://schemas.microsoft.com/office/drawing/2014/main" id="{F2D828FA-E322-4A76-B5BA-9F0DD3C3E38E}"/>
                  </a:ext>
                </a:extLst>
              </p:cNvPr>
              <p:cNvSpPr/>
              <p:nvPr/>
            </p:nvSpPr>
            <p:spPr>
              <a:xfrm>
                <a:off x="577550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352" name="Rectangle 5351">
                <a:extLst>
                  <a:ext uri="{FF2B5EF4-FFF2-40B4-BE49-F238E27FC236}">
                    <a16:creationId xmlns:a16="http://schemas.microsoft.com/office/drawing/2014/main" id="{E9E8AA24-7BE4-48CC-9651-A0C0BDCA86BB}"/>
                  </a:ext>
                </a:extLst>
              </p:cNvPr>
              <p:cNvSpPr/>
              <p:nvPr/>
            </p:nvSpPr>
            <p:spPr>
              <a:xfrm>
                <a:off x="937382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353" name="Rectangle 5352">
                <a:extLst>
                  <a:ext uri="{FF2B5EF4-FFF2-40B4-BE49-F238E27FC236}">
                    <a16:creationId xmlns:a16="http://schemas.microsoft.com/office/drawing/2014/main" id="{5AD14553-DFCB-41AC-914D-8BC53D83B4DB}"/>
                  </a:ext>
                </a:extLst>
              </p:cNvPr>
              <p:cNvSpPr/>
              <p:nvPr/>
            </p:nvSpPr>
            <p:spPr>
              <a:xfrm>
                <a:off x="1117214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354" name="Rectangle 5353">
                <a:extLst>
                  <a:ext uri="{FF2B5EF4-FFF2-40B4-BE49-F238E27FC236}">
                    <a16:creationId xmlns:a16="http://schemas.microsoft.com/office/drawing/2014/main" id="{A316032A-87F0-4502-BC7E-864A70483D67}"/>
                  </a:ext>
                </a:extLst>
              </p:cNvPr>
              <p:cNvSpPr/>
              <p:nvPr/>
            </p:nvSpPr>
            <p:spPr>
              <a:xfrm>
                <a:off x="1297130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355" name="Rectangle 5354">
                <a:extLst>
                  <a:ext uri="{FF2B5EF4-FFF2-40B4-BE49-F238E27FC236}">
                    <a16:creationId xmlns:a16="http://schemas.microsoft.com/office/drawing/2014/main" id="{8B04A37E-8D97-4B1D-948B-D23E208A7C8F}"/>
                  </a:ext>
                </a:extLst>
              </p:cNvPr>
              <p:cNvSpPr/>
              <p:nvPr/>
            </p:nvSpPr>
            <p:spPr>
              <a:xfrm>
                <a:off x="757382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356" name="Rectangle 5355">
                <a:extLst>
                  <a:ext uri="{FF2B5EF4-FFF2-40B4-BE49-F238E27FC236}">
                    <a16:creationId xmlns:a16="http://schemas.microsoft.com/office/drawing/2014/main" id="{4E2AC16B-51E1-41D7-850D-089913FA0710}"/>
                  </a:ext>
                </a:extLst>
              </p:cNvPr>
              <p:cNvSpPr/>
              <p:nvPr/>
            </p:nvSpPr>
            <p:spPr>
              <a:xfrm>
                <a:off x="577466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357" name="Rectangle 5356">
                <a:extLst>
                  <a:ext uri="{FF2B5EF4-FFF2-40B4-BE49-F238E27FC236}">
                    <a16:creationId xmlns:a16="http://schemas.microsoft.com/office/drawing/2014/main" id="{ABD2CAC0-2F5A-43BF-9285-075F799C766E}"/>
                  </a:ext>
                </a:extLst>
              </p:cNvPr>
              <p:cNvSpPr/>
              <p:nvPr/>
            </p:nvSpPr>
            <p:spPr>
              <a:xfrm>
                <a:off x="937298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358" name="Rectangle 5357">
                <a:extLst>
                  <a:ext uri="{FF2B5EF4-FFF2-40B4-BE49-F238E27FC236}">
                    <a16:creationId xmlns:a16="http://schemas.microsoft.com/office/drawing/2014/main" id="{999CE40A-43D1-483F-B106-A1856CAA9F04}"/>
                  </a:ext>
                </a:extLst>
              </p:cNvPr>
              <p:cNvSpPr/>
              <p:nvPr/>
            </p:nvSpPr>
            <p:spPr>
              <a:xfrm>
                <a:off x="1117130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359" name="Rectangle 5358">
                <a:extLst>
                  <a:ext uri="{FF2B5EF4-FFF2-40B4-BE49-F238E27FC236}">
                    <a16:creationId xmlns:a16="http://schemas.microsoft.com/office/drawing/2014/main" id="{C0F37D39-5B1E-4FAC-B92D-81898ED4650F}"/>
                  </a:ext>
                </a:extLst>
              </p:cNvPr>
              <p:cNvSpPr/>
              <p:nvPr/>
            </p:nvSpPr>
            <p:spPr>
              <a:xfrm>
                <a:off x="1297046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360" name="Rectangle 5359">
                <a:extLst>
                  <a:ext uri="{FF2B5EF4-FFF2-40B4-BE49-F238E27FC236}">
                    <a16:creationId xmlns:a16="http://schemas.microsoft.com/office/drawing/2014/main" id="{9484DA9C-513E-45E5-8E6A-11E52AC4CEC4}"/>
                  </a:ext>
                </a:extLst>
              </p:cNvPr>
              <p:cNvSpPr/>
              <p:nvPr/>
            </p:nvSpPr>
            <p:spPr>
              <a:xfrm>
                <a:off x="577340" y="167393"/>
                <a:ext cx="900000" cy="974051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3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</p:grpSp>
        <p:grpSp>
          <p:nvGrpSpPr>
            <p:cNvPr id="5119" name="Groupe 5118"/>
            <p:cNvGrpSpPr/>
            <p:nvPr userDrawn="1"/>
          </p:nvGrpSpPr>
          <p:grpSpPr>
            <a:xfrm>
              <a:off x="4175198" y="121922"/>
              <a:ext cx="900000" cy="975016"/>
              <a:chOff x="577340" y="166428"/>
              <a:chExt cx="900000" cy="975016"/>
            </a:xfrm>
          </p:grpSpPr>
          <p:sp>
            <p:nvSpPr>
              <p:cNvPr id="5309" name="Rectangle 5308">
                <a:extLst>
                  <a:ext uri="{FF2B5EF4-FFF2-40B4-BE49-F238E27FC236}">
                    <a16:creationId xmlns:a16="http://schemas.microsoft.com/office/drawing/2014/main" id="{2072BB47-84CB-47FD-8A25-43491CA83C8F}"/>
                  </a:ext>
                </a:extLst>
              </p:cNvPr>
              <p:cNvSpPr/>
              <p:nvPr/>
            </p:nvSpPr>
            <p:spPr>
              <a:xfrm>
                <a:off x="757550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310" name="Rectangle 5309">
                <a:extLst>
                  <a:ext uri="{FF2B5EF4-FFF2-40B4-BE49-F238E27FC236}">
                    <a16:creationId xmlns:a16="http://schemas.microsoft.com/office/drawing/2014/main" id="{FD392A82-503D-4B66-9AF9-9E65B8C12603}"/>
                  </a:ext>
                </a:extLst>
              </p:cNvPr>
              <p:cNvSpPr/>
              <p:nvPr/>
            </p:nvSpPr>
            <p:spPr>
              <a:xfrm>
                <a:off x="577634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311" name="Rectangle 5310">
                <a:extLst>
                  <a:ext uri="{FF2B5EF4-FFF2-40B4-BE49-F238E27FC236}">
                    <a16:creationId xmlns:a16="http://schemas.microsoft.com/office/drawing/2014/main" id="{E8131C02-69AB-405B-82D1-978E3C621405}"/>
                  </a:ext>
                </a:extLst>
              </p:cNvPr>
              <p:cNvSpPr/>
              <p:nvPr/>
            </p:nvSpPr>
            <p:spPr>
              <a:xfrm>
                <a:off x="937466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312" name="Rectangle 5311">
                <a:extLst>
                  <a:ext uri="{FF2B5EF4-FFF2-40B4-BE49-F238E27FC236}">
                    <a16:creationId xmlns:a16="http://schemas.microsoft.com/office/drawing/2014/main" id="{F369E73F-6F1E-4CCA-9F58-1EF6C7EB008B}"/>
                  </a:ext>
                </a:extLst>
              </p:cNvPr>
              <p:cNvSpPr/>
              <p:nvPr/>
            </p:nvSpPr>
            <p:spPr>
              <a:xfrm>
                <a:off x="1117298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313" name="Rectangle 5312">
                <a:extLst>
                  <a:ext uri="{FF2B5EF4-FFF2-40B4-BE49-F238E27FC236}">
                    <a16:creationId xmlns:a16="http://schemas.microsoft.com/office/drawing/2014/main" id="{E4D8B003-AF02-4D34-8F85-57B55CDD3871}"/>
                  </a:ext>
                </a:extLst>
              </p:cNvPr>
              <p:cNvSpPr/>
              <p:nvPr/>
            </p:nvSpPr>
            <p:spPr>
              <a:xfrm>
                <a:off x="1297214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314" name="Rectangle 5313">
                <a:extLst>
                  <a:ext uri="{FF2B5EF4-FFF2-40B4-BE49-F238E27FC236}">
                    <a16:creationId xmlns:a16="http://schemas.microsoft.com/office/drawing/2014/main" id="{14BBDF8A-4682-45D3-ABAD-64B00A4ED731}"/>
                  </a:ext>
                </a:extLst>
              </p:cNvPr>
              <p:cNvSpPr/>
              <p:nvPr/>
            </p:nvSpPr>
            <p:spPr>
              <a:xfrm>
                <a:off x="757466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315" name="Rectangle 5314">
                <a:extLst>
                  <a:ext uri="{FF2B5EF4-FFF2-40B4-BE49-F238E27FC236}">
                    <a16:creationId xmlns:a16="http://schemas.microsoft.com/office/drawing/2014/main" id="{C13E0C4B-1D4F-471E-A5AD-E4BC58BB3024}"/>
                  </a:ext>
                </a:extLst>
              </p:cNvPr>
              <p:cNvSpPr/>
              <p:nvPr/>
            </p:nvSpPr>
            <p:spPr>
              <a:xfrm>
                <a:off x="577550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316" name="Rectangle 5315">
                <a:extLst>
                  <a:ext uri="{FF2B5EF4-FFF2-40B4-BE49-F238E27FC236}">
                    <a16:creationId xmlns:a16="http://schemas.microsoft.com/office/drawing/2014/main" id="{1E8CE2AB-2430-43FD-88E9-634F132AAB31}"/>
                  </a:ext>
                </a:extLst>
              </p:cNvPr>
              <p:cNvSpPr/>
              <p:nvPr/>
            </p:nvSpPr>
            <p:spPr>
              <a:xfrm>
                <a:off x="937382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317" name="Rectangle 5316">
                <a:extLst>
                  <a:ext uri="{FF2B5EF4-FFF2-40B4-BE49-F238E27FC236}">
                    <a16:creationId xmlns:a16="http://schemas.microsoft.com/office/drawing/2014/main" id="{9E64BB36-121D-45B5-AE9E-04F22BB2C216}"/>
                  </a:ext>
                </a:extLst>
              </p:cNvPr>
              <p:cNvSpPr/>
              <p:nvPr/>
            </p:nvSpPr>
            <p:spPr>
              <a:xfrm>
                <a:off x="1117214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318" name="Rectangle 5317">
                <a:extLst>
                  <a:ext uri="{FF2B5EF4-FFF2-40B4-BE49-F238E27FC236}">
                    <a16:creationId xmlns:a16="http://schemas.microsoft.com/office/drawing/2014/main" id="{13321878-5F07-4A14-B23A-57FA538E97B3}"/>
                  </a:ext>
                </a:extLst>
              </p:cNvPr>
              <p:cNvSpPr/>
              <p:nvPr/>
            </p:nvSpPr>
            <p:spPr>
              <a:xfrm>
                <a:off x="1297130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319" name="Rectangle 5318">
                <a:extLst>
                  <a:ext uri="{FF2B5EF4-FFF2-40B4-BE49-F238E27FC236}">
                    <a16:creationId xmlns:a16="http://schemas.microsoft.com/office/drawing/2014/main" id="{3E8B26BB-C162-4CAF-8919-EF4839B4A043}"/>
                  </a:ext>
                </a:extLst>
              </p:cNvPr>
              <p:cNvSpPr/>
              <p:nvPr/>
            </p:nvSpPr>
            <p:spPr>
              <a:xfrm>
                <a:off x="757550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320" name="Rectangle 5319">
                <a:extLst>
                  <a:ext uri="{FF2B5EF4-FFF2-40B4-BE49-F238E27FC236}">
                    <a16:creationId xmlns:a16="http://schemas.microsoft.com/office/drawing/2014/main" id="{C8C38007-7AE0-49F4-AA4F-ED66905690A4}"/>
                  </a:ext>
                </a:extLst>
              </p:cNvPr>
              <p:cNvSpPr/>
              <p:nvPr/>
            </p:nvSpPr>
            <p:spPr>
              <a:xfrm>
                <a:off x="577634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321" name="Rectangle 5320">
                <a:extLst>
                  <a:ext uri="{FF2B5EF4-FFF2-40B4-BE49-F238E27FC236}">
                    <a16:creationId xmlns:a16="http://schemas.microsoft.com/office/drawing/2014/main" id="{5A8361CA-680F-45F3-A21C-8BEEE02F34C3}"/>
                  </a:ext>
                </a:extLst>
              </p:cNvPr>
              <p:cNvSpPr/>
              <p:nvPr/>
            </p:nvSpPr>
            <p:spPr>
              <a:xfrm>
                <a:off x="937466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322" name="Rectangle 5321">
                <a:extLst>
                  <a:ext uri="{FF2B5EF4-FFF2-40B4-BE49-F238E27FC236}">
                    <a16:creationId xmlns:a16="http://schemas.microsoft.com/office/drawing/2014/main" id="{3C722730-A2DD-4CBE-B807-91549D72388A}"/>
                  </a:ext>
                </a:extLst>
              </p:cNvPr>
              <p:cNvSpPr/>
              <p:nvPr/>
            </p:nvSpPr>
            <p:spPr>
              <a:xfrm>
                <a:off x="1117298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323" name="Rectangle 5322">
                <a:extLst>
                  <a:ext uri="{FF2B5EF4-FFF2-40B4-BE49-F238E27FC236}">
                    <a16:creationId xmlns:a16="http://schemas.microsoft.com/office/drawing/2014/main" id="{4B63B2AA-AD7D-4206-AB24-8D005AC5273B}"/>
                  </a:ext>
                </a:extLst>
              </p:cNvPr>
              <p:cNvSpPr/>
              <p:nvPr/>
            </p:nvSpPr>
            <p:spPr>
              <a:xfrm>
                <a:off x="1297214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324" name="Rectangle 5323">
                <a:extLst>
                  <a:ext uri="{FF2B5EF4-FFF2-40B4-BE49-F238E27FC236}">
                    <a16:creationId xmlns:a16="http://schemas.microsoft.com/office/drawing/2014/main" id="{AA6F6B95-5E2C-4B16-9D85-A798791032F6}"/>
                  </a:ext>
                </a:extLst>
              </p:cNvPr>
              <p:cNvSpPr/>
              <p:nvPr/>
            </p:nvSpPr>
            <p:spPr>
              <a:xfrm>
                <a:off x="757466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325" name="Rectangle 5324">
                <a:extLst>
                  <a:ext uri="{FF2B5EF4-FFF2-40B4-BE49-F238E27FC236}">
                    <a16:creationId xmlns:a16="http://schemas.microsoft.com/office/drawing/2014/main" id="{F2D828FA-E322-4A76-B5BA-9F0DD3C3E38E}"/>
                  </a:ext>
                </a:extLst>
              </p:cNvPr>
              <p:cNvSpPr/>
              <p:nvPr/>
            </p:nvSpPr>
            <p:spPr>
              <a:xfrm>
                <a:off x="577550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326" name="Rectangle 5325">
                <a:extLst>
                  <a:ext uri="{FF2B5EF4-FFF2-40B4-BE49-F238E27FC236}">
                    <a16:creationId xmlns:a16="http://schemas.microsoft.com/office/drawing/2014/main" id="{E9E8AA24-7BE4-48CC-9651-A0C0BDCA86BB}"/>
                  </a:ext>
                </a:extLst>
              </p:cNvPr>
              <p:cNvSpPr/>
              <p:nvPr/>
            </p:nvSpPr>
            <p:spPr>
              <a:xfrm>
                <a:off x="937382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327" name="Rectangle 5326">
                <a:extLst>
                  <a:ext uri="{FF2B5EF4-FFF2-40B4-BE49-F238E27FC236}">
                    <a16:creationId xmlns:a16="http://schemas.microsoft.com/office/drawing/2014/main" id="{5AD14553-DFCB-41AC-914D-8BC53D83B4DB}"/>
                  </a:ext>
                </a:extLst>
              </p:cNvPr>
              <p:cNvSpPr/>
              <p:nvPr/>
            </p:nvSpPr>
            <p:spPr>
              <a:xfrm>
                <a:off x="1117214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328" name="Rectangle 5327">
                <a:extLst>
                  <a:ext uri="{FF2B5EF4-FFF2-40B4-BE49-F238E27FC236}">
                    <a16:creationId xmlns:a16="http://schemas.microsoft.com/office/drawing/2014/main" id="{A316032A-87F0-4502-BC7E-864A70483D67}"/>
                  </a:ext>
                </a:extLst>
              </p:cNvPr>
              <p:cNvSpPr/>
              <p:nvPr/>
            </p:nvSpPr>
            <p:spPr>
              <a:xfrm>
                <a:off x="1297130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329" name="Rectangle 5328">
                <a:extLst>
                  <a:ext uri="{FF2B5EF4-FFF2-40B4-BE49-F238E27FC236}">
                    <a16:creationId xmlns:a16="http://schemas.microsoft.com/office/drawing/2014/main" id="{8B04A37E-8D97-4B1D-948B-D23E208A7C8F}"/>
                  </a:ext>
                </a:extLst>
              </p:cNvPr>
              <p:cNvSpPr/>
              <p:nvPr/>
            </p:nvSpPr>
            <p:spPr>
              <a:xfrm>
                <a:off x="757382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330" name="Rectangle 5329">
                <a:extLst>
                  <a:ext uri="{FF2B5EF4-FFF2-40B4-BE49-F238E27FC236}">
                    <a16:creationId xmlns:a16="http://schemas.microsoft.com/office/drawing/2014/main" id="{4E2AC16B-51E1-41D7-850D-089913FA0710}"/>
                  </a:ext>
                </a:extLst>
              </p:cNvPr>
              <p:cNvSpPr/>
              <p:nvPr/>
            </p:nvSpPr>
            <p:spPr>
              <a:xfrm>
                <a:off x="577466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331" name="Rectangle 5330">
                <a:extLst>
                  <a:ext uri="{FF2B5EF4-FFF2-40B4-BE49-F238E27FC236}">
                    <a16:creationId xmlns:a16="http://schemas.microsoft.com/office/drawing/2014/main" id="{ABD2CAC0-2F5A-43BF-9285-075F799C766E}"/>
                  </a:ext>
                </a:extLst>
              </p:cNvPr>
              <p:cNvSpPr/>
              <p:nvPr/>
            </p:nvSpPr>
            <p:spPr>
              <a:xfrm>
                <a:off x="937298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332" name="Rectangle 5331">
                <a:extLst>
                  <a:ext uri="{FF2B5EF4-FFF2-40B4-BE49-F238E27FC236}">
                    <a16:creationId xmlns:a16="http://schemas.microsoft.com/office/drawing/2014/main" id="{999CE40A-43D1-483F-B106-A1856CAA9F04}"/>
                  </a:ext>
                </a:extLst>
              </p:cNvPr>
              <p:cNvSpPr/>
              <p:nvPr/>
            </p:nvSpPr>
            <p:spPr>
              <a:xfrm>
                <a:off x="1117130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333" name="Rectangle 5332">
                <a:extLst>
                  <a:ext uri="{FF2B5EF4-FFF2-40B4-BE49-F238E27FC236}">
                    <a16:creationId xmlns:a16="http://schemas.microsoft.com/office/drawing/2014/main" id="{C0F37D39-5B1E-4FAC-B92D-81898ED4650F}"/>
                  </a:ext>
                </a:extLst>
              </p:cNvPr>
              <p:cNvSpPr/>
              <p:nvPr/>
            </p:nvSpPr>
            <p:spPr>
              <a:xfrm>
                <a:off x="1297046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334" name="Rectangle 5333">
                <a:extLst>
                  <a:ext uri="{FF2B5EF4-FFF2-40B4-BE49-F238E27FC236}">
                    <a16:creationId xmlns:a16="http://schemas.microsoft.com/office/drawing/2014/main" id="{9484DA9C-513E-45E5-8E6A-11E52AC4CEC4}"/>
                  </a:ext>
                </a:extLst>
              </p:cNvPr>
              <p:cNvSpPr/>
              <p:nvPr/>
            </p:nvSpPr>
            <p:spPr>
              <a:xfrm>
                <a:off x="577340" y="167393"/>
                <a:ext cx="900000" cy="974051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3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</p:grpSp>
        <p:grpSp>
          <p:nvGrpSpPr>
            <p:cNvPr id="5120" name="Groupe 5119"/>
            <p:cNvGrpSpPr/>
            <p:nvPr userDrawn="1"/>
          </p:nvGrpSpPr>
          <p:grpSpPr>
            <a:xfrm>
              <a:off x="5074652" y="120959"/>
              <a:ext cx="900000" cy="975016"/>
              <a:chOff x="577340" y="166428"/>
              <a:chExt cx="900000" cy="975016"/>
            </a:xfrm>
          </p:grpSpPr>
          <p:sp>
            <p:nvSpPr>
              <p:cNvPr id="5283" name="Rectangle 5282">
                <a:extLst>
                  <a:ext uri="{FF2B5EF4-FFF2-40B4-BE49-F238E27FC236}">
                    <a16:creationId xmlns:a16="http://schemas.microsoft.com/office/drawing/2014/main" id="{2072BB47-84CB-47FD-8A25-43491CA83C8F}"/>
                  </a:ext>
                </a:extLst>
              </p:cNvPr>
              <p:cNvSpPr/>
              <p:nvPr/>
            </p:nvSpPr>
            <p:spPr>
              <a:xfrm>
                <a:off x="757550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284" name="Rectangle 5283">
                <a:extLst>
                  <a:ext uri="{FF2B5EF4-FFF2-40B4-BE49-F238E27FC236}">
                    <a16:creationId xmlns:a16="http://schemas.microsoft.com/office/drawing/2014/main" id="{FD392A82-503D-4B66-9AF9-9E65B8C12603}"/>
                  </a:ext>
                </a:extLst>
              </p:cNvPr>
              <p:cNvSpPr/>
              <p:nvPr/>
            </p:nvSpPr>
            <p:spPr>
              <a:xfrm>
                <a:off x="577634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285" name="Rectangle 5284">
                <a:extLst>
                  <a:ext uri="{FF2B5EF4-FFF2-40B4-BE49-F238E27FC236}">
                    <a16:creationId xmlns:a16="http://schemas.microsoft.com/office/drawing/2014/main" id="{E8131C02-69AB-405B-82D1-978E3C621405}"/>
                  </a:ext>
                </a:extLst>
              </p:cNvPr>
              <p:cNvSpPr/>
              <p:nvPr/>
            </p:nvSpPr>
            <p:spPr>
              <a:xfrm>
                <a:off x="937466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286" name="Rectangle 5285">
                <a:extLst>
                  <a:ext uri="{FF2B5EF4-FFF2-40B4-BE49-F238E27FC236}">
                    <a16:creationId xmlns:a16="http://schemas.microsoft.com/office/drawing/2014/main" id="{F369E73F-6F1E-4CCA-9F58-1EF6C7EB008B}"/>
                  </a:ext>
                </a:extLst>
              </p:cNvPr>
              <p:cNvSpPr/>
              <p:nvPr/>
            </p:nvSpPr>
            <p:spPr>
              <a:xfrm>
                <a:off x="1117298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287" name="Rectangle 5286">
                <a:extLst>
                  <a:ext uri="{FF2B5EF4-FFF2-40B4-BE49-F238E27FC236}">
                    <a16:creationId xmlns:a16="http://schemas.microsoft.com/office/drawing/2014/main" id="{E4D8B003-AF02-4D34-8F85-57B55CDD3871}"/>
                  </a:ext>
                </a:extLst>
              </p:cNvPr>
              <p:cNvSpPr/>
              <p:nvPr/>
            </p:nvSpPr>
            <p:spPr>
              <a:xfrm>
                <a:off x="1297214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288" name="Rectangle 5287">
                <a:extLst>
                  <a:ext uri="{FF2B5EF4-FFF2-40B4-BE49-F238E27FC236}">
                    <a16:creationId xmlns:a16="http://schemas.microsoft.com/office/drawing/2014/main" id="{14BBDF8A-4682-45D3-ABAD-64B00A4ED731}"/>
                  </a:ext>
                </a:extLst>
              </p:cNvPr>
              <p:cNvSpPr/>
              <p:nvPr/>
            </p:nvSpPr>
            <p:spPr>
              <a:xfrm>
                <a:off x="757466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289" name="Rectangle 5288">
                <a:extLst>
                  <a:ext uri="{FF2B5EF4-FFF2-40B4-BE49-F238E27FC236}">
                    <a16:creationId xmlns:a16="http://schemas.microsoft.com/office/drawing/2014/main" id="{C13E0C4B-1D4F-471E-A5AD-E4BC58BB3024}"/>
                  </a:ext>
                </a:extLst>
              </p:cNvPr>
              <p:cNvSpPr/>
              <p:nvPr/>
            </p:nvSpPr>
            <p:spPr>
              <a:xfrm>
                <a:off x="577550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290" name="Rectangle 5289">
                <a:extLst>
                  <a:ext uri="{FF2B5EF4-FFF2-40B4-BE49-F238E27FC236}">
                    <a16:creationId xmlns:a16="http://schemas.microsoft.com/office/drawing/2014/main" id="{1E8CE2AB-2430-43FD-88E9-634F132AAB31}"/>
                  </a:ext>
                </a:extLst>
              </p:cNvPr>
              <p:cNvSpPr/>
              <p:nvPr/>
            </p:nvSpPr>
            <p:spPr>
              <a:xfrm>
                <a:off x="937382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291" name="Rectangle 5290">
                <a:extLst>
                  <a:ext uri="{FF2B5EF4-FFF2-40B4-BE49-F238E27FC236}">
                    <a16:creationId xmlns:a16="http://schemas.microsoft.com/office/drawing/2014/main" id="{9E64BB36-121D-45B5-AE9E-04F22BB2C216}"/>
                  </a:ext>
                </a:extLst>
              </p:cNvPr>
              <p:cNvSpPr/>
              <p:nvPr/>
            </p:nvSpPr>
            <p:spPr>
              <a:xfrm>
                <a:off x="1117214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292" name="Rectangle 5291">
                <a:extLst>
                  <a:ext uri="{FF2B5EF4-FFF2-40B4-BE49-F238E27FC236}">
                    <a16:creationId xmlns:a16="http://schemas.microsoft.com/office/drawing/2014/main" id="{13321878-5F07-4A14-B23A-57FA538E97B3}"/>
                  </a:ext>
                </a:extLst>
              </p:cNvPr>
              <p:cNvSpPr/>
              <p:nvPr/>
            </p:nvSpPr>
            <p:spPr>
              <a:xfrm>
                <a:off x="1297130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293" name="Rectangle 5292">
                <a:extLst>
                  <a:ext uri="{FF2B5EF4-FFF2-40B4-BE49-F238E27FC236}">
                    <a16:creationId xmlns:a16="http://schemas.microsoft.com/office/drawing/2014/main" id="{3E8B26BB-C162-4CAF-8919-EF4839B4A043}"/>
                  </a:ext>
                </a:extLst>
              </p:cNvPr>
              <p:cNvSpPr/>
              <p:nvPr/>
            </p:nvSpPr>
            <p:spPr>
              <a:xfrm>
                <a:off x="757550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294" name="Rectangle 5293">
                <a:extLst>
                  <a:ext uri="{FF2B5EF4-FFF2-40B4-BE49-F238E27FC236}">
                    <a16:creationId xmlns:a16="http://schemas.microsoft.com/office/drawing/2014/main" id="{C8C38007-7AE0-49F4-AA4F-ED66905690A4}"/>
                  </a:ext>
                </a:extLst>
              </p:cNvPr>
              <p:cNvSpPr/>
              <p:nvPr/>
            </p:nvSpPr>
            <p:spPr>
              <a:xfrm>
                <a:off x="577634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295" name="Rectangle 5294">
                <a:extLst>
                  <a:ext uri="{FF2B5EF4-FFF2-40B4-BE49-F238E27FC236}">
                    <a16:creationId xmlns:a16="http://schemas.microsoft.com/office/drawing/2014/main" id="{5A8361CA-680F-45F3-A21C-8BEEE02F34C3}"/>
                  </a:ext>
                </a:extLst>
              </p:cNvPr>
              <p:cNvSpPr/>
              <p:nvPr/>
            </p:nvSpPr>
            <p:spPr>
              <a:xfrm>
                <a:off x="937466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296" name="Rectangle 5295">
                <a:extLst>
                  <a:ext uri="{FF2B5EF4-FFF2-40B4-BE49-F238E27FC236}">
                    <a16:creationId xmlns:a16="http://schemas.microsoft.com/office/drawing/2014/main" id="{3C722730-A2DD-4CBE-B807-91549D72388A}"/>
                  </a:ext>
                </a:extLst>
              </p:cNvPr>
              <p:cNvSpPr/>
              <p:nvPr/>
            </p:nvSpPr>
            <p:spPr>
              <a:xfrm>
                <a:off x="1117298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297" name="Rectangle 5296">
                <a:extLst>
                  <a:ext uri="{FF2B5EF4-FFF2-40B4-BE49-F238E27FC236}">
                    <a16:creationId xmlns:a16="http://schemas.microsoft.com/office/drawing/2014/main" id="{4B63B2AA-AD7D-4206-AB24-8D005AC5273B}"/>
                  </a:ext>
                </a:extLst>
              </p:cNvPr>
              <p:cNvSpPr/>
              <p:nvPr/>
            </p:nvSpPr>
            <p:spPr>
              <a:xfrm>
                <a:off x="1297214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298" name="Rectangle 5297">
                <a:extLst>
                  <a:ext uri="{FF2B5EF4-FFF2-40B4-BE49-F238E27FC236}">
                    <a16:creationId xmlns:a16="http://schemas.microsoft.com/office/drawing/2014/main" id="{AA6F6B95-5E2C-4B16-9D85-A798791032F6}"/>
                  </a:ext>
                </a:extLst>
              </p:cNvPr>
              <p:cNvSpPr/>
              <p:nvPr/>
            </p:nvSpPr>
            <p:spPr>
              <a:xfrm>
                <a:off x="757466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299" name="Rectangle 5298">
                <a:extLst>
                  <a:ext uri="{FF2B5EF4-FFF2-40B4-BE49-F238E27FC236}">
                    <a16:creationId xmlns:a16="http://schemas.microsoft.com/office/drawing/2014/main" id="{F2D828FA-E322-4A76-B5BA-9F0DD3C3E38E}"/>
                  </a:ext>
                </a:extLst>
              </p:cNvPr>
              <p:cNvSpPr/>
              <p:nvPr/>
            </p:nvSpPr>
            <p:spPr>
              <a:xfrm>
                <a:off x="577550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300" name="Rectangle 5299">
                <a:extLst>
                  <a:ext uri="{FF2B5EF4-FFF2-40B4-BE49-F238E27FC236}">
                    <a16:creationId xmlns:a16="http://schemas.microsoft.com/office/drawing/2014/main" id="{E9E8AA24-7BE4-48CC-9651-A0C0BDCA86BB}"/>
                  </a:ext>
                </a:extLst>
              </p:cNvPr>
              <p:cNvSpPr/>
              <p:nvPr/>
            </p:nvSpPr>
            <p:spPr>
              <a:xfrm>
                <a:off x="937382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301" name="Rectangle 5300">
                <a:extLst>
                  <a:ext uri="{FF2B5EF4-FFF2-40B4-BE49-F238E27FC236}">
                    <a16:creationId xmlns:a16="http://schemas.microsoft.com/office/drawing/2014/main" id="{5AD14553-DFCB-41AC-914D-8BC53D83B4DB}"/>
                  </a:ext>
                </a:extLst>
              </p:cNvPr>
              <p:cNvSpPr/>
              <p:nvPr/>
            </p:nvSpPr>
            <p:spPr>
              <a:xfrm>
                <a:off x="1117214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302" name="Rectangle 5301">
                <a:extLst>
                  <a:ext uri="{FF2B5EF4-FFF2-40B4-BE49-F238E27FC236}">
                    <a16:creationId xmlns:a16="http://schemas.microsoft.com/office/drawing/2014/main" id="{A316032A-87F0-4502-BC7E-864A70483D67}"/>
                  </a:ext>
                </a:extLst>
              </p:cNvPr>
              <p:cNvSpPr/>
              <p:nvPr/>
            </p:nvSpPr>
            <p:spPr>
              <a:xfrm>
                <a:off x="1297130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303" name="Rectangle 5302">
                <a:extLst>
                  <a:ext uri="{FF2B5EF4-FFF2-40B4-BE49-F238E27FC236}">
                    <a16:creationId xmlns:a16="http://schemas.microsoft.com/office/drawing/2014/main" id="{8B04A37E-8D97-4B1D-948B-D23E208A7C8F}"/>
                  </a:ext>
                </a:extLst>
              </p:cNvPr>
              <p:cNvSpPr/>
              <p:nvPr/>
            </p:nvSpPr>
            <p:spPr>
              <a:xfrm>
                <a:off x="757382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304" name="Rectangle 5303">
                <a:extLst>
                  <a:ext uri="{FF2B5EF4-FFF2-40B4-BE49-F238E27FC236}">
                    <a16:creationId xmlns:a16="http://schemas.microsoft.com/office/drawing/2014/main" id="{4E2AC16B-51E1-41D7-850D-089913FA0710}"/>
                  </a:ext>
                </a:extLst>
              </p:cNvPr>
              <p:cNvSpPr/>
              <p:nvPr/>
            </p:nvSpPr>
            <p:spPr>
              <a:xfrm>
                <a:off x="577466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305" name="Rectangle 5304">
                <a:extLst>
                  <a:ext uri="{FF2B5EF4-FFF2-40B4-BE49-F238E27FC236}">
                    <a16:creationId xmlns:a16="http://schemas.microsoft.com/office/drawing/2014/main" id="{ABD2CAC0-2F5A-43BF-9285-075F799C766E}"/>
                  </a:ext>
                </a:extLst>
              </p:cNvPr>
              <p:cNvSpPr/>
              <p:nvPr/>
            </p:nvSpPr>
            <p:spPr>
              <a:xfrm>
                <a:off x="937298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306" name="Rectangle 5305">
                <a:extLst>
                  <a:ext uri="{FF2B5EF4-FFF2-40B4-BE49-F238E27FC236}">
                    <a16:creationId xmlns:a16="http://schemas.microsoft.com/office/drawing/2014/main" id="{999CE40A-43D1-483F-B106-A1856CAA9F04}"/>
                  </a:ext>
                </a:extLst>
              </p:cNvPr>
              <p:cNvSpPr/>
              <p:nvPr/>
            </p:nvSpPr>
            <p:spPr>
              <a:xfrm>
                <a:off x="1117130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307" name="Rectangle 5306">
                <a:extLst>
                  <a:ext uri="{FF2B5EF4-FFF2-40B4-BE49-F238E27FC236}">
                    <a16:creationId xmlns:a16="http://schemas.microsoft.com/office/drawing/2014/main" id="{C0F37D39-5B1E-4FAC-B92D-81898ED4650F}"/>
                  </a:ext>
                </a:extLst>
              </p:cNvPr>
              <p:cNvSpPr/>
              <p:nvPr/>
            </p:nvSpPr>
            <p:spPr>
              <a:xfrm>
                <a:off x="1297046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308" name="Rectangle 5307">
                <a:extLst>
                  <a:ext uri="{FF2B5EF4-FFF2-40B4-BE49-F238E27FC236}">
                    <a16:creationId xmlns:a16="http://schemas.microsoft.com/office/drawing/2014/main" id="{9484DA9C-513E-45E5-8E6A-11E52AC4CEC4}"/>
                  </a:ext>
                </a:extLst>
              </p:cNvPr>
              <p:cNvSpPr/>
              <p:nvPr/>
            </p:nvSpPr>
            <p:spPr>
              <a:xfrm>
                <a:off x="577340" y="167393"/>
                <a:ext cx="900000" cy="974051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3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</p:grpSp>
        <p:grpSp>
          <p:nvGrpSpPr>
            <p:cNvPr id="5121" name="Groupe 5120"/>
            <p:cNvGrpSpPr/>
            <p:nvPr userDrawn="1"/>
          </p:nvGrpSpPr>
          <p:grpSpPr>
            <a:xfrm>
              <a:off x="5974022" y="120959"/>
              <a:ext cx="900000" cy="975016"/>
              <a:chOff x="577340" y="166428"/>
              <a:chExt cx="900000" cy="975016"/>
            </a:xfrm>
          </p:grpSpPr>
          <p:sp>
            <p:nvSpPr>
              <p:cNvPr id="5257" name="Rectangle 5256">
                <a:extLst>
                  <a:ext uri="{FF2B5EF4-FFF2-40B4-BE49-F238E27FC236}">
                    <a16:creationId xmlns:a16="http://schemas.microsoft.com/office/drawing/2014/main" id="{2072BB47-84CB-47FD-8A25-43491CA83C8F}"/>
                  </a:ext>
                </a:extLst>
              </p:cNvPr>
              <p:cNvSpPr/>
              <p:nvPr/>
            </p:nvSpPr>
            <p:spPr>
              <a:xfrm>
                <a:off x="757550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258" name="Rectangle 5257">
                <a:extLst>
                  <a:ext uri="{FF2B5EF4-FFF2-40B4-BE49-F238E27FC236}">
                    <a16:creationId xmlns:a16="http://schemas.microsoft.com/office/drawing/2014/main" id="{FD392A82-503D-4B66-9AF9-9E65B8C12603}"/>
                  </a:ext>
                </a:extLst>
              </p:cNvPr>
              <p:cNvSpPr/>
              <p:nvPr/>
            </p:nvSpPr>
            <p:spPr>
              <a:xfrm>
                <a:off x="577634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259" name="Rectangle 5258">
                <a:extLst>
                  <a:ext uri="{FF2B5EF4-FFF2-40B4-BE49-F238E27FC236}">
                    <a16:creationId xmlns:a16="http://schemas.microsoft.com/office/drawing/2014/main" id="{E8131C02-69AB-405B-82D1-978E3C621405}"/>
                  </a:ext>
                </a:extLst>
              </p:cNvPr>
              <p:cNvSpPr/>
              <p:nvPr/>
            </p:nvSpPr>
            <p:spPr>
              <a:xfrm>
                <a:off x="937466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260" name="Rectangle 5259">
                <a:extLst>
                  <a:ext uri="{FF2B5EF4-FFF2-40B4-BE49-F238E27FC236}">
                    <a16:creationId xmlns:a16="http://schemas.microsoft.com/office/drawing/2014/main" id="{F369E73F-6F1E-4CCA-9F58-1EF6C7EB008B}"/>
                  </a:ext>
                </a:extLst>
              </p:cNvPr>
              <p:cNvSpPr/>
              <p:nvPr/>
            </p:nvSpPr>
            <p:spPr>
              <a:xfrm>
                <a:off x="1117298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261" name="Rectangle 5260">
                <a:extLst>
                  <a:ext uri="{FF2B5EF4-FFF2-40B4-BE49-F238E27FC236}">
                    <a16:creationId xmlns:a16="http://schemas.microsoft.com/office/drawing/2014/main" id="{E4D8B003-AF02-4D34-8F85-57B55CDD3871}"/>
                  </a:ext>
                </a:extLst>
              </p:cNvPr>
              <p:cNvSpPr/>
              <p:nvPr/>
            </p:nvSpPr>
            <p:spPr>
              <a:xfrm>
                <a:off x="1297214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262" name="Rectangle 5261">
                <a:extLst>
                  <a:ext uri="{FF2B5EF4-FFF2-40B4-BE49-F238E27FC236}">
                    <a16:creationId xmlns:a16="http://schemas.microsoft.com/office/drawing/2014/main" id="{14BBDF8A-4682-45D3-ABAD-64B00A4ED731}"/>
                  </a:ext>
                </a:extLst>
              </p:cNvPr>
              <p:cNvSpPr/>
              <p:nvPr/>
            </p:nvSpPr>
            <p:spPr>
              <a:xfrm>
                <a:off x="757466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263" name="Rectangle 5262">
                <a:extLst>
                  <a:ext uri="{FF2B5EF4-FFF2-40B4-BE49-F238E27FC236}">
                    <a16:creationId xmlns:a16="http://schemas.microsoft.com/office/drawing/2014/main" id="{C13E0C4B-1D4F-471E-A5AD-E4BC58BB3024}"/>
                  </a:ext>
                </a:extLst>
              </p:cNvPr>
              <p:cNvSpPr/>
              <p:nvPr/>
            </p:nvSpPr>
            <p:spPr>
              <a:xfrm>
                <a:off x="577550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264" name="Rectangle 5263">
                <a:extLst>
                  <a:ext uri="{FF2B5EF4-FFF2-40B4-BE49-F238E27FC236}">
                    <a16:creationId xmlns:a16="http://schemas.microsoft.com/office/drawing/2014/main" id="{1E8CE2AB-2430-43FD-88E9-634F132AAB31}"/>
                  </a:ext>
                </a:extLst>
              </p:cNvPr>
              <p:cNvSpPr/>
              <p:nvPr/>
            </p:nvSpPr>
            <p:spPr>
              <a:xfrm>
                <a:off x="937382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265" name="Rectangle 5264">
                <a:extLst>
                  <a:ext uri="{FF2B5EF4-FFF2-40B4-BE49-F238E27FC236}">
                    <a16:creationId xmlns:a16="http://schemas.microsoft.com/office/drawing/2014/main" id="{9E64BB36-121D-45B5-AE9E-04F22BB2C216}"/>
                  </a:ext>
                </a:extLst>
              </p:cNvPr>
              <p:cNvSpPr/>
              <p:nvPr/>
            </p:nvSpPr>
            <p:spPr>
              <a:xfrm>
                <a:off x="1117214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266" name="Rectangle 5265">
                <a:extLst>
                  <a:ext uri="{FF2B5EF4-FFF2-40B4-BE49-F238E27FC236}">
                    <a16:creationId xmlns:a16="http://schemas.microsoft.com/office/drawing/2014/main" id="{13321878-5F07-4A14-B23A-57FA538E97B3}"/>
                  </a:ext>
                </a:extLst>
              </p:cNvPr>
              <p:cNvSpPr/>
              <p:nvPr/>
            </p:nvSpPr>
            <p:spPr>
              <a:xfrm>
                <a:off x="1297130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267" name="Rectangle 5266">
                <a:extLst>
                  <a:ext uri="{FF2B5EF4-FFF2-40B4-BE49-F238E27FC236}">
                    <a16:creationId xmlns:a16="http://schemas.microsoft.com/office/drawing/2014/main" id="{3E8B26BB-C162-4CAF-8919-EF4839B4A043}"/>
                  </a:ext>
                </a:extLst>
              </p:cNvPr>
              <p:cNvSpPr/>
              <p:nvPr/>
            </p:nvSpPr>
            <p:spPr>
              <a:xfrm>
                <a:off x="757550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268" name="Rectangle 5267">
                <a:extLst>
                  <a:ext uri="{FF2B5EF4-FFF2-40B4-BE49-F238E27FC236}">
                    <a16:creationId xmlns:a16="http://schemas.microsoft.com/office/drawing/2014/main" id="{C8C38007-7AE0-49F4-AA4F-ED66905690A4}"/>
                  </a:ext>
                </a:extLst>
              </p:cNvPr>
              <p:cNvSpPr/>
              <p:nvPr/>
            </p:nvSpPr>
            <p:spPr>
              <a:xfrm>
                <a:off x="577634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269" name="Rectangle 5268">
                <a:extLst>
                  <a:ext uri="{FF2B5EF4-FFF2-40B4-BE49-F238E27FC236}">
                    <a16:creationId xmlns:a16="http://schemas.microsoft.com/office/drawing/2014/main" id="{5A8361CA-680F-45F3-A21C-8BEEE02F34C3}"/>
                  </a:ext>
                </a:extLst>
              </p:cNvPr>
              <p:cNvSpPr/>
              <p:nvPr/>
            </p:nvSpPr>
            <p:spPr>
              <a:xfrm>
                <a:off x="937466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270" name="Rectangle 5269">
                <a:extLst>
                  <a:ext uri="{FF2B5EF4-FFF2-40B4-BE49-F238E27FC236}">
                    <a16:creationId xmlns:a16="http://schemas.microsoft.com/office/drawing/2014/main" id="{3C722730-A2DD-4CBE-B807-91549D72388A}"/>
                  </a:ext>
                </a:extLst>
              </p:cNvPr>
              <p:cNvSpPr/>
              <p:nvPr/>
            </p:nvSpPr>
            <p:spPr>
              <a:xfrm>
                <a:off x="1117298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271" name="Rectangle 5270">
                <a:extLst>
                  <a:ext uri="{FF2B5EF4-FFF2-40B4-BE49-F238E27FC236}">
                    <a16:creationId xmlns:a16="http://schemas.microsoft.com/office/drawing/2014/main" id="{4B63B2AA-AD7D-4206-AB24-8D005AC5273B}"/>
                  </a:ext>
                </a:extLst>
              </p:cNvPr>
              <p:cNvSpPr/>
              <p:nvPr/>
            </p:nvSpPr>
            <p:spPr>
              <a:xfrm>
                <a:off x="1297214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272" name="Rectangle 5271">
                <a:extLst>
                  <a:ext uri="{FF2B5EF4-FFF2-40B4-BE49-F238E27FC236}">
                    <a16:creationId xmlns:a16="http://schemas.microsoft.com/office/drawing/2014/main" id="{AA6F6B95-5E2C-4B16-9D85-A798791032F6}"/>
                  </a:ext>
                </a:extLst>
              </p:cNvPr>
              <p:cNvSpPr/>
              <p:nvPr/>
            </p:nvSpPr>
            <p:spPr>
              <a:xfrm>
                <a:off x="757466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273" name="Rectangle 5272">
                <a:extLst>
                  <a:ext uri="{FF2B5EF4-FFF2-40B4-BE49-F238E27FC236}">
                    <a16:creationId xmlns:a16="http://schemas.microsoft.com/office/drawing/2014/main" id="{F2D828FA-E322-4A76-B5BA-9F0DD3C3E38E}"/>
                  </a:ext>
                </a:extLst>
              </p:cNvPr>
              <p:cNvSpPr/>
              <p:nvPr/>
            </p:nvSpPr>
            <p:spPr>
              <a:xfrm>
                <a:off x="577550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274" name="Rectangle 5273">
                <a:extLst>
                  <a:ext uri="{FF2B5EF4-FFF2-40B4-BE49-F238E27FC236}">
                    <a16:creationId xmlns:a16="http://schemas.microsoft.com/office/drawing/2014/main" id="{E9E8AA24-7BE4-48CC-9651-A0C0BDCA86BB}"/>
                  </a:ext>
                </a:extLst>
              </p:cNvPr>
              <p:cNvSpPr/>
              <p:nvPr/>
            </p:nvSpPr>
            <p:spPr>
              <a:xfrm>
                <a:off x="937382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275" name="Rectangle 5274">
                <a:extLst>
                  <a:ext uri="{FF2B5EF4-FFF2-40B4-BE49-F238E27FC236}">
                    <a16:creationId xmlns:a16="http://schemas.microsoft.com/office/drawing/2014/main" id="{5AD14553-DFCB-41AC-914D-8BC53D83B4DB}"/>
                  </a:ext>
                </a:extLst>
              </p:cNvPr>
              <p:cNvSpPr/>
              <p:nvPr/>
            </p:nvSpPr>
            <p:spPr>
              <a:xfrm>
                <a:off x="1117214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276" name="Rectangle 5275">
                <a:extLst>
                  <a:ext uri="{FF2B5EF4-FFF2-40B4-BE49-F238E27FC236}">
                    <a16:creationId xmlns:a16="http://schemas.microsoft.com/office/drawing/2014/main" id="{A316032A-87F0-4502-BC7E-864A70483D67}"/>
                  </a:ext>
                </a:extLst>
              </p:cNvPr>
              <p:cNvSpPr/>
              <p:nvPr/>
            </p:nvSpPr>
            <p:spPr>
              <a:xfrm>
                <a:off x="1297130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277" name="Rectangle 5276">
                <a:extLst>
                  <a:ext uri="{FF2B5EF4-FFF2-40B4-BE49-F238E27FC236}">
                    <a16:creationId xmlns:a16="http://schemas.microsoft.com/office/drawing/2014/main" id="{8B04A37E-8D97-4B1D-948B-D23E208A7C8F}"/>
                  </a:ext>
                </a:extLst>
              </p:cNvPr>
              <p:cNvSpPr/>
              <p:nvPr/>
            </p:nvSpPr>
            <p:spPr>
              <a:xfrm>
                <a:off x="757382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278" name="Rectangle 5277">
                <a:extLst>
                  <a:ext uri="{FF2B5EF4-FFF2-40B4-BE49-F238E27FC236}">
                    <a16:creationId xmlns:a16="http://schemas.microsoft.com/office/drawing/2014/main" id="{4E2AC16B-51E1-41D7-850D-089913FA0710}"/>
                  </a:ext>
                </a:extLst>
              </p:cNvPr>
              <p:cNvSpPr/>
              <p:nvPr/>
            </p:nvSpPr>
            <p:spPr>
              <a:xfrm>
                <a:off x="577466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279" name="Rectangle 5278">
                <a:extLst>
                  <a:ext uri="{FF2B5EF4-FFF2-40B4-BE49-F238E27FC236}">
                    <a16:creationId xmlns:a16="http://schemas.microsoft.com/office/drawing/2014/main" id="{ABD2CAC0-2F5A-43BF-9285-075F799C766E}"/>
                  </a:ext>
                </a:extLst>
              </p:cNvPr>
              <p:cNvSpPr/>
              <p:nvPr/>
            </p:nvSpPr>
            <p:spPr>
              <a:xfrm>
                <a:off x="937298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280" name="Rectangle 5279">
                <a:extLst>
                  <a:ext uri="{FF2B5EF4-FFF2-40B4-BE49-F238E27FC236}">
                    <a16:creationId xmlns:a16="http://schemas.microsoft.com/office/drawing/2014/main" id="{999CE40A-43D1-483F-B106-A1856CAA9F04}"/>
                  </a:ext>
                </a:extLst>
              </p:cNvPr>
              <p:cNvSpPr/>
              <p:nvPr/>
            </p:nvSpPr>
            <p:spPr>
              <a:xfrm>
                <a:off x="1117130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281" name="Rectangle 5280">
                <a:extLst>
                  <a:ext uri="{FF2B5EF4-FFF2-40B4-BE49-F238E27FC236}">
                    <a16:creationId xmlns:a16="http://schemas.microsoft.com/office/drawing/2014/main" id="{C0F37D39-5B1E-4FAC-B92D-81898ED4650F}"/>
                  </a:ext>
                </a:extLst>
              </p:cNvPr>
              <p:cNvSpPr/>
              <p:nvPr/>
            </p:nvSpPr>
            <p:spPr>
              <a:xfrm>
                <a:off x="1297046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282" name="Rectangle 5281">
                <a:extLst>
                  <a:ext uri="{FF2B5EF4-FFF2-40B4-BE49-F238E27FC236}">
                    <a16:creationId xmlns:a16="http://schemas.microsoft.com/office/drawing/2014/main" id="{9484DA9C-513E-45E5-8E6A-11E52AC4CEC4}"/>
                  </a:ext>
                </a:extLst>
              </p:cNvPr>
              <p:cNvSpPr/>
              <p:nvPr/>
            </p:nvSpPr>
            <p:spPr>
              <a:xfrm>
                <a:off x="577340" y="167393"/>
                <a:ext cx="900000" cy="974051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3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</p:grpSp>
        <p:grpSp>
          <p:nvGrpSpPr>
            <p:cNvPr id="5122" name="Groupe 5121"/>
            <p:cNvGrpSpPr/>
            <p:nvPr userDrawn="1"/>
          </p:nvGrpSpPr>
          <p:grpSpPr>
            <a:xfrm>
              <a:off x="6873476" y="119996"/>
              <a:ext cx="900000" cy="975016"/>
              <a:chOff x="577340" y="166428"/>
              <a:chExt cx="900000" cy="975016"/>
            </a:xfrm>
          </p:grpSpPr>
          <p:sp>
            <p:nvSpPr>
              <p:cNvPr id="5231" name="Rectangle 5230">
                <a:extLst>
                  <a:ext uri="{FF2B5EF4-FFF2-40B4-BE49-F238E27FC236}">
                    <a16:creationId xmlns:a16="http://schemas.microsoft.com/office/drawing/2014/main" id="{2072BB47-84CB-47FD-8A25-43491CA83C8F}"/>
                  </a:ext>
                </a:extLst>
              </p:cNvPr>
              <p:cNvSpPr/>
              <p:nvPr/>
            </p:nvSpPr>
            <p:spPr>
              <a:xfrm>
                <a:off x="757550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232" name="Rectangle 5231">
                <a:extLst>
                  <a:ext uri="{FF2B5EF4-FFF2-40B4-BE49-F238E27FC236}">
                    <a16:creationId xmlns:a16="http://schemas.microsoft.com/office/drawing/2014/main" id="{FD392A82-503D-4B66-9AF9-9E65B8C12603}"/>
                  </a:ext>
                </a:extLst>
              </p:cNvPr>
              <p:cNvSpPr/>
              <p:nvPr/>
            </p:nvSpPr>
            <p:spPr>
              <a:xfrm>
                <a:off x="577634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233" name="Rectangle 5232">
                <a:extLst>
                  <a:ext uri="{FF2B5EF4-FFF2-40B4-BE49-F238E27FC236}">
                    <a16:creationId xmlns:a16="http://schemas.microsoft.com/office/drawing/2014/main" id="{E8131C02-69AB-405B-82D1-978E3C621405}"/>
                  </a:ext>
                </a:extLst>
              </p:cNvPr>
              <p:cNvSpPr/>
              <p:nvPr/>
            </p:nvSpPr>
            <p:spPr>
              <a:xfrm>
                <a:off x="937466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234" name="Rectangle 5233">
                <a:extLst>
                  <a:ext uri="{FF2B5EF4-FFF2-40B4-BE49-F238E27FC236}">
                    <a16:creationId xmlns:a16="http://schemas.microsoft.com/office/drawing/2014/main" id="{F369E73F-6F1E-4CCA-9F58-1EF6C7EB008B}"/>
                  </a:ext>
                </a:extLst>
              </p:cNvPr>
              <p:cNvSpPr/>
              <p:nvPr/>
            </p:nvSpPr>
            <p:spPr>
              <a:xfrm>
                <a:off x="1117298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235" name="Rectangle 5234">
                <a:extLst>
                  <a:ext uri="{FF2B5EF4-FFF2-40B4-BE49-F238E27FC236}">
                    <a16:creationId xmlns:a16="http://schemas.microsoft.com/office/drawing/2014/main" id="{E4D8B003-AF02-4D34-8F85-57B55CDD3871}"/>
                  </a:ext>
                </a:extLst>
              </p:cNvPr>
              <p:cNvSpPr/>
              <p:nvPr/>
            </p:nvSpPr>
            <p:spPr>
              <a:xfrm>
                <a:off x="1297214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236" name="Rectangle 5235">
                <a:extLst>
                  <a:ext uri="{FF2B5EF4-FFF2-40B4-BE49-F238E27FC236}">
                    <a16:creationId xmlns:a16="http://schemas.microsoft.com/office/drawing/2014/main" id="{14BBDF8A-4682-45D3-ABAD-64B00A4ED731}"/>
                  </a:ext>
                </a:extLst>
              </p:cNvPr>
              <p:cNvSpPr/>
              <p:nvPr/>
            </p:nvSpPr>
            <p:spPr>
              <a:xfrm>
                <a:off x="757466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237" name="Rectangle 5236">
                <a:extLst>
                  <a:ext uri="{FF2B5EF4-FFF2-40B4-BE49-F238E27FC236}">
                    <a16:creationId xmlns:a16="http://schemas.microsoft.com/office/drawing/2014/main" id="{C13E0C4B-1D4F-471E-A5AD-E4BC58BB3024}"/>
                  </a:ext>
                </a:extLst>
              </p:cNvPr>
              <p:cNvSpPr/>
              <p:nvPr/>
            </p:nvSpPr>
            <p:spPr>
              <a:xfrm>
                <a:off x="577550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238" name="Rectangle 5237">
                <a:extLst>
                  <a:ext uri="{FF2B5EF4-FFF2-40B4-BE49-F238E27FC236}">
                    <a16:creationId xmlns:a16="http://schemas.microsoft.com/office/drawing/2014/main" id="{1E8CE2AB-2430-43FD-88E9-634F132AAB31}"/>
                  </a:ext>
                </a:extLst>
              </p:cNvPr>
              <p:cNvSpPr/>
              <p:nvPr/>
            </p:nvSpPr>
            <p:spPr>
              <a:xfrm>
                <a:off x="937382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239" name="Rectangle 5238">
                <a:extLst>
                  <a:ext uri="{FF2B5EF4-FFF2-40B4-BE49-F238E27FC236}">
                    <a16:creationId xmlns:a16="http://schemas.microsoft.com/office/drawing/2014/main" id="{9E64BB36-121D-45B5-AE9E-04F22BB2C216}"/>
                  </a:ext>
                </a:extLst>
              </p:cNvPr>
              <p:cNvSpPr/>
              <p:nvPr/>
            </p:nvSpPr>
            <p:spPr>
              <a:xfrm>
                <a:off x="1117214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240" name="Rectangle 5239">
                <a:extLst>
                  <a:ext uri="{FF2B5EF4-FFF2-40B4-BE49-F238E27FC236}">
                    <a16:creationId xmlns:a16="http://schemas.microsoft.com/office/drawing/2014/main" id="{13321878-5F07-4A14-B23A-57FA538E97B3}"/>
                  </a:ext>
                </a:extLst>
              </p:cNvPr>
              <p:cNvSpPr/>
              <p:nvPr/>
            </p:nvSpPr>
            <p:spPr>
              <a:xfrm>
                <a:off x="1297130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241" name="Rectangle 5240">
                <a:extLst>
                  <a:ext uri="{FF2B5EF4-FFF2-40B4-BE49-F238E27FC236}">
                    <a16:creationId xmlns:a16="http://schemas.microsoft.com/office/drawing/2014/main" id="{3E8B26BB-C162-4CAF-8919-EF4839B4A043}"/>
                  </a:ext>
                </a:extLst>
              </p:cNvPr>
              <p:cNvSpPr/>
              <p:nvPr/>
            </p:nvSpPr>
            <p:spPr>
              <a:xfrm>
                <a:off x="757550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242" name="Rectangle 5241">
                <a:extLst>
                  <a:ext uri="{FF2B5EF4-FFF2-40B4-BE49-F238E27FC236}">
                    <a16:creationId xmlns:a16="http://schemas.microsoft.com/office/drawing/2014/main" id="{C8C38007-7AE0-49F4-AA4F-ED66905690A4}"/>
                  </a:ext>
                </a:extLst>
              </p:cNvPr>
              <p:cNvSpPr/>
              <p:nvPr/>
            </p:nvSpPr>
            <p:spPr>
              <a:xfrm>
                <a:off x="577634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243" name="Rectangle 5242">
                <a:extLst>
                  <a:ext uri="{FF2B5EF4-FFF2-40B4-BE49-F238E27FC236}">
                    <a16:creationId xmlns:a16="http://schemas.microsoft.com/office/drawing/2014/main" id="{5A8361CA-680F-45F3-A21C-8BEEE02F34C3}"/>
                  </a:ext>
                </a:extLst>
              </p:cNvPr>
              <p:cNvSpPr/>
              <p:nvPr/>
            </p:nvSpPr>
            <p:spPr>
              <a:xfrm>
                <a:off x="937466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244" name="Rectangle 5243">
                <a:extLst>
                  <a:ext uri="{FF2B5EF4-FFF2-40B4-BE49-F238E27FC236}">
                    <a16:creationId xmlns:a16="http://schemas.microsoft.com/office/drawing/2014/main" id="{3C722730-A2DD-4CBE-B807-91549D72388A}"/>
                  </a:ext>
                </a:extLst>
              </p:cNvPr>
              <p:cNvSpPr/>
              <p:nvPr/>
            </p:nvSpPr>
            <p:spPr>
              <a:xfrm>
                <a:off x="1117298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245" name="Rectangle 5244">
                <a:extLst>
                  <a:ext uri="{FF2B5EF4-FFF2-40B4-BE49-F238E27FC236}">
                    <a16:creationId xmlns:a16="http://schemas.microsoft.com/office/drawing/2014/main" id="{4B63B2AA-AD7D-4206-AB24-8D005AC5273B}"/>
                  </a:ext>
                </a:extLst>
              </p:cNvPr>
              <p:cNvSpPr/>
              <p:nvPr/>
            </p:nvSpPr>
            <p:spPr>
              <a:xfrm>
                <a:off x="1297214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246" name="Rectangle 5245">
                <a:extLst>
                  <a:ext uri="{FF2B5EF4-FFF2-40B4-BE49-F238E27FC236}">
                    <a16:creationId xmlns:a16="http://schemas.microsoft.com/office/drawing/2014/main" id="{AA6F6B95-5E2C-4B16-9D85-A798791032F6}"/>
                  </a:ext>
                </a:extLst>
              </p:cNvPr>
              <p:cNvSpPr/>
              <p:nvPr/>
            </p:nvSpPr>
            <p:spPr>
              <a:xfrm>
                <a:off x="757466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247" name="Rectangle 5246">
                <a:extLst>
                  <a:ext uri="{FF2B5EF4-FFF2-40B4-BE49-F238E27FC236}">
                    <a16:creationId xmlns:a16="http://schemas.microsoft.com/office/drawing/2014/main" id="{F2D828FA-E322-4A76-B5BA-9F0DD3C3E38E}"/>
                  </a:ext>
                </a:extLst>
              </p:cNvPr>
              <p:cNvSpPr/>
              <p:nvPr/>
            </p:nvSpPr>
            <p:spPr>
              <a:xfrm>
                <a:off x="577550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248" name="Rectangle 5247">
                <a:extLst>
                  <a:ext uri="{FF2B5EF4-FFF2-40B4-BE49-F238E27FC236}">
                    <a16:creationId xmlns:a16="http://schemas.microsoft.com/office/drawing/2014/main" id="{E9E8AA24-7BE4-48CC-9651-A0C0BDCA86BB}"/>
                  </a:ext>
                </a:extLst>
              </p:cNvPr>
              <p:cNvSpPr/>
              <p:nvPr/>
            </p:nvSpPr>
            <p:spPr>
              <a:xfrm>
                <a:off x="937382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249" name="Rectangle 5248">
                <a:extLst>
                  <a:ext uri="{FF2B5EF4-FFF2-40B4-BE49-F238E27FC236}">
                    <a16:creationId xmlns:a16="http://schemas.microsoft.com/office/drawing/2014/main" id="{5AD14553-DFCB-41AC-914D-8BC53D83B4DB}"/>
                  </a:ext>
                </a:extLst>
              </p:cNvPr>
              <p:cNvSpPr/>
              <p:nvPr/>
            </p:nvSpPr>
            <p:spPr>
              <a:xfrm>
                <a:off x="1117214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250" name="Rectangle 5249">
                <a:extLst>
                  <a:ext uri="{FF2B5EF4-FFF2-40B4-BE49-F238E27FC236}">
                    <a16:creationId xmlns:a16="http://schemas.microsoft.com/office/drawing/2014/main" id="{A316032A-87F0-4502-BC7E-864A70483D67}"/>
                  </a:ext>
                </a:extLst>
              </p:cNvPr>
              <p:cNvSpPr/>
              <p:nvPr/>
            </p:nvSpPr>
            <p:spPr>
              <a:xfrm>
                <a:off x="1297130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251" name="Rectangle 5250">
                <a:extLst>
                  <a:ext uri="{FF2B5EF4-FFF2-40B4-BE49-F238E27FC236}">
                    <a16:creationId xmlns:a16="http://schemas.microsoft.com/office/drawing/2014/main" id="{8B04A37E-8D97-4B1D-948B-D23E208A7C8F}"/>
                  </a:ext>
                </a:extLst>
              </p:cNvPr>
              <p:cNvSpPr/>
              <p:nvPr/>
            </p:nvSpPr>
            <p:spPr>
              <a:xfrm>
                <a:off x="757382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252" name="Rectangle 5251">
                <a:extLst>
                  <a:ext uri="{FF2B5EF4-FFF2-40B4-BE49-F238E27FC236}">
                    <a16:creationId xmlns:a16="http://schemas.microsoft.com/office/drawing/2014/main" id="{4E2AC16B-51E1-41D7-850D-089913FA0710}"/>
                  </a:ext>
                </a:extLst>
              </p:cNvPr>
              <p:cNvSpPr/>
              <p:nvPr/>
            </p:nvSpPr>
            <p:spPr>
              <a:xfrm>
                <a:off x="577466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253" name="Rectangle 5252">
                <a:extLst>
                  <a:ext uri="{FF2B5EF4-FFF2-40B4-BE49-F238E27FC236}">
                    <a16:creationId xmlns:a16="http://schemas.microsoft.com/office/drawing/2014/main" id="{ABD2CAC0-2F5A-43BF-9285-075F799C766E}"/>
                  </a:ext>
                </a:extLst>
              </p:cNvPr>
              <p:cNvSpPr/>
              <p:nvPr/>
            </p:nvSpPr>
            <p:spPr>
              <a:xfrm>
                <a:off x="937298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254" name="Rectangle 5253">
                <a:extLst>
                  <a:ext uri="{FF2B5EF4-FFF2-40B4-BE49-F238E27FC236}">
                    <a16:creationId xmlns:a16="http://schemas.microsoft.com/office/drawing/2014/main" id="{999CE40A-43D1-483F-B106-A1856CAA9F04}"/>
                  </a:ext>
                </a:extLst>
              </p:cNvPr>
              <p:cNvSpPr/>
              <p:nvPr/>
            </p:nvSpPr>
            <p:spPr>
              <a:xfrm>
                <a:off x="1117130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255" name="Rectangle 5254">
                <a:extLst>
                  <a:ext uri="{FF2B5EF4-FFF2-40B4-BE49-F238E27FC236}">
                    <a16:creationId xmlns:a16="http://schemas.microsoft.com/office/drawing/2014/main" id="{C0F37D39-5B1E-4FAC-B92D-81898ED4650F}"/>
                  </a:ext>
                </a:extLst>
              </p:cNvPr>
              <p:cNvSpPr/>
              <p:nvPr/>
            </p:nvSpPr>
            <p:spPr>
              <a:xfrm>
                <a:off x="1297046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256" name="Rectangle 5255">
                <a:extLst>
                  <a:ext uri="{FF2B5EF4-FFF2-40B4-BE49-F238E27FC236}">
                    <a16:creationId xmlns:a16="http://schemas.microsoft.com/office/drawing/2014/main" id="{9484DA9C-513E-45E5-8E6A-11E52AC4CEC4}"/>
                  </a:ext>
                </a:extLst>
              </p:cNvPr>
              <p:cNvSpPr/>
              <p:nvPr/>
            </p:nvSpPr>
            <p:spPr>
              <a:xfrm>
                <a:off x="577340" y="167393"/>
                <a:ext cx="900000" cy="974051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3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</p:grpSp>
        <p:grpSp>
          <p:nvGrpSpPr>
            <p:cNvPr id="5123" name="Groupe 5122"/>
            <p:cNvGrpSpPr/>
            <p:nvPr userDrawn="1"/>
          </p:nvGrpSpPr>
          <p:grpSpPr>
            <a:xfrm>
              <a:off x="7772552" y="119996"/>
              <a:ext cx="900000" cy="975016"/>
              <a:chOff x="577340" y="166428"/>
              <a:chExt cx="900000" cy="975016"/>
            </a:xfrm>
          </p:grpSpPr>
          <p:sp>
            <p:nvSpPr>
              <p:cNvPr id="5205" name="Rectangle 5204">
                <a:extLst>
                  <a:ext uri="{FF2B5EF4-FFF2-40B4-BE49-F238E27FC236}">
                    <a16:creationId xmlns:a16="http://schemas.microsoft.com/office/drawing/2014/main" id="{2072BB47-84CB-47FD-8A25-43491CA83C8F}"/>
                  </a:ext>
                </a:extLst>
              </p:cNvPr>
              <p:cNvSpPr/>
              <p:nvPr/>
            </p:nvSpPr>
            <p:spPr>
              <a:xfrm>
                <a:off x="757550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206" name="Rectangle 5205">
                <a:extLst>
                  <a:ext uri="{FF2B5EF4-FFF2-40B4-BE49-F238E27FC236}">
                    <a16:creationId xmlns:a16="http://schemas.microsoft.com/office/drawing/2014/main" id="{FD392A82-503D-4B66-9AF9-9E65B8C12603}"/>
                  </a:ext>
                </a:extLst>
              </p:cNvPr>
              <p:cNvSpPr/>
              <p:nvPr/>
            </p:nvSpPr>
            <p:spPr>
              <a:xfrm>
                <a:off x="577634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207" name="Rectangle 5206">
                <a:extLst>
                  <a:ext uri="{FF2B5EF4-FFF2-40B4-BE49-F238E27FC236}">
                    <a16:creationId xmlns:a16="http://schemas.microsoft.com/office/drawing/2014/main" id="{E8131C02-69AB-405B-82D1-978E3C621405}"/>
                  </a:ext>
                </a:extLst>
              </p:cNvPr>
              <p:cNvSpPr/>
              <p:nvPr/>
            </p:nvSpPr>
            <p:spPr>
              <a:xfrm>
                <a:off x="937466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208" name="Rectangle 5207">
                <a:extLst>
                  <a:ext uri="{FF2B5EF4-FFF2-40B4-BE49-F238E27FC236}">
                    <a16:creationId xmlns:a16="http://schemas.microsoft.com/office/drawing/2014/main" id="{F369E73F-6F1E-4CCA-9F58-1EF6C7EB008B}"/>
                  </a:ext>
                </a:extLst>
              </p:cNvPr>
              <p:cNvSpPr/>
              <p:nvPr/>
            </p:nvSpPr>
            <p:spPr>
              <a:xfrm>
                <a:off x="1117298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209" name="Rectangle 5208">
                <a:extLst>
                  <a:ext uri="{FF2B5EF4-FFF2-40B4-BE49-F238E27FC236}">
                    <a16:creationId xmlns:a16="http://schemas.microsoft.com/office/drawing/2014/main" id="{E4D8B003-AF02-4D34-8F85-57B55CDD3871}"/>
                  </a:ext>
                </a:extLst>
              </p:cNvPr>
              <p:cNvSpPr/>
              <p:nvPr/>
            </p:nvSpPr>
            <p:spPr>
              <a:xfrm>
                <a:off x="1297214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210" name="Rectangle 5209">
                <a:extLst>
                  <a:ext uri="{FF2B5EF4-FFF2-40B4-BE49-F238E27FC236}">
                    <a16:creationId xmlns:a16="http://schemas.microsoft.com/office/drawing/2014/main" id="{14BBDF8A-4682-45D3-ABAD-64B00A4ED731}"/>
                  </a:ext>
                </a:extLst>
              </p:cNvPr>
              <p:cNvSpPr/>
              <p:nvPr/>
            </p:nvSpPr>
            <p:spPr>
              <a:xfrm>
                <a:off x="757466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211" name="Rectangle 5210">
                <a:extLst>
                  <a:ext uri="{FF2B5EF4-FFF2-40B4-BE49-F238E27FC236}">
                    <a16:creationId xmlns:a16="http://schemas.microsoft.com/office/drawing/2014/main" id="{C13E0C4B-1D4F-471E-A5AD-E4BC58BB3024}"/>
                  </a:ext>
                </a:extLst>
              </p:cNvPr>
              <p:cNvSpPr/>
              <p:nvPr/>
            </p:nvSpPr>
            <p:spPr>
              <a:xfrm>
                <a:off x="577550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212" name="Rectangle 5211">
                <a:extLst>
                  <a:ext uri="{FF2B5EF4-FFF2-40B4-BE49-F238E27FC236}">
                    <a16:creationId xmlns:a16="http://schemas.microsoft.com/office/drawing/2014/main" id="{1E8CE2AB-2430-43FD-88E9-634F132AAB31}"/>
                  </a:ext>
                </a:extLst>
              </p:cNvPr>
              <p:cNvSpPr/>
              <p:nvPr/>
            </p:nvSpPr>
            <p:spPr>
              <a:xfrm>
                <a:off x="937382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213" name="Rectangle 5212">
                <a:extLst>
                  <a:ext uri="{FF2B5EF4-FFF2-40B4-BE49-F238E27FC236}">
                    <a16:creationId xmlns:a16="http://schemas.microsoft.com/office/drawing/2014/main" id="{9E64BB36-121D-45B5-AE9E-04F22BB2C216}"/>
                  </a:ext>
                </a:extLst>
              </p:cNvPr>
              <p:cNvSpPr/>
              <p:nvPr/>
            </p:nvSpPr>
            <p:spPr>
              <a:xfrm>
                <a:off x="1117214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214" name="Rectangle 5213">
                <a:extLst>
                  <a:ext uri="{FF2B5EF4-FFF2-40B4-BE49-F238E27FC236}">
                    <a16:creationId xmlns:a16="http://schemas.microsoft.com/office/drawing/2014/main" id="{13321878-5F07-4A14-B23A-57FA538E97B3}"/>
                  </a:ext>
                </a:extLst>
              </p:cNvPr>
              <p:cNvSpPr/>
              <p:nvPr/>
            </p:nvSpPr>
            <p:spPr>
              <a:xfrm>
                <a:off x="1297130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215" name="Rectangle 5214">
                <a:extLst>
                  <a:ext uri="{FF2B5EF4-FFF2-40B4-BE49-F238E27FC236}">
                    <a16:creationId xmlns:a16="http://schemas.microsoft.com/office/drawing/2014/main" id="{3E8B26BB-C162-4CAF-8919-EF4839B4A043}"/>
                  </a:ext>
                </a:extLst>
              </p:cNvPr>
              <p:cNvSpPr/>
              <p:nvPr/>
            </p:nvSpPr>
            <p:spPr>
              <a:xfrm>
                <a:off x="757550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216" name="Rectangle 5215">
                <a:extLst>
                  <a:ext uri="{FF2B5EF4-FFF2-40B4-BE49-F238E27FC236}">
                    <a16:creationId xmlns:a16="http://schemas.microsoft.com/office/drawing/2014/main" id="{C8C38007-7AE0-49F4-AA4F-ED66905690A4}"/>
                  </a:ext>
                </a:extLst>
              </p:cNvPr>
              <p:cNvSpPr/>
              <p:nvPr/>
            </p:nvSpPr>
            <p:spPr>
              <a:xfrm>
                <a:off x="577634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217" name="Rectangle 5216">
                <a:extLst>
                  <a:ext uri="{FF2B5EF4-FFF2-40B4-BE49-F238E27FC236}">
                    <a16:creationId xmlns:a16="http://schemas.microsoft.com/office/drawing/2014/main" id="{5A8361CA-680F-45F3-A21C-8BEEE02F34C3}"/>
                  </a:ext>
                </a:extLst>
              </p:cNvPr>
              <p:cNvSpPr/>
              <p:nvPr/>
            </p:nvSpPr>
            <p:spPr>
              <a:xfrm>
                <a:off x="937466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218" name="Rectangle 5217">
                <a:extLst>
                  <a:ext uri="{FF2B5EF4-FFF2-40B4-BE49-F238E27FC236}">
                    <a16:creationId xmlns:a16="http://schemas.microsoft.com/office/drawing/2014/main" id="{3C722730-A2DD-4CBE-B807-91549D72388A}"/>
                  </a:ext>
                </a:extLst>
              </p:cNvPr>
              <p:cNvSpPr/>
              <p:nvPr/>
            </p:nvSpPr>
            <p:spPr>
              <a:xfrm>
                <a:off x="1117298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219" name="Rectangle 5218">
                <a:extLst>
                  <a:ext uri="{FF2B5EF4-FFF2-40B4-BE49-F238E27FC236}">
                    <a16:creationId xmlns:a16="http://schemas.microsoft.com/office/drawing/2014/main" id="{4B63B2AA-AD7D-4206-AB24-8D005AC5273B}"/>
                  </a:ext>
                </a:extLst>
              </p:cNvPr>
              <p:cNvSpPr/>
              <p:nvPr/>
            </p:nvSpPr>
            <p:spPr>
              <a:xfrm>
                <a:off x="1297214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220" name="Rectangle 5219">
                <a:extLst>
                  <a:ext uri="{FF2B5EF4-FFF2-40B4-BE49-F238E27FC236}">
                    <a16:creationId xmlns:a16="http://schemas.microsoft.com/office/drawing/2014/main" id="{AA6F6B95-5E2C-4B16-9D85-A798791032F6}"/>
                  </a:ext>
                </a:extLst>
              </p:cNvPr>
              <p:cNvSpPr/>
              <p:nvPr/>
            </p:nvSpPr>
            <p:spPr>
              <a:xfrm>
                <a:off x="757466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221" name="Rectangle 5220">
                <a:extLst>
                  <a:ext uri="{FF2B5EF4-FFF2-40B4-BE49-F238E27FC236}">
                    <a16:creationId xmlns:a16="http://schemas.microsoft.com/office/drawing/2014/main" id="{F2D828FA-E322-4A76-B5BA-9F0DD3C3E38E}"/>
                  </a:ext>
                </a:extLst>
              </p:cNvPr>
              <p:cNvSpPr/>
              <p:nvPr/>
            </p:nvSpPr>
            <p:spPr>
              <a:xfrm>
                <a:off x="577550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222" name="Rectangle 5221">
                <a:extLst>
                  <a:ext uri="{FF2B5EF4-FFF2-40B4-BE49-F238E27FC236}">
                    <a16:creationId xmlns:a16="http://schemas.microsoft.com/office/drawing/2014/main" id="{E9E8AA24-7BE4-48CC-9651-A0C0BDCA86BB}"/>
                  </a:ext>
                </a:extLst>
              </p:cNvPr>
              <p:cNvSpPr/>
              <p:nvPr/>
            </p:nvSpPr>
            <p:spPr>
              <a:xfrm>
                <a:off x="937382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223" name="Rectangle 5222">
                <a:extLst>
                  <a:ext uri="{FF2B5EF4-FFF2-40B4-BE49-F238E27FC236}">
                    <a16:creationId xmlns:a16="http://schemas.microsoft.com/office/drawing/2014/main" id="{5AD14553-DFCB-41AC-914D-8BC53D83B4DB}"/>
                  </a:ext>
                </a:extLst>
              </p:cNvPr>
              <p:cNvSpPr/>
              <p:nvPr/>
            </p:nvSpPr>
            <p:spPr>
              <a:xfrm>
                <a:off x="1117214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224" name="Rectangle 5223">
                <a:extLst>
                  <a:ext uri="{FF2B5EF4-FFF2-40B4-BE49-F238E27FC236}">
                    <a16:creationId xmlns:a16="http://schemas.microsoft.com/office/drawing/2014/main" id="{A316032A-87F0-4502-BC7E-864A70483D67}"/>
                  </a:ext>
                </a:extLst>
              </p:cNvPr>
              <p:cNvSpPr/>
              <p:nvPr/>
            </p:nvSpPr>
            <p:spPr>
              <a:xfrm>
                <a:off x="1297130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225" name="Rectangle 5224">
                <a:extLst>
                  <a:ext uri="{FF2B5EF4-FFF2-40B4-BE49-F238E27FC236}">
                    <a16:creationId xmlns:a16="http://schemas.microsoft.com/office/drawing/2014/main" id="{8B04A37E-8D97-4B1D-948B-D23E208A7C8F}"/>
                  </a:ext>
                </a:extLst>
              </p:cNvPr>
              <p:cNvSpPr/>
              <p:nvPr/>
            </p:nvSpPr>
            <p:spPr>
              <a:xfrm>
                <a:off x="757382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226" name="Rectangle 5225">
                <a:extLst>
                  <a:ext uri="{FF2B5EF4-FFF2-40B4-BE49-F238E27FC236}">
                    <a16:creationId xmlns:a16="http://schemas.microsoft.com/office/drawing/2014/main" id="{4E2AC16B-51E1-41D7-850D-089913FA0710}"/>
                  </a:ext>
                </a:extLst>
              </p:cNvPr>
              <p:cNvSpPr/>
              <p:nvPr/>
            </p:nvSpPr>
            <p:spPr>
              <a:xfrm>
                <a:off x="577466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227" name="Rectangle 5226">
                <a:extLst>
                  <a:ext uri="{FF2B5EF4-FFF2-40B4-BE49-F238E27FC236}">
                    <a16:creationId xmlns:a16="http://schemas.microsoft.com/office/drawing/2014/main" id="{ABD2CAC0-2F5A-43BF-9285-075F799C766E}"/>
                  </a:ext>
                </a:extLst>
              </p:cNvPr>
              <p:cNvSpPr/>
              <p:nvPr/>
            </p:nvSpPr>
            <p:spPr>
              <a:xfrm>
                <a:off x="937298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228" name="Rectangle 5227">
                <a:extLst>
                  <a:ext uri="{FF2B5EF4-FFF2-40B4-BE49-F238E27FC236}">
                    <a16:creationId xmlns:a16="http://schemas.microsoft.com/office/drawing/2014/main" id="{999CE40A-43D1-483F-B106-A1856CAA9F04}"/>
                  </a:ext>
                </a:extLst>
              </p:cNvPr>
              <p:cNvSpPr/>
              <p:nvPr/>
            </p:nvSpPr>
            <p:spPr>
              <a:xfrm>
                <a:off x="1117130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229" name="Rectangle 5228">
                <a:extLst>
                  <a:ext uri="{FF2B5EF4-FFF2-40B4-BE49-F238E27FC236}">
                    <a16:creationId xmlns:a16="http://schemas.microsoft.com/office/drawing/2014/main" id="{C0F37D39-5B1E-4FAC-B92D-81898ED4650F}"/>
                  </a:ext>
                </a:extLst>
              </p:cNvPr>
              <p:cNvSpPr/>
              <p:nvPr/>
            </p:nvSpPr>
            <p:spPr>
              <a:xfrm>
                <a:off x="1297046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230" name="Rectangle 5229">
                <a:extLst>
                  <a:ext uri="{FF2B5EF4-FFF2-40B4-BE49-F238E27FC236}">
                    <a16:creationId xmlns:a16="http://schemas.microsoft.com/office/drawing/2014/main" id="{9484DA9C-513E-45E5-8E6A-11E52AC4CEC4}"/>
                  </a:ext>
                </a:extLst>
              </p:cNvPr>
              <p:cNvSpPr/>
              <p:nvPr/>
            </p:nvSpPr>
            <p:spPr>
              <a:xfrm>
                <a:off x="577340" y="167393"/>
                <a:ext cx="900000" cy="974051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3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</p:grpSp>
        <p:grpSp>
          <p:nvGrpSpPr>
            <p:cNvPr id="5124" name="Groupe 5123"/>
            <p:cNvGrpSpPr/>
            <p:nvPr userDrawn="1"/>
          </p:nvGrpSpPr>
          <p:grpSpPr>
            <a:xfrm>
              <a:off x="8672006" y="119033"/>
              <a:ext cx="900000" cy="975016"/>
              <a:chOff x="577340" y="166428"/>
              <a:chExt cx="900000" cy="975016"/>
            </a:xfrm>
          </p:grpSpPr>
          <p:sp>
            <p:nvSpPr>
              <p:cNvPr id="5179" name="Rectangle 5178">
                <a:extLst>
                  <a:ext uri="{FF2B5EF4-FFF2-40B4-BE49-F238E27FC236}">
                    <a16:creationId xmlns:a16="http://schemas.microsoft.com/office/drawing/2014/main" id="{2072BB47-84CB-47FD-8A25-43491CA83C8F}"/>
                  </a:ext>
                </a:extLst>
              </p:cNvPr>
              <p:cNvSpPr/>
              <p:nvPr/>
            </p:nvSpPr>
            <p:spPr>
              <a:xfrm>
                <a:off x="757550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180" name="Rectangle 5179">
                <a:extLst>
                  <a:ext uri="{FF2B5EF4-FFF2-40B4-BE49-F238E27FC236}">
                    <a16:creationId xmlns:a16="http://schemas.microsoft.com/office/drawing/2014/main" id="{FD392A82-503D-4B66-9AF9-9E65B8C12603}"/>
                  </a:ext>
                </a:extLst>
              </p:cNvPr>
              <p:cNvSpPr/>
              <p:nvPr/>
            </p:nvSpPr>
            <p:spPr>
              <a:xfrm>
                <a:off x="577634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181" name="Rectangle 5180">
                <a:extLst>
                  <a:ext uri="{FF2B5EF4-FFF2-40B4-BE49-F238E27FC236}">
                    <a16:creationId xmlns:a16="http://schemas.microsoft.com/office/drawing/2014/main" id="{E8131C02-69AB-405B-82D1-978E3C621405}"/>
                  </a:ext>
                </a:extLst>
              </p:cNvPr>
              <p:cNvSpPr/>
              <p:nvPr/>
            </p:nvSpPr>
            <p:spPr>
              <a:xfrm>
                <a:off x="937466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182" name="Rectangle 5181">
                <a:extLst>
                  <a:ext uri="{FF2B5EF4-FFF2-40B4-BE49-F238E27FC236}">
                    <a16:creationId xmlns:a16="http://schemas.microsoft.com/office/drawing/2014/main" id="{F369E73F-6F1E-4CCA-9F58-1EF6C7EB008B}"/>
                  </a:ext>
                </a:extLst>
              </p:cNvPr>
              <p:cNvSpPr/>
              <p:nvPr/>
            </p:nvSpPr>
            <p:spPr>
              <a:xfrm>
                <a:off x="1117298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183" name="Rectangle 5182">
                <a:extLst>
                  <a:ext uri="{FF2B5EF4-FFF2-40B4-BE49-F238E27FC236}">
                    <a16:creationId xmlns:a16="http://schemas.microsoft.com/office/drawing/2014/main" id="{E4D8B003-AF02-4D34-8F85-57B55CDD3871}"/>
                  </a:ext>
                </a:extLst>
              </p:cNvPr>
              <p:cNvSpPr/>
              <p:nvPr/>
            </p:nvSpPr>
            <p:spPr>
              <a:xfrm>
                <a:off x="1297214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184" name="Rectangle 5183">
                <a:extLst>
                  <a:ext uri="{FF2B5EF4-FFF2-40B4-BE49-F238E27FC236}">
                    <a16:creationId xmlns:a16="http://schemas.microsoft.com/office/drawing/2014/main" id="{14BBDF8A-4682-45D3-ABAD-64B00A4ED731}"/>
                  </a:ext>
                </a:extLst>
              </p:cNvPr>
              <p:cNvSpPr/>
              <p:nvPr/>
            </p:nvSpPr>
            <p:spPr>
              <a:xfrm>
                <a:off x="757466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185" name="Rectangle 5184">
                <a:extLst>
                  <a:ext uri="{FF2B5EF4-FFF2-40B4-BE49-F238E27FC236}">
                    <a16:creationId xmlns:a16="http://schemas.microsoft.com/office/drawing/2014/main" id="{C13E0C4B-1D4F-471E-A5AD-E4BC58BB3024}"/>
                  </a:ext>
                </a:extLst>
              </p:cNvPr>
              <p:cNvSpPr/>
              <p:nvPr/>
            </p:nvSpPr>
            <p:spPr>
              <a:xfrm>
                <a:off x="577550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186" name="Rectangle 5185">
                <a:extLst>
                  <a:ext uri="{FF2B5EF4-FFF2-40B4-BE49-F238E27FC236}">
                    <a16:creationId xmlns:a16="http://schemas.microsoft.com/office/drawing/2014/main" id="{1E8CE2AB-2430-43FD-88E9-634F132AAB31}"/>
                  </a:ext>
                </a:extLst>
              </p:cNvPr>
              <p:cNvSpPr/>
              <p:nvPr/>
            </p:nvSpPr>
            <p:spPr>
              <a:xfrm>
                <a:off x="937382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187" name="Rectangle 5186">
                <a:extLst>
                  <a:ext uri="{FF2B5EF4-FFF2-40B4-BE49-F238E27FC236}">
                    <a16:creationId xmlns:a16="http://schemas.microsoft.com/office/drawing/2014/main" id="{9E64BB36-121D-45B5-AE9E-04F22BB2C216}"/>
                  </a:ext>
                </a:extLst>
              </p:cNvPr>
              <p:cNvSpPr/>
              <p:nvPr/>
            </p:nvSpPr>
            <p:spPr>
              <a:xfrm>
                <a:off x="1117214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188" name="Rectangle 5187">
                <a:extLst>
                  <a:ext uri="{FF2B5EF4-FFF2-40B4-BE49-F238E27FC236}">
                    <a16:creationId xmlns:a16="http://schemas.microsoft.com/office/drawing/2014/main" id="{13321878-5F07-4A14-B23A-57FA538E97B3}"/>
                  </a:ext>
                </a:extLst>
              </p:cNvPr>
              <p:cNvSpPr/>
              <p:nvPr/>
            </p:nvSpPr>
            <p:spPr>
              <a:xfrm>
                <a:off x="1297130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189" name="Rectangle 5188">
                <a:extLst>
                  <a:ext uri="{FF2B5EF4-FFF2-40B4-BE49-F238E27FC236}">
                    <a16:creationId xmlns:a16="http://schemas.microsoft.com/office/drawing/2014/main" id="{3E8B26BB-C162-4CAF-8919-EF4839B4A043}"/>
                  </a:ext>
                </a:extLst>
              </p:cNvPr>
              <p:cNvSpPr/>
              <p:nvPr/>
            </p:nvSpPr>
            <p:spPr>
              <a:xfrm>
                <a:off x="757550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190" name="Rectangle 5189">
                <a:extLst>
                  <a:ext uri="{FF2B5EF4-FFF2-40B4-BE49-F238E27FC236}">
                    <a16:creationId xmlns:a16="http://schemas.microsoft.com/office/drawing/2014/main" id="{C8C38007-7AE0-49F4-AA4F-ED66905690A4}"/>
                  </a:ext>
                </a:extLst>
              </p:cNvPr>
              <p:cNvSpPr/>
              <p:nvPr/>
            </p:nvSpPr>
            <p:spPr>
              <a:xfrm>
                <a:off x="577634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191" name="Rectangle 5190">
                <a:extLst>
                  <a:ext uri="{FF2B5EF4-FFF2-40B4-BE49-F238E27FC236}">
                    <a16:creationId xmlns:a16="http://schemas.microsoft.com/office/drawing/2014/main" id="{5A8361CA-680F-45F3-A21C-8BEEE02F34C3}"/>
                  </a:ext>
                </a:extLst>
              </p:cNvPr>
              <p:cNvSpPr/>
              <p:nvPr/>
            </p:nvSpPr>
            <p:spPr>
              <a:xfrm>
                <a:off x="937466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192" name="Rectangle 5191">
                <a:extLst>
                  <a:ext uri="{FF2B5EF4-FFF2-40B4-BE49-F238E27FC236}">
                    <a16:creationId xmlns:a16="http://schemas.microsoft.com/office/drawing/2014/main" id="{3C722730-A2DD-4CBE-B807-91549D72388A}"/>
                  </a:ext>
                </a:extLst>
              </p:cNvPr>
              <p:cNvSpPr/>
              <p:nvPr/>
            </p:nvSpPr>
            <p:spPr>
              <a:xfrm>
                <a:off x="1117298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193" name="Rectangle 5192">
                <a:extLst>
                  <a:ext uri="{FF2B5EF4-FFF2-40B4-BE49-F238E27FC236}">
                    <a16:creationId xmlns:a16="http://schemas.microsoft.com/office/drawing/2014/main" id="{4B63B2AA-AD7D-4206-AB24-8D005AC5273B}"/>
                  </a:ext>
                </a:extLst>
              </p:cNvPr>
              <p:cNvSpPr/>
              <p:nvPr/>
            </p:nvSpPr>
            <p:spPr>
              <a:xfrm>
                <a:off x="1297214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194" name="Rectangle 5193">
                <a:extLst>
                  <a:ext uri="{FF2B5EF4-FFF2-40B4-BE49-F238E27FC236}">
                    <a16:creationId xmlns:a16="http://schemas.microsoft.com/office/drawing/2014/main" id="{AA6F6B95-5E2C-4B16-9D85-A798791032F6}"/>
                  </a:ext>
                </a:extLst>
              </p:cNvPr>
              <p:cNvSpPr/>
              <p:nvPr/>
            </p:nvSpPr>
            <p:spPr>
              <a:xfrm>
                <a:off x="757466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195" name="Rectangle 5194">
                <a:extLst>
                  <a:ext uri="{FF2B5EF4-FFF2-40B4-BE49-F238E27FC236}">
                    <a16:creationId xmlns:a16="http://schemas.microsoft.com/office/drawing/2014/main" id="{F2D828FA-E322-4A76-B5BA-9F0DD3C3E38E}"/>
                  </a:ext>
                </a:extLst>
              </p:cNvPr>
              <p:cNvSpPr/>
              <p:nvPr/>
            </p:nvSpPr>
            <p:spPr>
              <a:xfrm>
                <a:off x="577550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196" name="Rectangle 5195">
                <a:extLst>
                  <a:ext uri="{FF2B5EF4-FFF2-40B4-BE49-F238E27FC236}">
                    <a16:creationId xmlns:a16="http://schemas.microsoft.com/office/drawing/2014/main" id="{E9E8AA24-7BE4-48CC-9651-A0C0BDCA86BB}"/>
                  </a:ext>
                </a:extLst>
              </p:cNvPr>
              <p:cNvSpPr/>
              <p:nvPr/>
            </p:nvSpPr>
            <p:spPr>
              <a:xfrm>
                <a:off x="937382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197" name="Rectangle 5196">
                <a:extLst>
                  <a:ext uri="{FF2B5EF4-FFF2-40B4-BE49-F238E27FC236}">
                    <a16:creationId xmlns:a16="http://schemas.microsoft.com/office/drawing/2014/main" id="{5AD14553-DFCB-41AC-914D-8BC53D83B4DB}"/>
                  </a:ext>
                </a:extLst>
              </p:cNvPr>
              <p:cNvSpPr/>
              <p:nvPr/>
            </p:nvSpPr>
            <p:spPr>
              <a:xfrm>
                <a:off x="1117214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198" name="Rectangle 5197">
                <a:extLst>
                  <a:ext uri="{FF2B5EF4-FFF2-40B4-BE49-F238E27FC236}">
                    <a16:creationId xmlns:a16="http://schemas.microsoft.com/office/drawing/2014/main" id="{A316032A-87F0-4502-BC7E-864A70483D67}"/>
                  </a:ext>
                </a:extLst>
              </p:cNvPr>
              <p:cNvSpPr/>
              <p:nvPr/>
            </p:nvSpPr>
            <p:spPr>
              <a:xfrm>
                <a:off x="1297130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199" name="Rectangle 5198">
                <a:extLst>
                  <a:ext uri="{FF2B5EF4-FFF2-40B4-BE49-F238E27FC236}">
                    <a16:creationId xmlns:a16="http://schemas.microsoft.com/office/drawing/2014/main" id="{8B04A37E-8D97-4B1D-948B-D23E208A7C8F}"/>
                  </a:ext>
                </a:extLst>
              </p:cNvPr>
              <p:cNvSpPr/>
              <p:nvPr/>
            </p:nvSpPr>
            <p:spPr>
              <a:xfrm>
                <a:off x="757382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200" name="Rectangle 5199">
                <a:extLst>
                  <a:ext uri="{FF2B5EF4-FFF2-40B4-BE49-F238E27FC236}">
                    <a16:creationId xmlns:a16="http://schemas.microsoft.com/office/drawing/2014/main" id="{4E2AC16B-51E1-41D7-850D-089913FA0710}"/>
                  </a:ext>
                </a:extLst>
              </p:cNvPr>
              <p:cNvSpPr/>
              <p:nvPr/>
            </p:nvSpPr>
            <p:spPr>
              <a:xfrm>
                <a:off x="577466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201" name="Rectangle 5200">
                <a:extLst>
                  <a:ext uri="{FF2B5EF4-FFF2-40B4-BE49-F238E27FC236}">
                    <a16:creationId xmlns:a16="http://schemas.microsoft.com/office/drawing/2014/main" id="{ABD2CAC0-2F5A-43BF-9285-075F799C766E}"/>
                  </a:ext>
                </a:extLst>
              </p:cNvPr>
              <p:cNvSpPr/>
              <p:nvPr/>
            </p:nvSpPr>
            <p:spPr>
              <a:xfrm>
                <a:off x="937298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202" name="Rectangle 5201">
                <a:extLst>
                  <a:ext uri="{FF2B5EF4-FFF2-40B4-BE49-F238E27FC236}">
                    <a16:creationId xmlns:a16="http://schemas.microsoft.com/office/drawing/2014/main" id="{999CE40A-43D1-483F-B106-A1856CAA9F04}"/>
                  </a:ext>
                </a:extLst>
              </p:cNvPr>
              <p:cNvSpPr/>
              <p:nvPr/>
            </p:nvSpPr>
            <p:spPr>
              <a:xfrm>
                <a:off x="1117130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203" name="Rectangle 5202">
                <a:extLst>
                  <a:ext uri="{FF2B5EF4-FFF2-40B4-BE49-F238E27FC236}">
                    <a16:creationId xmlns:a16="http://schemas.microsoft.com/office/drawing/2014/main" id="{C0F37D39-5B1E-4FAC-B92D-81898ED4650F}"/>
                  </a:ext>
                </a:extLst>
              </p:cNvPr>
              <p:cNvSpPr/>
              <p:nvPr/>
            </p:nvSpPr>
            <p:spPr>
              <a:xfrm>
                <a:off x="1297046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204" name="Rectangle 5203">
                <a:extLst>
                  <a:ext uri="{FF2B5EF4-FFF2-40B4-BE49-F238E27FC236}">
                    <a16:creationId xmlns:a16="http://schemas.microsoft.com/office/drawing/2014/main" id="{9484DA9C-513E-45E5-8E6A-11E52AC4CEC4}"/>
                  </a:ext>
                </a:extLst>
              </p:cNvPr>
              <p:cNvSpPr/>
              <p:nvPr/>
            </p:nvSpPr>
            <p:spPr>
              <a:xfrm>
                <a:off x="577340" y="167393"/>
                <a:ext cx="900000" cy="974051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3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</p:grpSp>
        <p:grpSp>
          <p:nvGrpSpPr>
            <p:cNvPr id="5125" name="Groupe 5124"/>
            <p:cNvGrpSpPr/>
            <p:nvPr userDrawn="1"/>
          </p:nvGrpSpPr>
          <p:grpSpPr>
            <a:xfrm>
              <a:off x="9571376" y="119033"/>
              <a:ext cx="900000" cy="975016"/>
              <a:chOff x="577340" y="166428"/>
              <a:chExt cx="900000" cy="975016"/>
            </a:xfrm>
          </p:grpSpPr>
          <p:sp>
            <p:nvSpPr>
              <p:cNvPr id="5153" name="Rectangle 5152">
                <a:extLst>
                  <a:ext uri="{FF2B5EF4-FFF2-40B4-BE49-F238E27FC236}">
                    <a16:creationId xmlns:a16="http://schemas.microsoft.com/office/drawing/2014/main" id="{2072BB47-84CB-47FD-8A25-43491CA83C8F}"/>
                  </a:ext>
                </a:extLst>
              </p:cNvPr>
              <p:cNvSpPr/>
              <p:nvPr/>
            </p:nvSpPr>
            <p:spPr>
              <a:xfrm>
                <a:off x="757550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154" name="Rectangle 5153">
                <a:extLst>
                  <a:ext uri="{FF2B5EF4-FFF2-40B4-BE49-F238E27FC236}">
                    <a16:creationId xmlns:a16="http://schemas.microsoft.com/office/drawing/2014/main" id="{FD392A82-503D-4B66-9AF9-9E65B8C12603}"/>
                  </a:ext>
                </a:extLst>
              </p:cNvPr>
              <p:cNvSpPr/>
              <p:nvPr/>
            </p:nvSpPr>
            <p:spPr>
              <a:xfrm>
                <a:off x="577634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155" name="Rectangle 5154">
                <a:extLst>
                  <a:ext uri="{FF2B5EF4-FFF2-40B4-BE49-F238E27FC236}">
                    <a16:creationId xmlns:a16="http://schemas.microsoft.com/office/drawing/2014/main" id="{E8131C02-69AB-405B-82D1-978E3C621405}"/>
                  </a:ext>
                </a:extLst>
              </p:cNvPr>
              <p:cNvSpPr/>
              <p:nvPr/>
            </p:nvSpPr>
            <p:spPr>
              <a:xfrm>
                <a:off x="937466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156" name="Rectangle 5155">
                <a:extLst>
                  <a:ext uri="{FF2B5EF4-FFF2-40B4-BE49-F238E27FC236}">
                    <a16:creationId xmlns:a16="http://schemas.microsoft.com/office/drawing/2014/main" id="{F369E73F-6F1E-4CCA-9F58-1EF6C7EB008B}"/>
                  </a:ext>
                </a:extLst>
              </p:cNvPr>
              <p:cNvSpPr/>
              <p:nvPr/>
            </p:nvSpPr>
            <p:spPr>
              <a:xfrm>
                <a:off x="1117298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157" name="Rectangle 5156">
                <a:extLst>
                  <a:ext uri="{FF2B5EF4-FFF2-40B4-BE49-F238E27FC236}">
                    <a16:creationId xmlns:a16="http://schemas.microsoft.com/office/drawing/2014/main" id="{E4D8B003-AF02-4D34-8F85-57B55CDD3871}"/>
                  </a:ext>
                </a:extLst>
              </p:cNvPr>
              <p:cNvSpPr/>
              <p:nvPr/>
            </p:nvSpPr>
            <p:spPr>
              <a:xfrm>
                <a:off x="1297214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158" name="Rectangle 5157">
                <a:extLst>
                  <a:ext uri="{FF2B5EF4-FFF2-40B4-BE49-F238E27FC236}">
                    <a16:creationId xmlns:a16="http://schemas.microsoft.com/office/drawing/2014/main" id="{14BBDF8A-4682-45D3-ABAD-64B00A4ED731}"/>
                  </a:ext>
                </a:extLst>
              </p:cNvPr>
              <p:cNvSpPr/>
              <p:nvPr/>
            </p:nvSpPr>
            <p:spPr>
              <a:xfrm>
                <a:off x="757466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159" name="Rectangle 5158">
                <a:extLst>
                  <a:ext uri="{FF2B5EF4-FFF2-40B4-BE49-F238E27FC236}">
                    <a16:creationId xmlns:a16="http://schemas.microsoft.com/office/drawing/2014/main" id="{C13E0C4B-1D4F-471E-A5AD-E4BC58BB3024}"/>
                  </a:ext>
                </a:extLst>
              </p:cNvPr>
              <p:cNvSpPr/>
              <p:nvPr/>
            </p:nvSpPr>
            <p:spPr>
              <a:xfrm>
                <a:off x="577550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160" name="Rectangle 5159">
                <a:extLst>
                  <a:ext uri="{FF2B5EF4-FFF2-40B4-BE49-F238E27FC236}">
                    <a16:creationId xmlns:a16="http://schemas.microsoft.com/office/drawing/2014/main" id="{1E8CE2AB-2430-43FD-88E9-634F132AAB31}"/>
                  </a:ext>
                </a:extLst>
              </p:cNvPr>
              <p:cNvSpPr/>
              <p:nvPr/>
            </p:nvSpPr>
            <p:spPr>
              <a:xfrm>
                <a:off x="937382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161" name="Rectangle 5160">
                <a:extLst>
                  <a:ext uri="{FF2B5EF4-FFF2-40B4-BE49-F238E27FC236}">
                    <a16:creationId xmlns:a16="http://schemas.microsoft.com/office/drawing/2014/main" id="{9E64BB36-121D-45B5-AE9E-04F22BB2C216}"/>
                  </a:ext>
                </a:extLst>
              </p:cNvPr>
              <p:cNvSpPr/>
              <p:nvPr/>
            </p:nvSpPr>
            <p:spPr>
              <a:xfrm>
                <a:off x="1117214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162" name="Rectangle 5161">
                <a:extLst>
                  <a:ext uri="{FF2B5EF4-FFF2-40B4-BE49-F238E27FC236}">
                    <a16:creationId xmlns:a16="http://schemas.microsoft.com/office/drawing/2014/main" id="{13321878-5F07-4A14-B23A-57FA538E97B3}"/>
                  </a:ext>
                </a:extLst>
              </p:cNvPr>
              <p:cNvSpPr/>
              <p:nvPr/>
            </p:nvSpPr>
            <p:spPr>
              <a:xfrm>
                <a:off x="1297130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163" name="Rectangle 5162">
                <a:extLst>
                  <a:ext uri="{FF2B5EF4-FFF2-40B4-BE49-F238E27FC236}">
                    <a16:creationId xmlns:a16="http://schemas.microsoft.com/office/drawing/2014/main" id="{3E8B26BB-C162-4CAF-8919-EF4839B4A043}"/>
                  </a:ext>
                </a:extLst>
              </p:cNvPr>
              <p:cNvSpPr/>
              <p:nvPr/>
            </p:nvSpPr>
            <p:spPr>
              <a:xfrm>
                <a:off x="757550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164" name="Rectangle 5163">
                <a:extLst>
                  <a:ext uri="{FF2B5EF4-FFF2-40B4-BE49-F238E27FC236}">
                    <a16:creationId xmlns:a16="http://schemas.microsoft.com/office/drawing/2014/main" id="{C8C38007-7AE0-49F4-AA4F-ED66905690A4}"/>
                  </a:ext>
                </a:extLst>
              </p:cNvPr>
              <p:cNvSpPr/>
              <p:nvPr/>
            </p:nvSpPr>
            <p:spPr>
              <a:xfrm>
                <a:off x="577634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165" name="Rectangle 5164">
                <a:extLst>
                  <a:ext uri="{FF2B5EF4-FFF2-40B4-BE49-F238E27FC236}">
                    <a16:creationId xmlns:a16="http://schemas.microsoft.com/office/drawing/2014/main" id="{5A8361CA-680F-45F3-A21C-8BEEE02F34C3}"/>
                  </a:ext>
                </a:extLst>
              </p:cNvPr>
              <p:cNvSpPr/>
              <p:nvPr/>
            </p:nvSpPr>
            <p:spPr>
              <a:xfrm>
                <a:off x="937466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166" name="Rectangle 5165">
                <a:extLst>
                  <a:ext uri="{FF2B5EF4-FFF2-40B4-BE49-F238E27FC236}">
                    <a16:creationId xmlns:a16="http://schemas.microsoft.com/office/drawing/2014/main" id="{3C722730-A2DD-4CBE-B807-91549D72388A}"/>
                  </a:ext>
                </a:extLst>
              </p:cNvPr>
              <p:cNvSpPr/>
              <p:nvPr/>
            </p:nvSpPr>
            <p:spPr>
              <a:xfrm>
                <a:off x="1117298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167" name="Rectangle 5166">
                <a:extLst>
                  <a:ext uri="{FF2B5EF4-FFF2-40B4-BE49-F238E27FC236}">
                    <a16:creationId xmlns:a16="http://schemas.microsoft.com/office/drawing/2014/main" id="{4B63B2AA-AD7D-4206-AB24-8D005AC5273B}"/>
                  </a:ext>
                </a:extLst>
              </p:cNvPr>
              <p:cNvSpPr/>
              <p:nvPr/>
            </p:nvSpPr>
            <p:spPr>
              <a:xfrm>
                <a:off x="1297214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168" name="Rectangle 5167">
                <a:extLst>
                  <a:ext uri="{FF2B5EF4-FFF2-40B4-BE49-F238E27FC236}">
                    <a16:creationId xmlns:a16="http://schemas.microsoft.com/office/drawing/2014/main" id="{AA6F6B95-5E2C-4B16-9D85-A798791032F6}"/>
                  </a:ext>
                </a:extLst>
              </p:cNvPr>
              <p:cNvSpPr/>
              <p:nvPr/>
            </p:nvSpPr>
            <p:spPr>
              <a:xfrm>
                <a:off x="757466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169" name="Rectangle 5168">
                <a:extLst>
                  <a:ext uri="{FF2B5EF4-FFF2-40B4-BE49-F238E27FC236}">
                    <a16:creationId xmlns:a16="http://schemas.microsoft.com/office/drawing/2014/main" id="{F2D828FA-E322-4A76-B5BA-9F0DD3C3E38E}"/>
                  </a:ext>
                </a:extLst>
              </p:cNvPr>
              <p:cNvSpPr/>
              <p:nvPr/>
            </p:nvSpPr>
            <p:spPr>
              <a:xfrm>
                <a:off x="577550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170" name="Rectangle 5169">
                <a:extLst>
                  <a:ext uri="{FF2B5EF4-FFF2-40B4-BE49-F238E27FC236}">
                    <a16:creationId xmlns:a16="http://schemas.microsoft.com/office/drawing/2014/main" id="{E9E8AA24-7BE4-48CC-9651-A0C0BDCA86BB}"/>
                  </a:ext>
                </a:extLst>
              </p:cNvPr>
              <p:cNvSpPr/>
              <p:nvPr/>
            </p:nvSpPr>
            <p:spPr>
              <a:xfrm>
                <a:off x="937382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171" name="Rectangle 5170">
                <a:extLst>
                  <a:ext uri="{FF2B5EF4-FFF2-40B4-BE49-F238E27FC236}">
                    <a16:creationId xmlns:a16="http://schemas.microsoft.com/office/drawing/2014/main" id="{5AD14553-DFCB-41AC-914D-8BC53D83B4DB}"/>
                  </a:ext>
                </a:extLst>
              </p:cNvPr>
              <p:cNvSpPr/>
              <p:nvPr/>
            </p:nvSpPr>
            <p:spPr>
              <a:xfrm>
                <a:off x="1117214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172" name="Rectangle 5171">
                <a:extLst>
                  <a:ext uri="{FF2B5EF4-FFF2-40B4-BE49-F238E27FC236}">
                    <a16:creationId xmlns:a16="http://schemas.microsoft.com/office/drawing/2014/main" id="{A316032A-87F0-4502-BC7E-864A70483D67}"/>
                  </a:ext>
                </a:extLst>
              </p:cNvPr>
              <p:cNvSpPr/>
              <p:nvPr/>
            </p:nvSpPr>
            <p:spPr>
              <a:xfrm>
                <a:off x="1297130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173" name="Rectangle 5172">
                <a:extLst>
                  <a:ext uri="{FF2B5EF4-FFF2-40B4-BE49-F238E27FC236}">
                    <a16:creationId xmlns:a16="http://schemas.microsoft.com/office/drawing/2014/main" id="{8B04A37E-8D97-4B1D-948B-D23E208A7C8F}"/>
                  </a:ext>
                </a:extLst>
              </p:cNvPr>
              <p:cNvSpPr/>
              <p:nvPr/>
            </p:nvSpPr>
            <p:spPr>
              <a:xfrm>
                <a:off x="757382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174" name="Rectangle 5173">
                <a:extLst>
                  <a:ext uri="{FF2B5EF4-FFF2-40B4-BE49-F238E27FC236}">
                    <a16:creationId xmlns:a16="http://schemas.microsoft.com/office/drawing/2014/main" id="{4E2AC16B-51E1-41D7-850D-089913FA0710}"/>
                  </a:ext>
                </a:extLst>
              </p:cNvPr>
              <p:cNvSpPr/>
              <p:nvPr/>
            </p:nvSpPr>
            <p:spPr>
              <a:xfrm>
                <a:off x="577466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175" name="Rectangle 5174">
                <a:extLst>
                  <a:ext uri="{FF2B5EF4-FFF2-40B4-BE49-F238E27FC236}">
                    <a16:creationId xmlns:a16="http://schemas.microsoft.com/office/drawing/2014/main" id="{ABD2CAC0-2F5A-43BF-9285-075F799C766E}"/>
                  </a:ext>
                </a:extLst>
              </p:cNvPr>
              <p:cNvSpPr/>
              <p:nvPr/>
            </p:nvSpPr>
            <p:spPr>
              <a:xfrm>
                <a:off x="937298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176" name="Rectangle 5175">
                <a:extLst>
                  <a:ext uri="{FF2B5EF4-FFF2-40B4-BE49-F238E27FC236}">
                    <a16:creationId xmlns:a16="http://schemas.microsoft.com/office/drawing/2014/main" id="{999CE40A-43D1-483F-B106-A1856CAA9F04}"/>
                  </a:ext>
                </a:extLst>
              </p:cNvPr>
              <p:cNvSpPr/>
              <p:nvPr/>
            </p:nvSpPr>
            <p:spPr>
              <a:xfrm>
                <a:off x="1117130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177" name="Rectangle 5176">
                <a:extLst>
                  <a:ext uri="{FF2B5EF4-FFF2-40B4-BE49-F238E27FC236}">
                    <a16:creationId xmlns:a16="http://schemas.microsoft.com/office/drawing/2014/main" id="{C0F37D39-5B1E-4FAC-B92D-81898ED4650F}"/>
                  </a:ext>
                </a:extLst>
              </p:cNvPr>
              <p:cNvSpPr/>
              <p:nvPr/>
            </p:nvSpPr>
            <p:spPr>
              <a:xfrm>
                <a:off x="1297046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178" name="Rectangle 5177">
                <a:extLst>
                  <a:ext uri="{FF2B5EF4-FFF2-40B4-BE49-F238E27FC236}">
                    <a16:creationId xmlns:a16="http://schemas.microsoft.com/office/drawing/2014/main" id="{9484DA9C-513E-45E5-8E6A-11E52AC4CEC4}"/>
                  </a:ext>
                </a:extLst>
              </p:cNvPr>
              <p:cNvSpPr/>
              <p:nvPr/>
            </p:nvSpPr>
            <p:spPr>
              <a:xfrm>
                <a:off x="577340" y="167393"/>
                <a:ext cx="900000" cy="974051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3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</p:grpSp>
        <p:grpSp>
          <p:nvGrpSpPr>
            <p:cNvPr id="5126" name="Groupe 5125"/>
            <p:cNvGrpSpPr/>
            <p:nvPr userDrawn="1"/>
          </p:nvGrpSpPr>
          <p:grpSpPr>
            <a:xfrm>
              <a:off x="10470830" y="118070"/>
              <a:ext cx="900000" cy="975016"/>
              <a:chOff x="577340" y="166428"/>
              <a:chExt cx="900000" cy="975016"/>
            </a:xfrm>
          </p:grpSpPr>
          <p:sp>
            <p:nvSpPr>
              <p:cNvPr id="5127" name="Rectangle 5126">
                <a:extLst>
                  <a:ext uri="{FF2B5EF4-FFF2-40B4-BE49-F238E27FC236}">
                    <a16:creationId xmlns:a16="http://schemas.microsoft.com/office/drawing/2014/main" id="{2072BB47-84CB-47FD-8A25-43491CA83C8F}"/>
                  </a:ext>
                </a:extLst>
              </p:cNvPr>
              <p:cNvSpPr/>
              <p:nvPr/>
            </p:nvSpPr>
            <p:spPr>
              <a:xfrm>
                <a:off x="757550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128" name="Rectangle 5127">
                <a:extLst>
                  <a:ext uri="{FF2B5EF4-FFF2-40B4-BE49-F238E27FC236}">
                    <a16:creationId xmlns:a16="http://schemas.microsoft.com/office/drawing/2014/main" id="{FD392A82-503D-4B66-9AF9-9E65B8C12603}"/>
                  </a:ext>
                </a:extLst>
              </p:cNvPr>
              <p:cNvSpPr/>
              <p:nvPr/>
            </p:nvSpPr>
            <p:spPr>
              <a:xfrm>
                <a:off x="577634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129" name="Rectangle 5128">
                <a:extLst>
                  <a:ext uri="{FF2B5EF4-FFF2-40B4-BE49-F238E27FC236}">
                    <a16:creationId xmlns:a16="http://schemas.microsoft.com/office/drawing/2014/main" id="{E8131C02-69AB-405B-82D1-978E3C621405}"/>
                  </a:ext>
                </a:extLst>
              </p:cNvPr>
              <p:cNvSpPr/>
              <p:nvPr/>
            </p:nvSpPr>
            <p:spPr>
              <a:xfrm>
                <a:off x="937466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130" name="Rectangle 5129">
                <a:extLst>
                  <a:ext uri="{FF2B5EF4-FFF2-40B4-BE49-F238E27FC236}">
                    <a16:creationId xmlns:a16="http://schemas.microsoft.com/office/drawing/2014/main" id="{F369E73F-6F1E-4CCA-9F58-1EF6C7EB008B}"/>
                  </a:ext>
                </a:extLst>
              </p:cNvPr>
              <p:cNvSpPr/>
              <p:nvPr/>
            </p:nvSpPr>
            <p:spPr>
              <a:xfrm>
                <a:off x="1117298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131" name="Rectangle 5130">
                <a:extLst>
                  <a:ext uri="{FF2B5EF4-FFF2-40B4-BE49-F238E27FC236}">
                    <a16:creationId xmlns:a16="http://schemas.microsoft.com/office/drawing/2014/main" id="{E4D8B003-AF02-4D34-8F85-57B55CDD3871}"/>
                  </a:ext>
                </a:extLst>
              </p:cNvPr>
              <p:cNvSpPr/>
              <p:nvPr/>
            </p:nvSpPr>
            <p:spPr>
              <a:xfrm>
                <a:off x="1297214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132" name="Rectangle 5131">
                <a:extLst>
                  <a:ext uri="{FF2B5EF4-FFF2-40B4-BE49-F238E27FC236}">
                    <a16:creationId xmlns:a16="http://schemas.microsoft.com/office/drawing/2014/main" id="{14BBDF8A-4682-45D3-ABAD-64B00A4ED731}"/>
                  </a:ext>
                </a:extLst>
              </p:cNvPr>
              <p:cNvSpPr/>
              <p:nvPr/>
            </p:nvSpPr>
            <p:spPr>
              <a:xfrm>
                <a:off x="757466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133" name="Rectangle 5132">
                <a:extLst>
                  <a:ext uri="{FF2B5EF4-FFF2-40B4-BE49-F238E27FC236}">
                    <a16:creationId xmlns:a16="http://schemas.microsoft.com/office/drawing/2014/main" id="{C13E0C4B-1D4F-471E-A5AD-E4BC58BB3024}"/>
                  </a:ext>
                </a:extLst>
              </p:cNvPr>
              <p:cNvSpPr/>
              <p:nvPr/>
            </p:nvSpPr>
            <p:spPr>
              <a:xfrm>
                <a:off x="577550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134" name="Rectangle 5133">
                <a:extLst>
                  <a:ext uri="{FF2B5EF4-FFF2-40B4-BE49-F238E27FC236}">
                    <a16:creationId xmlns:a16="http://schemas.microsoft.com/office/drawing/2014/main" id="{1E8CE2AB-2430-43FD-88E9-634F132AAB31}"/>
                  </a:ext>
                </a:extLst>
              </p:cNvPr>
              <p:cNvSpPr/>
              <p:nvPr/>
            </p:nvSpPr>
            <p:spPr>
              <a:xfrm>
                <a:off x="937382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135" name="Rectangle 5134">
                <a:extLst>
                  <a:ext uri="{FF2B5EF4-FFF2-40B4-BE49-F238E27FC236}">
                    <a16:creationId xmlns:a16="http://schemas.microsoft.com/office/drawing/2014/main" id="{9E64BB36-121D-45B5-AE9E-04F22BB2C216}"/>
                  </a:ext>
                </a:extLst>
              </p:cNvPr>
              <p:cNvSpPr/>
              <p:nvPr/>
            </p:nvSpPr>
            <p:spPr>
              <a:xfrm>
                <a:off x="1117214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136" name="Rectangle 5135">
                <a:extLst>
                  <a:ext uri="{FF2B5EF4-FFF2-40B4-BE49-F238E27FC236}">
                    <a16:creationId xmlns:a16="http://schemas.microsoft.com/office/drawing/2014/main" id="{13321878-5F07-4A14-B23A-57FA538E97B3}"/>
                  </a:ext>
                </a:extLst>
              </p:cNvPr>
              <p:cNvSpPr/>
              <p:nvPr/>
            </p:nvSpPr>
            <p:spPr>
              <a:xfrm>
                <a:off x="1297130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137" name="Rectangle 5136">
                <a:extLst>
                  <a:ext uri="{FF2B5EF4-FFF2-40B4-BE49-F238E27FC236}">
                    <a16:creationId xmlns:a16="http://schemas.microsoft.com/office/drawing/2014/main" id="{3E8B26BB-C162-4CAF-8919-EF4839B4A043}"/>
                  </a:ext>
                </a:extLst>
              </p:cNvPr>
              <p:cNvSpPr/>
              <p:nvPr/>
            </p:nvSpPr>
            <p:spPr>
              <a:xfrm>
                <a:off x="757550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138" name="Rectangle 5137">
                <a:extLst>
                  <a:ext uri="{FF2B5EF4-FFF2-40B4-BE49-F238E27FC236}">
                    <a16:creationId xmlns:a16="http://schemas.microsoft.com/office/drawing/2014/main" id="{C8C38007-7AE0-49F4-AA4F-ED66905690A4}"/>
                  </a:ext>
                </a:extLst>
              </p:cNvPr>
              <p:cNvSpPr/>
              <p:nvPr/>
            </p:nvSpPr>
            <p:spPr>
              <a:xfrm>
                <a:off x="577634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139" name="Rectangle 5138">
                <a:extLst>
                  <a:ext uri="{FF2B5EF4-FFF2-40B4-BE49-F238E27FC236}">
                    <a16:creationId xmlns:a16="http://schemas.microsoft.com/office/drawing/2014/main" id="{5A8361CA-680F-45F3-A21C-8BEEE02F34C3}"/>
                  </a:ext>
                </a:extLst>
              </p:cNvPr>
              <p:cNvSpPr/>
              <p:nvPr/>
            </p:nvSpPr>
            <p:spPr>
              <a:xfrm>
                <a:off x="937466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140" name="Rectangle 5139">
                <a:extLst>
                  <a:ext uri="{FF2B5EF4-FFF2-40B4-BE49-F238E27FC236}">
                    <a16:creationId xmlns:a16="http://schemas.microsoft.com/office/drawing/2014/main" id="{3C722730-A2DD-4CBE-B807-91549D72388A}"/>
                  </a:ext>
                </a:extLst>
              </p:cNvPr>
              <p:cNvSpPr/>
              <p:nvPr/>
            </p:nvSpPr>
            <p:spPr>
              <a:xfrm>
                <a:off x="1117298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141" name="Rectangle 5140">
                <a:extLst>
                  <a:ext uri="{FF2B5EF4-FFF2-40B4-BE49-F238E27FC236}">
                    <a16:creationId xmlns:a16="http://schemas.microsoft.com/office/drawing/2014/main" id="{4B63B2AA-AD7D-4206-AB24-8D005AC5273B}"/>
                  </a:ext>
                </a:extLst>
              </p:cNvPr>
              <p:cNvSpPr/>
              <p:nvPr/>
            </p:nvSpPr>
            <p:spPr>
              <a:xfrm>
                <a:off x="1297214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142" name="Rectangle 5141">
                <a:extLst>
                  <a:ext uri="{FF2B5EF4-FFF2-40B4-BE49-F238E27FC236}">
                    <a16:creationId xmlns:a16="http://schemas.microsoft.com/office/drawing/2014/main" id="{AA6F6B95-5E2C-4B16-9D85-A798791032F6}"/>
                  </a:ext>
                </a:extLst>
              </p:cNvPr>
              <p:cNvSpPr/>
              <p:nvPr/>
            </p:nvSpPr>
            <p:spPr>
              <a:xfrm>
                <a:off x="757466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143" name="Rectangle 5142">
                <a:extLst>
                  <a:ext uri="{FF2B5EF4-FFF2-40B4-BE49-F238E27FC236}">
                    <a16:creationId xmlns:a16="http://schemas.microsoft.com/office/drawing/2014/main" id="{F2D828FA-E322-4A76-B5BA-9F0DD3C3E38E}"/>
                  </a:ext>
                </a:extLst>
              </p:cNvPr>
              <p:cNvSpPr/>
              <p:nvPr/>
            </p:nvSpPr>
            <p:spPr>
              <a:xfrm>
                <a:off x="577550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144" name="Rectangle 5143">
                <a:extLst>
                  <a:ext uri="{FF2B5EF4-FFF2-40B4-BE49-F238E27FC236}">
                    <a16:creationId xmlns:a16="http://schemas.microsoft.com/office/drawing/2014/main" id="{E9E8AA24-7BE4-48CC-9651-A0C0BDCA86BB}"/>
                  </a:ext>
                </a:extLst>
              </p:cNvPr>
              <p:cNvSpPr/>
              <p:nvPr/>
            </p:nvSpPr>
            <p:spPr>
              <a:xfrm>
                <a:off x="937382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145" name="Rectangle 5144">
                <a:extLst>
                  <a:ext uri="{FF2B5EF4-FFF2-40B4-BE49-F238E27FC236}">
                    <a16:creationId xmlns:a16="http://schemas.microsoft.com/office/drawing/2014/main" id="{5AD14553-DFCB-41AC-914D-8BC53D83B4DB}"/>
                  </a:ext>
                </a:extLst>
              </p:cNvPr>
              <p:cNvSpPr/>
              <p:nvPr/>
            </p:nvSpPr>
            <p:spPr>
              <a:xfrm>
                <a:off x="1117214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146" name="Rectangle 5145">
                <a:extLst>
                  <a:ext uri="{FF2B5EF4-FFF2-40B4-BE49-F238E27FC236}">
                    <a16:creationId xmlns:a16="http://schemas.microsoft.com/office/drawing/2014/main" id="{A316032A-87F0-4502-BC7E-864A70483D67}"/>
                  </a:ext>
                </a:extLst>
              </p:cNvPr>
              <p:cNvSpPr/>
              <p:nvPr/>
            </p:nvSpPr>
            <p:spPr>
              <a:xfrm>
                <a:off x="1297130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147" name="Rectangle 5146">
                <a:extLst>
                  <a:ext uri="{FF2B5EF4-FFF2-40B4-BE49-F238E27FC236}">
                    <a16:creationId xmlns:a16="http://schemas.microsoft.com/office/drawing/2014/main" id="{8B04A37E-8D97-4B1D-948B-D23E208A7C8F}"/>
                  </a:ext>
                </a:extLst>
              </p:cNvPr>
              <p:cNvSpPr/>
              <p:nvPr/>
            </p:nvSpPr>
            <p:spPr>
              <a:xfrm>
                <a:off x="757382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148" name="Rectangle 5147">
                <a:extLst>
                  <a:ext uri="{FF2B5EF4-FFF2-40B4-BE49-F238E27FC236}">
                    <a16:creationId xmlns:a16="http://schemas.microsoft.com/office/drawing/2014/main" id="{4E2AC16B-51E1-41D7-850D-089913FA0710}"/>
                  </a:ext>
                </a:extLst>
              </p:cNvPr>
              <p:cNvSpPr/>
              <p:nvPr/>
            </p:nvSpPr>
            <p:spPr>
              <a:xfrm>
                <a:off x="577466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149" name="Rectangle 5148">
                <a:extLst>
                  <a:ext uri="{FF2B5EF4-FFF2-40B4-BE49-F238E27FC236}">
                    <a16:creationId xmlns:a16="http://schemas.microsoft.com/office/drawing/2014/main" id="{ABD2CAC0-2F5A-43BF-9285-075F799C766E}"/>
                  </a:ext>
                </a:extLst>
              </p:cNvPr>
              <p:cNvSpPr/>
              <p:nvPr/>
            </p:nvSpPr>
            <p:spPr>
              <a:xfrm>
                <a:off x="937298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150" name="Rectangle 5149">
                <a:extLst>
                  <a:ext uri="{FF2B5EF4-FFF2-40B4-BE49-F238E27FC236}">
                    <a16:creationId xmlns:a16="http://schemas.microsoft.com/office/drawing/2014/main" id="{999CE40A-43D1-483F-B106-A1856CAA9F04}"/>
                  </a:ext>
                </a:extLst>
              </p:cNvPr>
              <p:cNvSpPr/>
              <p:nvPr/>
            </p:nvSpPr>
            <p:spPr>
              <a:xfrm>
                <a:off x="1117130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151" name="Rectangle 5150">
                <a:extLst>
                  <a:ext uri="{FF2B5EF4-FFF2-40B4-BE49-F238E27FC236}">
                    <a16:creationId xmlns:a16="http://schemas.microsoft.com/office/drawing/2014/main" id="{C0F37D39-5B1E-4FAC-B92D-81898ED4650F}"/>
                  </a:ext>
                </a:extLst>
              </p:cNvPr>
              <p:cNvSpPr/>
              <p:nvPr/>
            </p:nvSpPr>
            <p:spPr>
              <a:xfrm>
                <a:off x="1297046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152" name="Rectangle 5151">
                <a:extLst>
                  <a:ext uri="{FF2B5EF4-FFF2-40B4-BE49-F238E27FC236}">
                    <a16:creationId xmlns:a16="http://schemas.microsoft.com/office/drawing/2014/main" id="{9484DA9C-513E-45E5-8E6A-11E52AC4CEC4}"/>
                  </a:ext>
                </a:extLst>
              </p:cNvPr>
              <p:cNvSpPr/>
              <p:nvPr/>
            </p:nvSpPr>
            <p:spPr>
              <a:xfrm>
                <a:off x="577340" y="167393"/>
                <a:ext cx="900000" cy="974051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3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</p:grpSp>
      </p:grpSp>
      <p:cxnSp>
        <p:nvCxnSpPr>
          <p:cNvPr id="6" name="Connecteur droit 5"/>
          <p:cNvCxnSpPr/>
          <p:nvPr userDrawn="1"/>
        </p:nvCxnSpPr>
        <p:spPr>
          <a:xfrm>
            <a:off x="6174766" y="0"/>
            <a:ext cx="0" cy="142240"/>
          </a:xfrm>
          <a:prstGeom prst="line">
            <a:avLst/>
          </a:prstGeom>
          <a:ln w="12700">
            <a:solidFill>
              <a:srgbClr val="FFFFFF">
                <a:alpha val="4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7091" name="Groupe 7090"/>
          <p:cNvGrpSpPr/>
          <p:nvPr userDrawn="1"/>
        </p:nvGrpSpPr>
        <p:grpSpPr>
          <a:xfrm>
            <a:off x="778021" y="2090491"/>
            <a:ext cx="10793490" cy="900000"/>
            <a:chOff x="577340" y="118070"/>
            <a:chExt cx="10793490" cy="979831"/>
          </a:xfrm>
        </p:grpSpPr>
        <p:grpSp>
          <p:nvGrpSpPr>
            <p:cNvPr id="7092" name="Groupe 7091"/>
            <p:cNvGrpSpPr/>
            <p:nvPr userDrawn="1"/>
          </p:nvGrpSpPr>
          <p:grpSpPr>
            <a:xfrm>
              <a:off x="577340" y="122885"/>
              <a:ext cx="900000" cy="975016"/>
              <a:chOff x="577340" y="166428"/>
              <a:chExt cx="900000" cy="975016"/>
            </a:xfrm>
          </p:grpSpPr>
          <p:sp>
            <p:nvSpPr>
              <p:cNvPr id="7390" name="Rectangle 7389">
                <a:extLst>
                  <a:ext uri="{FF2B5EF4-FFF2-40B4-BE49-F238E27FC236}">
                    <a16:creationId xmlns:a16="http://schemas.microsoft.com/office/drawing/2014/main" id="{2072BB47-84CB-47FD-8A25-43491CA83C8F}"/>
                  </a:ext>
                </a:extLst>
              </p:cNvPr>
              <p:cNvSpPr/>
              <p:nvPr/>
            </p:nvSpPr>
            <p:spPr>
              <a:xfrm>
                <a:off x="757550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391" name="Rectangle 7390">
                <a:extLst>
                  <a:ext uri="{FF2B5EF4-FFF2-40B4-BE49-F238E27FC236}">
                    <a16:creationId xmlns:a16="http://schemas.microsoft.com/office/drawing/2014/main" id="{FD392A82-503D-4B66-9AF9-9E65B8C12603}"/>
                  </a:ext>
                </a:extLst>
              </p:cNvPr>
              <p:cNvSpPr/>
              <p:nvPr/>
            </p:nvSpPr>
            <p:spPr>
              <a:xfrm>
                <a:off x="577634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392" name="Rectangle 7391">
                <a:extLst>
                  <a:ext uri="{FF2B5EF4-FFF2-40B4-BE49-F238E27FC236}">
                    <a16:creationId xmlns:a16="http://schemas.microsoft.com/office/drawing/2014/main" id="{E8131C02-69AB-405B-82D1-978E3C621405}"/>
                  </a:ext>
                </a:extLst>
              </p:cNvPr>
              <p:cNvSpPr/>
              <p:nvPr/>
            </p:nvSpPr>
            <p:spPr>
              <a:xfrm>
                <a:off x="937466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393" name="Rectangle 7392">
                <a:extLst>
                  <a:ext uri="{FF2B5EF4-FFF2-40B4-BE49-F238E27FC236}">
                    <a16:creationId xmlns:a16="http://schemas.microsoft.com/office/drawing/2014/main" id="{F369E73F-6F1E-4CCA-9F58-1EF6C7EB008B}"/>
                  </a:ext>
                </a:extLst>
              </p:cNvPr>
              <p:cNvSpPr/>
              <p:nvPr/>
            </p:nvSpPr>
            <p:spPr>
              <a:xfrm>
                <a:off x="1117298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394" name="Rectangle 7393">
                <a:extLst>
                  <a:ext uri="{FF2B5EF4-FFF2-40B4-BE49-F238E27FC236}">
                    <a16:creationId xmlns:a16="http://schemas.microsoft.com/office/drawing/2014/main" id="{E4D8B003-AF02-4D34-8F85-57B55CDD3871}"/>
                  </a:ext>
                </a:extLst>
              </p:cNvPr>
              <p:cNvSpPr/>
              <p:nvPr/>
            </p:nvSpPr>
            <p:spPr>
              <a:xfrm>
                <a:off x="1297214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395" name="Rectangle 7394">
                <a:extLst>
                  <a:ext uri="{FF2B5EF4-FFF2-40B4-BE49-F238E27FC236}">
                    <a16:creationId xmlns:a16="http://schemas.microsoft.com/office/drawing/2014/main" id="{14BBDF8A-4682-45D3-ABAD-64B00A4ED731}"/>
                  </a:ext>
                </a:extLst>
              </p:cNvPr>
              <p:cNvSpPr/>
              <p:nvPr/>
            </p:nvSpPr>
            <p:spPr>
              <a:xfrm>
                <a:off x="757466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396" name="Rectangle 7395">
                <a:extLst>
                  <a:ext uri="{FF2B5EF4-FFF2-40B4-BE49-F238E27FC236}">
                    <a16:creationId xmlns:a16="http://schemas.microsoft.com/office/drawing/2014/main" id="{C13E0C4B-1D4F-471E-A5AD-E4BC58BB3024}"/>
                  </a:ext>
                </a:extLst>
              </p:cNvPr>
              <p:cNvSpPr/>
              <p:nvPr/>
            </p:nvSpPr>
            <p:spPr>
              <a:xfrm>
                <a:off x="577550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397" name="Rectangle 7396">
                <a:extLst>
                  <a:ext uri="{FF2B5EF4-FFF2-40B4-BE49-F238E27FC236}">
                    <a16:creationId xmlns:a16="http://schemas.microsoft.com/office/drawing/2014/main" id="{1E8CE2AB-2430-43FD-88E9-634F132AAB31}"/>
                  </a:ext>
                </a:extLst>
              </p:cNvPr>
              <p:cNvSpPr/>
              <p:nvPr/>
            </p:nvSpPr>
            <p:spPr>
              <a:xfrm>
                <a:off x="937382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398" name="Rectangle 7397">
                <a:extLst>
                  <a:ext uri="{FF2B5EF4-FFF2-40B4-BE49-F238E27FC236}">
                    <a16:creationId xmlns:a16="http://schemas.microsoft.com/office/drawing/2014/main" id="{9E64BB36-121D-45B5-AE9E-04F22BB2C216}"/>
                  </a:ext>
                </a:extLst>
              </p:cNvPr>
              <p:cNvSpPr/>
              <p:nvPr/>
            </p:nvSpPr>
            <p:spPr>
              <a:xfrm>
                <a:off x="1117214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399" name="Rectangle 7398">
                <a:extLst>
                  <a:ext uri="{FF2B5EF4-FFF2-40B4-BE49-F238E27FC236}">
                    <a16:creationId xmlns:a16="http://schemas.microsoft.com/office/drawing/2014/main" id="{13321878-5F07-4A14-B23A-57FA538E97B3}"/>
                  </a:ext>
                </a:extLst>
              </p:cNvPr>
              <p:cNvSpPr/>
              <p:nvPr/>
            </p:nvSpPr>
            <p:spPr>
              <a:xfrm>
                <a:off x="1297130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400" name="Rectangle 7399">
                <a:extLst>
                  <a:ext uri="{FF2B5EF4-FFF2-40B4-BE49-F238E27FC236}">
                    <a16:creationId xmlns:a16="http://schemas.microsoft.com/office/drawing/2014/main" id="{3E8B26BB-C162-4CAF-8919-EF4839B4A043}"/>
                  </a:ext>
                </a:extLst>
              </p:cNvPr>
              <p:cNvSpPr/>
              <p:nvPr/>
            </p:nvSpPr>
            <p:spPr>
              <a:xfrm>
                <a:off x="757550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401" name="Rectangle 7400">
                <a:extLst>
                  <a:ext uri="{FF2B5EF4-FFF2-40B4-BE49-F238E27FC236}">
                    <a16:creationId xmlns:a16="http://schemas.microsoft.com/office/drawing/2014/main" id="{C8C38007-7AE0-49F4-AA4F-ED66905690A4}"/>
                  </a:ext>
                </a:extLst>
              </p:cNvPr>
              <p:cNvSpPr/>
              <p:nvPr/>
            </p:nvSpPr>
            <p:spPr>
              <a:xfrm>
                <a:off x="577634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402" name="Rectangle 7401">
                <a:extLst>
                  <a:ext uri="{FF2B5EF4-FFF2-40B4-BE49-F238E27FC236}">
                    <a16:creationId xmlns:a16="http://schemas.microsoft.com/office/drawing/2014/main" id="{5A8361CA-680F-45F3-A21C-8BEEE02F34C3}"/>
                  </a:ext>
                </a:extLst>
              </p:cNvPr>
              <p:cNvSpPr/>
              <p:nvPr/>
            </p:nvSpPr>
            <p:spPr>
              <a:xfrm>
                <a:off x="937466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403" name="Rectangle 7402">
                <a:extLst>
                  <a:ext uri="{FF2B5EF4-FFF2-40B4-BE49-F238E27FC236}">
                    <a16:creationId xmlns:a16="http://schemas.microsoft.com/office/drawing/2014/main" id="{3C722730-A2DD-4CBE-B807-91549D72388A}"/>
                  </a:ext>
                </a:extLst>
              </p:cNvPr>
              <p:cNvSpPr/>
              <p:nvPr/>
            </p:nvSpPr>
            <p:spPr>
              <a:xfrm>
                <a:off x="1117298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404" name="Rectangle 7403">
                <a:extLst>
                  <a:ext uri="{FF2B5EF4-FFF2-40B4-BE49-F238E27FC236}">
                    <a16:creationId xmlns:a16="http://schemas.microsoft.com/office/drawing/2014/main" id="{4B63B2AA-AD7D-4206-AB24-8D005AC5273B}"/>
                  </a:ext>
                </a:extLst>
              </p:cNvPr>
              <p:cNvSpPr/>
              <p:nvPr/>
            </p:nvSpPr>
            <p:spPr>
              <a:xfrm>
                <a:off x="1297214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405" name="Rectangle 7404">
                <a:extLst>
                  <a:ext uri="{FF2B5EF4-FFF2-40B4-BE49-F238E27FC236}">
                    <a16:creationId xmlns:a16="http://schemas.microsoft.com/office/drawing/2014/main" id="{AA6F6B95-5E2C-4B16-9D85-A798791032F6}"/>
                  </a:ext>
                </a:extLst>
              </p:cNvPr>
              <p:cNvSpPr/>
              <p:nvPr/>
            </p:nvSpPr>
            <p:spPr>
              <a:xfrm>
                <a:off x="757466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406" name="Rectangle 7405">
                <a:extLst>
                  <a:ext uri="{FF2B5EF4-FFF2-40B4-BE49-F238E27FC236}">
                    <a16:creationId xmlns:a16="http://schemas.microsoft.com/office/drawing/2014/main" id="{F2D828FA-E322-4A76-B5BA-9F0DD3C3E38E}"/>
                  </a:ext>
                </a:extLst>
              </p:cNvPr>
              <p:cNvSpPr/>
              <p:nvPr/>
            </p:nvSpPr>
            <p:spPr>
              <a:xfrm>
                <a:off x="577550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407" name="Rectangle 7406">
                <a:extLst>
                  <a:ext uri="{FF2B5EF4-FFF2-40B4-BE49-F238E27FC236}">
                    <a16:creationId xmlns:a16="http://schemas.microsoft.com/office/drawing/2014/main" id="{E9E8AA24-7BE4-48CC-9651-A0C0BDCA86BB}"/>
                  </a:ext>
                </a:extLst>
              </p:cNvPr>
              <p:cNvSpPr/>
              <p:nvPr/>
            </p:nvSpPr>
            <p:spPr>
              <a:xfrm>
                <a:off x="937382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408" name="Rectangle 7407">
                <a:extLst>
                  <a:ext uri="{FF2B5EF4-FFF2-40B4-BE49-F238E27FC236}">
                    <a16:creationId xmlns:a16="http://schemas.microsoft.com/office/drawing/2014/main" id="{5AD14553-DFCB-41AC-914D-8BC53D83B4DB}"/>
                  </a:ext>
                </a:extLst>
              </p:cNvPr>
              <p:cNvSpPr/>
              <p:nvPr/>
            </p:nvSpPr>
            <p:spPr>
              <a:xfrm>
                <a:off x="1117214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409" name="Rectangle 7408">
                <a:extLst>
                  <a:ext uri="{FF2B5EF4-FFF2-40B4-BE49-F238E27FC236}">
                    <a16:creationId xmlns:a16="http://schemas.microsoft.com/office/drawing/2014/main" id="{A316032A-87F0-4502-BC7E-864A70483D67}"/>
                  </a:ext>
                </a:extLst>
              </p:cNvPr>
              <p:cNvSpPr/>
              <p:nvPr/>
            </p:nvSpPr>
            <p:spPr>
              <a:xfrm>
                <a:off x="1297130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410" name="Rectangle 7409">
                <a:extLst>
                  <a:ext uri="{FF2B5EF4-FFF2-40B4-BE49-F238E27FC236}">
                    <a16:creationId xmlns:a16="http://schemas.microsoft.com/office/drawing/2014/main" id="{8B04A37E-8D97-4B1D-948B-D23E208A7C8F}"/>
                  </a:ext>
                </a:extLst>
              </p:cNvPr>
              <p:cNvSpPr/>
              <p:nvPr/>
            </p:nvSpPr>
            <p:spPr>
              <a:xfrm>
                <a:off x="757382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411" name="Rectangle 7410">
                <a:extLst>
                  <a:ext uri="{FF2B5EF4-FFF2-40B4-BE49-F238E27FC236}">
                    <a16:creationId xmlns:a16="http://schemas.microsoft.com/office/drawing/2014/main" id="{4E2AC16B-51E1-41D7-850D-089913FA0710}"/>
                  </a:ext>
                </a:extLst>
              </p:cNvPr>
              <p:cNvSpPr/>
              <p:nvPr/>
            </p:nvSpPr>
            <p:spPr>
              <a:xfrm>
                <a:off x="577466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412" name="Rectangle 7411">
                <a:extLst>
                  <a:ext uri="{FF2B5EF4-FFF2-40B4-BE49-F238E27FC236}">
                    <a16:creationId xmlns:a16="http://schemas.microsoft.com/office/drawing/2014/main" id="{ABD2CAC0-2F5A-43BF-9285-075F799C766E}"/>
                  </a:ext>
                </a:extLst>
              </p:cNvPr>
              <p:cNvSpPr/>
              <p:nvPr/>
            </p:nvSpPr>
            <p:spPr>
              <a:xfrm>
                <a:off x="937298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413" name="Rectangle 7412">
                <a:extLst>
                  <a:ext uri="{FF2B5EF4-FFF2-40B4-BE49-F238E27FC236}">
                    <a16:creationId xmlns:a16="http://schemas.microsoft.com/office/drawing/2014/main" id="{999CE40A-43D1-483F-B106-A1856CAA9F04}"/>
                  </a:ext>
                </a:extLst>
              </p:cNvPr>
              <p:cNvSpPr/>
              <p:nvPr/>
            </p:nvSpPr>
            <p:spPr>
              <a:xfrm>
                <a:off x="1117130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414" name="Rectangle 7413">
                <a:extLst>
                  <a:ext uri="{FF2B5EF4-FFF2-40B4-BE49-F238E27FC236}">
                    <a16:creationId xmlns:a16="http://schemas.microsoft.com/office/drawing/2014/main" id="{C0F37D39-5B1E-4FAC-B92D-81898ED4650F}"/>
                  </a:ext>
                </a:extLst>
              </p:cNvPr>
              <p:cNvSpPr/>
              <p:nvPr/>
            </p:nvSpPr>
            <p:spPr>
              <a:xfrm>
                <a:off x="1297046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415" name="Rectangle 7414">
                <a:extLst>
                  <a:ext uri="{FF2B5EF4-FFF2-40B4-BE49-F238E27FC236}">
                    <a16:creationId xmlns:a16="http://schemas.microsoft.com/office/drawing/2014/main" id="{9484DA9C-513E-45E5-8E6A-11E52AC4CEC4}"/>
                  </a:ext>
                </a:extLst>
              </p:cNvPr>
              <p:cNvSpPr/>
              <p:nvPr/>
            </p:nvSpPr>
            <p:spPr>
              <a:xfrm>
                <a:off x="577340" y="167393"/>
                <a:ext cx="900000" cy="974051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3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</p:grpSp>
        <p:grpSp>
          <p:nvGrpSpPr>
            <p:cNvPr id="7093" name="Groupe 7092"/>
            <p:cNvGrpSpPr/>
            <p:nvPr userDrawn="1"/>
          </p:nvGrpSpPr>
          <p:grpSpPr>
            <a:xfrm>
              <a:off x="1476794" y="121922"/>
              <a:ext cx="900000" cy="975016"/>
              <a:chOff x="577340" y="166428"/>
              <a:chExt cx="900000" cy="975016"/>
            </a:xfrm>
          </p:grpSpPr>
          <p:sp>
            <p:nvSpPr>
              <p:cNvPr id="7364" name="Rectangle 7363">
                <a:extLst>
                  <a:ext uri="{FF2B5EF4-FFF2-40B4-BE49-F238E27FC236}">
                    <a16:creationId xmlns:a16="http://schemas.microsoft.com/office/drawing/2014/main" id="{2072BB47-84CB-47FD-8A25-43491CA83C8F}"/>
                  </a:ext>
                </a:extLst>
              </p:cNvPr>
              <p:cNvSpPr/>
              <p:nvPr/>
            </p:nvSpPr>
            <p:spPr>
              <a:xfrm>
                <a:off x="757550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365" name="Rectangle 7364">
                <a:extLst>
                  <a:ext uri="{FF2B5EF4-FFF2-40B4-BE49-F238E27FC236}">
                    <a16:creationId xmlns:a16="http://schemas.microsoft.com/office/drawing/2014/main" id="{FD392A82-503D-4B66-9AF9-9E65B8C12603}"/>
                  </a:ext>
                </a:extLst>
              </p:cNvPr>
              <p:cNvSpPr/>
              <p:nvPr/>
            </p:nvSpPr>
            <p:spPr>
              <a:xfrm>
                <a:off x="577634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366" name="Rectangle 7365">
                <a:extLst>
                  <a:ext uri="{FF2B5EF4-FFF2-40B4-BE49-F238E27FC236}">
                    <a16:creationId xmlns:a16="http://schemas.microsoft.com/office/drawing/2014/main" id="{E8131C02-69AB-405B-82D1-978E3C621405}"/>
                  </a:ext>
                </a:extLst>
              </p:cNvPr>
              <p:cNvSpPr/>
              <p:nvPr/>
            </p:nvSpPr>
            <p:spPr>
              <a:xfrm>
                <a:off x="937466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367" name="Rectangle 7366">
                <a:extLst>
                  <a:ext uri="{FF2B5EF4-FFF2-40B4-BE49-F238E27FC236}">
                    <a16:creationId xmlns:a16="http://schemas.microsoft.com/office/drawing/2014/main" id="{F369E73F-6F1E-4CCA-9F58-1EF6C7EB008B}"/>
                  </a:ext>
                </a:extLst>
              </p:cNvPr>
              <p:cNvSpPr/>
              <p:nvPr/>
            </p:nvSpPr>
            <p:spPr>
              <a:xfrm>
                <a:off x="1117298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368" name="Rectangle 7367">
                <a:extLst>
                  <a:ext uri="{FF2B5EF4-FFF2-40B4-BE49-F238E27FC236}">
                    <a16:creationId xmlns:a16="http://schemas.microsoft.com/office/drawing/2014/main" id="{E4D8B003-AF02-4D34-8F85-57B55CDD3871}"/>
                  </a:ext>
                </a:extLst>
              </p:cNvPr>
              <p:cNvSpPr/>
              <p:nvPr/>
            </p:nvSpPr>
            <p:spPr>
              <a:xfrm>
                <a:off x="1297214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369" name="Rectangle 7368">
                <a:extLst>
                  <a:ext uri="{FF2B5EF4-FFF2-40B4-BE49-F238E27FC236}">
                    <a16:creationId xmlns:a16="http://schemas.microsoft.com/office/drawing/2014/main" id="{14BBDF8A-4682-45D3-ABAD-64B00A4ED731}"/>
                  </a:ext>
                </a:extLst>
              </p:cNvPr>
              <p:cNvSpPr/>
              <p:nvPr/>
            </p:nvSpPr>
            <p:spPr>
              <a:xfrm>
                <a:off x="757466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370" name="Rectangle 7369">
                <a:extLst>
                  <a:ext uri="{FF2B5EF4-FFF2-40B4-BE49-F238E27FC236}">
                    <a16:creationId xmlns:a16="http://schemas.microsoft.com/office/drawing/2014/main" id="{C13E0C4B-1D4F-471E-A5AD-E4BC58BB3024}"/>
                  </a:ext>
                </a:extLst>
              </p:cNvPr>
              <p:cNvSpPr/>
              <p:nvPr/>
            </p:nvSpPr>
            <p:spPr>
              <a:xfrm>
                <a:off x="577550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371" name="Rectangle 7370">
                <a:extLst>
                  <a:ext uri="{FF2B5EF4-FFF2-40B4-BE49-F238E27FC236}">
                    <a16:creationId xmlns:a16="http://schemas.microsoft.com/office/drawing/2014/main" id="{1E8CE2AB-2430-43FD-88E9-634F132AAB31}"/>
                  </a:ext>
                </a:extLst>
              </p:cNvPr>
              <p:cNvSpPr/>
              <p:nvPr/>
            </p:nvSpPr>
            <p:spPr>
              <a:xfrm>
                <a:off x="937382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372" name="Rectangle 7371">
                <a:extLst>
                  <a:ext uri="{FF2B5EF4-FFF2-40B4-BE49-F238E27FC236}">
                    <a16:creationId xmlns:a16="http://schemas.microsoft.com/office/drawing/2014/main" id="{9E64BB36-121D-45B5-AE9E-04F22BB2C216}"/>
                  </a:ext>
                </a:extLst>
              </p:cNvPr>
              <p:cNvSpPr/>
              <p:nvPr/>
            </p:nvSpPr>
            <p:spPr>
              <a:xfrm>
                <a:off x="1117214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373" name="Rectangle 7372">
                <a:extLst>
                  <a:ext uri="{FF2B5EF4-FFF2-40B4-BE49-F238E27FC236}">
                    <a16:creationId xmlns:a16="http://schemas.microsoft.com/office/drawing/2014/main" id="{13321878-5F07-4A14-B23A-57FA538E97B3}"/>
                  </a:ext>
                </a:extLst>
              </p:cNvPr>
              <p:cNvSpPr/>
              <p:nvPr/>
            </p:nvSpPr>
            <p:spPr>
              <a:xfrm>
                <a:off x="1297130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374" name="Rectangle 7373">
                <a:extLst>
                  <a:ext uri="{FF2B5EF4-FFF2-40B4-BE49-F238E27FC236}">
                    <a16:creationId xmlns:a16="http://schemas.microsoft.com/office/drawing/2014/main" id="{3E8B26BB-C162-4CAF-8919-EF4839B4A043}"/>
                  </a:ext>
                </a:extLst>
              </p:cNvPr>
              <p:cNvSpPr/>
              <p:nvPr/>
            </p:nvSpPr>
            <p:spPr>
              <a:xfrm>
                <a:off x="757550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375" name="Rectangle 7374">
                <a:extLst>
                  <a:ext uri="{FF2B5EF4-FFF2-40B4-BE49-F238E27FC236}">
                    <a16:creationId xmlns:a16="http://schemas.microsoft.com/office/drawing/2014/main" id="{C8C38007-7AE0-49F4-AA4F-ED66905690A4}"/>
                  </a:ext>
                </a:extLst>
              </p:cNvPr>
              <p:cNvSpPr/>
              <p:nvPr/>
            </p:nvSpPr>
            <p:spPr>
              <a:xfrm>
                <a:off x="577634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376" name="Rectangle 7375">
                <a:extLst>
                  <a:ext uri="{FF2B5EF4-FFF2-40B4-BE49-F238E27FC236}">
                    <a16:creationId xmlns:a16="http://schemas.microsoft.com/office/drawing/2014/main" id="{5A8361CA-680F-45F3-A21C-8BEEE02F34C3}"/>
                  </a:ext>
                </a:extLst>
              </p:cNvPr>
              <p:cNvSpPr/>
              <p:nvPr/>
            </p:nvSpPr>
            <p:spPr>
              <a:xfrm>
                <a:off x="937466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377" name="Rectangle 7376">
                <a:extLst>
                  <a:ext uri="{FF2B5EF4-FFF2-40B4-BE49-F238E27FC236}">
                    <a16:creationId xmlns:a16="http://schemas.microsoft.com/office/drawing/2014/main" id="{3C722730-A2DD-4CBE-B807-91549D72388A}"/>
                  </a:ext>
                </a:extLst>
              </p:cNvPr>
              <p:cNvSpPr/>
              <p:nvPr/>
            </p:nvSpPr>
            <p:spPr>
              <a:xfrm>
                <a:off x="1117298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378" name="Rectangle 7377">
                <a:extLst>
                  <a:ext uri="{FF2B5EF4-FFF2-40B4-BE49-F238E27FC236}">
                    <a16:creationId xmlns:a16="http://schemas.microsoft.com/office/drawing/2014/main" id="{4B63B2AA-AD7D-4206-AB24-8D005AC5273B}"/>
                  </a:ext>
                </a:extLst>
              </p:cNvPr>
              <p:cNvSpPr/>
              <p:nvPr/>
            </p:nvSpPr>
            <p:spPr>
              <a:xfrm>
                <a:off x="1297214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379" name="Rectangle 7378">
                <a:extLst>
                  <a:ext uri="{FF2B5EF4-FFF2-40B4-BE49-F238E27FC236}">
                    <a16:creationId xmlns:a16="http://schemas.microsoft.com/office/drawing/2014/main" id="{AA6F6B95-5E2C-4B16-9D85-A798791032F6}"/>
                  </a:ext>
                </a:extLst>
              </p:cNvPr>
              <p:cNvSpPr/>
              <p:nvPr/>
            </p:nvSpPr>
            <p:spPr>
              <a:xfrm>
                <a:off x="757466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380" name="Rectangle 7379">
                <a:extLst>
                  <a:ext uri="{FF2B5EF4-FFF2-40B4-BE49-F238E27FC236}">
                    <a16:creationId xmlns:a16="http://schemas.microsoft.com/office/drawing/2014/main" id="{F2D828FA-E322-4A76-B5BA-9F0DD3C3E38E}"/>
                  </a:ext>
                </a:extLst>
              </p:cNvPr>
              <p:cNvSpPr/>
              <p:nvPr/>
            </p:nvSpPr>
            <p:spPr>
              <a:xfrm>
                <a:off x="577550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381" name="Rectangle 7380">
                <a:extLst>
                  <a:ext uri="{FF2B5EF4-FFF2-40B4-BE49-F238E27FC236}">
                    <a16:creationId xmlns:a16="http://schemas.microsoft.com/office/drawing/2014/main" id="{E9E8AA24-7BE4-48CC-9651-A0C0BDCA86BB}"/>
                  </a:ext>
                </a:extLst>
              </p:cNvPr>
              <p:cNvSpPr/>
              <p:nvPr/>
            </p:nvSpPr>
            <p:spPr>
              <a:xfrm>
                <a:off x="937382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382" name="Rectangle 7381">
                <a:extLst>
                  <a:ext uri="{FF2B5EF4-FFF2-40B4-BE49-F238E27FC236}">
                    <a16:creationId xmlns:a16="http://schemas.microsoft.com/office/drawing/2014/main" id="{5AD14553-DFCB-41AC-914D-8BC53D83B4DB}"/>
                  </a:ext>
                </a:extLst>
              </p:cNvPr>
              <p:cNvSpPr/>
              <p:nvPr/>
            </p:nvSpPr>
            <p:spPr>
              <a:xfrm>
                <a:off x="1117214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383" name="Rectangle 7382">
                <a:extLst>
                  <a:ext uri="{FF2B5EF4-FFF2-40B4-BE49-F238E27FC236}">
                    <a16:creationId xmlns:a16="http://schemas.microsoft.com/office/drawing/2014/main" id="{A316032A-87F0-4502-BC7E-864A70483D67}"/>
                  </a:ext>
                </a:extLst>
              </p:cNvPr>
              <p:cNvSpPr/>
              <p:nvPr/>
            </p:nvSpPr>
            <p:spPr>
              <a:xfrm>
                <a:off x="1297130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384" name="Rectangle 7383">
                <a:extLst>
                  <a:ext uri="{FF2B5EF4-FFF2-40B4-BE49-F238E27FC236}">
                    <a16:creationId xmlns:a16="http://schemas.microsoft.com/office/drawing/2014/main" id="{8B04A37E-8D97-4B1D-948B-D23E208A7C8F}"/>
                  </a:ext>
                </a:extLst>
              </p:cNvPr>
              <p:cNvSpPr/>
              <p:nvPr/>
            </p:nvSpPr>
            <p:spPr>
              <a:xfrm>
                <a:off x="757382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385" name="Rectangle 7384">
                <a:extLst>
                  <a:ext uri="{FF2B5EF4-FFF2-40B4-BE49-F238E27FC236}">
                    <a16:creationId xmlns:a16="http://schemas.microsoft.com/office/drawing/2014/main" id="{4E2AC16B-51E1-41D7-850D-089913FA0710}"/>
                  </a:ext>
                </a:extLst>
              </p:cNvPr>
              <p:cNvSpPr/>
              <p:nvPr/>
            </p:nvSpPr>
            <p:spPr>
              <a:xfrm>
                <a:off x="577466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386" name="Rectangle 7385">
                <a:extLst>
                  <a:ext uri="{FF2B5EF4-FFF2-40B4-BE49-F238E27FC236}">
                    <a16:creationId xmlns:a16="http://schemas.microsoft.com/office/drawing/2014/main" id="{ABD2CAC0-2F5A-43BF-9285-075F799C766E}"/>
                  </a:ext>
                </a:extLst>
              </p:cNvPr>
              <p:cNvSpPr/>
              <p:nvPr/>
            </p:nvSpPr>
            <p:spPr>
              <a:xfrm>
                <a:off x="937298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387" name="Rectangle 7386">
                <a:extLst>
                  <a:ext uri="{FF2B5EF4-FFF2-40B4-BE49-F238E27FC236}">
                    <a16:creationId xmlns:a16="http://schemas.microsoft.com/office/drawing/2014/main" id="{999CE40A-43D1-483F-B106-A1856CAA9F04}"/>
                  </a:ext>
                </a:extLst>
              </p:cNvPr>
              <p:cNvSpPr/>
              <p:nvPr/>
            </p:nvSpPr>
            <p:spPr>
              <a:xfrm>
                <a:off x="1117130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388" name="Rectangle 7387">
                <a:extLst>
                  <a:ext uri="{FF2B5EF4-FFF2-40B4-BE49-F238E27FC236}">
                    <a16:creationId xmlns:a16="http://schemas.microsoft.com/office/drawing/2014/main" id="{C0F37D39-5B1E-4FAC-B92D-81898ED4650F}"/>
                  </a:ext>
                </a:extLst>
              </p:cNvPr>
              <p:cNvSpPr/>
              <p:nvPr/>
            </p:nvSpPr>
            <p:spPr>
              <a:xfrm>
                <a:off x="1297046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389" name="Rectangle 7388">
                <a:extLst>
                  <a:ext uri="{FF2B5EF4-FFF2-40B4-BE49-F238E27FC236}">
                    <a16:creationId xmlns:a16="http://schemas.microsoft.com/office/drawing/2014/main" id="{9484DA9C-513E-45E5-8E6A-11E52AC4CEC4}"/>
                  </a:ext>
                </a:extLst>
              </p:cNvPr>
              <p:cNvSpPr/>
              <p:nvPr/>
            </p:nvSpPr>
            <p:spPr>
              <a:xfrm>
                <a:off x="577340" y="167393"/>
                <a:ext cx="900000" cy="974051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3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</p:grpSp>
        <p:grpSp>
          <p:nvGrpSpPr>
            <p:cNvPr id="7094" name="Groupe 7093"/>
            <p:cNvGrpSpPr/>
            <p:nvPr userDrawn="1"/>
          </p:nvGrpSpPr>
          <p:grpSpPr>
            <a:xfrm>
              <a:off x="2376164" y="121922"/>
              <a:ext cx="900000" cy="975016"/>
              <a:chOff x="577340" y="166428"/>
              <a:chExt cx="900000" cy="975016"/>
            </a:xfrm>
          </p:grpSpPr>
          <p:sp>
            <p:nvSpPr>
              <p:cNvPr id="7338" name="Rectangle 7337">
                <a:extLst>
                  <a:ext uri="{FF2B5EF4-FFF2-40B4-BE49-F238E27FC236}">
                    <a16:creationId xmlns:a16="http://schemas.microsoft.com/office/drawing/2014/main" id="{2072BB47-84CB-47FD-8A25-43491CA83C8F}"/>
                  </a:ext>
                </a:extLst>
              </p:cNvPr>
              <p:cNvSpPr/>
              <p:nvPr/>
            </p:nvSpPr>
            <p:spPr>
              <a:xfrm>
                <a:off x="757550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339" name="Rectangle 7338">
                <a:extLst>
                  <a:ext uri="{FF2B5EF4-FFF2-40B4-BE49-F238E27FC236}">
                    <a16:creationId xmlns:a16="http://schemas.microsoft.com/office/drawing/2014/main" id="{FD392A82-503D-4B66-9AF9-9E65B8C12603}"/>
                  </a:ext>
                </a:extLst>
              </p:cNvPr>
              <p:cNvSpPr/>
              <p:nvPr/>
            </p:nvSpPr>
            <p:spPr>
              <a:xfrm>
                <a:off x="577634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340" name="Rectangle 7339">
                <a:extLst>
                  <a:ext uri="{FF2B5EF4-FFF2-40B4-BE49-F238E27FC236}">
                    <a16:creationId xmlns:a16="http://schemas.microsoft.com/office/drawing/2014/main" id="{E8131C02-69AB-405B-82D1-978E3C621405}"/>
                  </a:ext>
                </a:extLst>
              </p:cNvPr>
              <p:cNvSpPr/>
              <p:nvPr/>
            </p:nvSpPr>
            <p:spPr>
              <a:xfrm>
                <a:off x="937466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341" name="Rectangle 7340">
                <a:extLst>
                  <a:ext uri="{FF2B5EF4-FFF2-40B4-BE49-F238E27FC236}">
                    <a16:creationId xmlns:a16="http://schemas.microsoft.com/office/drawing/2014/main" id="{F369E73F-6F1E-4CCA-9F58-1EF6C7EB008B}"/>
                  </a:ext>
                </a:extLst>
              </p:cNvPr>
              <p:cNvSpPr/>
              <p:nvPr/>
            </p:nvSpPr>
            <p:spPr>
              <a:xfrm>
                <a:off x="1117298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342" name="Rectangle 7341">
                <a:extLst>
                  <a:ext uri="{FF2B5EF4-FFF2-40B4-BE49-F238E27FC236}">
                    <a16:creationId xmlns:a16="http://schemas.microsoft.com/office/drawing/2014/main" id="{E4D8B003-AF02-4D34-8F85-57B55CDD3871}"/>
                  </a:ext>
                </a:extLst>
              </p:cNvPr>
              <p:cNvSpPr/>
              <p:nvPr/>
            </p:nvSpPr>
            <p:spPr>
              <a:xfrm>
                <a:off x="1297214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343" name="Rectangle 7342">
                <a:extLst>
                  <a:ext uri="{FF2B5EF4-FFF2-40B4-BE49-F238E27FC236}">
                    <a16:creationId xmlns:a16="http://schemas.microsoft.com/office/drawing/2014/main" id="{14BBDF8A-4682-45D3-ABAD-64B00A4ED731}"/>
                  </a:ext>
                </a:extLst>
              </p:cNvPr>
              <p:cNvSpPr/>
              <p:nvPr/>
            </p:nvSpPr>
            <p:spPr>
              <a:xfrm>
                <a:off x="757466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344" name="Rectangle 7343">
                <a:extLst>
                  <a:ext uri="{FF2B5EF4-FFF2-40B4-BE49-F238E27FC236}">
                    <a16:creationId xmlns:a16="http://schemas.microsoft.com/office/drawing/2014/main" id="{C13E0C4B-1D4F-471E-A5AD-E4BC58BB3024}"/>
                  </a:ext>
                </a:extLst>
              </p:cNvPr>
              <p:cNvSpPr/>
              <p:nvPr/>
            </p:nvSpPr>
            <p:spPr>
              <a:xfrm>
                <a:off x="577550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345" name="Rectangle 7344">
                <a:extLst>
                  <a:ext uri="{FF2B5EF4-FFF2-40B4-BE49-F238E27FC236}">
                    <a16:creationId xmlns:a16="http://schemas.microsoft.com/office/drawing/2014/main" id="{1E8CE2AB-2430-43FD-88E9-634F132AAB31}"/>
                  </a:ext>
                </a:extLst>
              </p:cNvPr>
              <p:cNvSpPr/>
              <p:nvPr/>
            </p:nvSpPr>
            <p:spPr>
              <a:xfrm>
                <a:off x="937382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346" name="Rectangle 7345">
                <a:extLst>
                  <a:ext uri="{FF2B5EF4-FFF2-40B4-BE49-F238E27FC236}">
                    <a16:creationId xmlns:a16="http://schemas.microsoft.com/office/drawing/2014/main" id="{9E64BB36-121D-45B5-AE9E-04F22BB2C216}"/>
                  </a:ext>
                </a:extLst>
              </p:cNvPr>
              <p:cNvSpPr/>
              <p:nvPr/>
            </p:nvSpPr>
            <p:spPr>
              <a:xfrm>
                <a:off x="1117214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347" name="Rectangle 7346">
                <a:extLst>
                  <a:ext uri="{FF2B5EF4-FFF2-40B4-BE49-F238E27FC236}">
                    <a16:creationId xmlns:a16="http://schemas.microsoft.com/office/drawing/2014/main" id="{13321878-5F07-4A14-B23A-57FA538E97B3}"/>
                  </a:ext>
                </a:extLst>
              </p:cNvPr>
              <p:cNvSpPr/>
              <p:nvPr/>
            </p:nvSpPr>
            <p:spPr>
              <a:xfrm>
                <a:off x="1297130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348" name="Rectangle 7347">
                <a:extLst>
                  <a:ext uri="{FF2B5EF4-FFF2-40B4-BE49-F238E27FC236}">
                    <a16:creationId xmlns:a16="http://schemas.microsoft.com/office/drawing/2014/main" id="{3E8B26BB-C162-4CAF-8919-EF4839B4A043}"/>
                  </a:ext>
                </a:extLst>
              </p:cNvPr>
              <p:cNvSpPr/>
              <p:nvPr/>
            </p:nvSpPr>
            <p:spPr>
              <a:xfrm>
                <a:off x="757550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349" name="Rectangle 7348">
                <a:extLst>
                  <a:ext uri="{FF2B5EF4-FFF2-40B4-BE49-F238E27FC236}">
                    <a16:creationId xmlns:a16="http://schemas.microsoft.com/office/drawing/2014/main" id="{C8C38007-7AE0-49F4-AA4F-ED66905690A4}"/>
                  </a:ext>
                </a:extLst>
              </p:cNvPr>
              <p:cNvSpPr/>
              <p:nvPr/>
            </p:nvSpPr>
            <p:spPr>
              <a:xfrm>
                <a:off x="577634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350" name="Rectangle 7349">
                <a:extLst>
                  <a:ext uri="{FF2B5EF4-FFF2-40B4-BE49-F238E27FC236}">
                    <a16:creationId xmlns:a16="http://schemas.microsoft.com/office/drawing/2014/main" id="{5A8361CA-680F-45F3-A21C-8BEEE02F34C3}"/>
                  </a:ext>
                </a:extLst>
              </p:cNvPr>
              <p:cNvSpPr/>
              <p:nvPr/>
            </p:nvSpPr>
            <p:spPr>
              <a:xfrm>
                <a:off x="937466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351" name="Rectangle 7350">
                <a:extLst>
                  <a:ext uri="{FF2B5EF4-FFF2-40B4-BE49-F238E27FC236}">
                    <a16:creationId xmlns:a16="http://schemas.microsoft.com/office/drawing/2014/main" id="{3C722730-A2DD-4CBE-B807-91549D72388A}"/>
                  </a:ext>
                </a:extLst>
              </p:cNvPr>
              <p:cNvSpPr/>
              <p:nvPr/>
            </p:nvSpPr>
            <p:spPr>
              <a:xfrm>
                <a:off x="1117298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352" name="Rectangle 7351">
                <a:extLst>
                  <a:ext uri="{FF2B5EF4-FFF2-40B4-BE49-F238E27FC236}">
                    <a16:creationId xmlns:a16="http://schemas.microsoft.com/office/drawing/2014/main" id="{4B63B2AA-AD7D-4206-AB24-8D005AC5273B}"/>
                  </a:ext>
                </a:extLst>
              </p:cNvPr>
              <p:cNvSpPr/>
              <p:nvPr/>
            </p:nvSpPr>
            <p:spPr>
              <a:xfrm>
                <a:off x="1297214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353" name="Rectangle 7352">
                <a:extLst>
                  <a:ext uri="{FF2B5EF4-FFF2-40B4-BE49-F238E27FC236}">
                    <a16:creationId xmlns:a16="http://schemas.microsoft.com/office/drawing/2014/main" id="{AA6F6B95-5E2C-4B16-9D85-A798791032F6}"/>
                  </a:ext>
                </a:extLst>
              </p:cNvPr>
              <p:cNvSpPr/>
              <p:nvPr/>
            </p:nvSpPr>
            <p:spPr>
              <a:xfrm>
                <a:off x="757466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354" name="Rectangle 7353">
                <a:extLst>
                  <a:ext uri="{FF2B5EF4-FFF2-40B4-BE49-F238E27FC236}">
                    <a16:creationId xmlns:a16="http://schemas.microsoft.com/office/drawing/2014/main" id="{F2D828FA-E322-4A76-B5BA-9F0DD3C3E38E}"/>
                  </a:ext>
                </a:extLst>
              </p:cNvPr>
              <p:cNvSpPr/>
              <p:nvPr/>
            </p:nvSpPr>
            <p:spPr>
              <a:xfrm>
                <a:off x="577550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355" name="Rectangle 7354">
                <a:extLst>
                  <a:ext uri="{FF2B5EF4-FFF2-40B4-BE49-F238E27FC236}">
                    <a16:creationId xmlns:a16="http://schemas.microsoft.com/office/drawing/2014/main" id="{E9E8AA24-7BE4-48CC-9651-A0C0BDCA86BB}"/>
                  </a:ext>
                </a:extLst>
              </p:cNvPr>
              <p:cNvSpPr/>
              <p:nvPr/>
            </p:nvSpPr>
            <p:spPr>
              <a:xfrm>
                <a:off x="937382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356" name="Rectangle 7355">
                <a:extLst>
                  <a:ext uri="{FF2B5EF4-FFF2-40B4-BE49-F238E27FC236}">
                    <a16:creationId xmlns:a16="http://schemas.microsoft.com/office/drawing/2014/main" id="{5AD14553-DFCB-41AC-914D-8BC53D83B4DB}"/>
                  </a:ext>
                </a:extLst>
              </p:cNvPr>
              <p:cNvSpPr/>
              <p:nvPr/>
            </p:nvSpPr>
            <p:spPr>
              <a:xfrm>
                <a:off x="1117214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357" name="Rectangle 7356">
                <a:extLst>
                  <a:ext uri="{FF2B5EF4-FFF2-40B4-BE49-F238E27FC236}">
                    <a16:creationId xmlns:a16="http://schemas.microsoft.com/office/drawing/2014/main" id="{A316032A-87F0-4502-BC7E-864A70483D67}"/>
                  </a:ext>
                </a:extLst>
              </p:cNvPr>
              <p:cNvSpPr/>
              <p:nvPr/>
            </p:nvSpPr>
            <p:spPr>
              <a:xfrm>
                <a:off x="1297130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358" name="Rectangle 7357">
                <a:extLst>
                  <a:ext uri="{FF2B5EF4-FFF2-40B4-BE49-F238E27FC236}">
                    <a16:creationId xmlns:a16="http://schemas.microsoft.com/office/drawing/2014/main" id="{8B04A37E-8D97-4B1D-948B-D23E208A7C8F}"/>
                  </a:ext>
                </a:extLst>
              </p:cNvPr>
              <p:cNvSpPr/>
              <p:nvPr/>
            </p:nvSpPr>
            <p:spPr>
              <a:xfrm>
                <a:off x="757382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359" name="Rectangle 7358">
                <a:extLst>
                  <a:ext uri="{FF2B5EF4-FFF2-40B4-BE49-F238E27FC236}">
                    <a16:creationId xmlns:a16="http://schemas.microsoft.com/office/drawing/2014/main" id="{4E2AC16B-51E1-41D7-850D-089913FA0710}"/>
                  </a:ext>
                </a:extLst>
              </p:cNvPr>
              <p:cNvSpPr/>
              <p:nvPr/>
            </p:nvSpPr>
            <p:spPr>
              <a:xfrm>
                <a:off x="577466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360" name="Rectangle 7359">
                <a:extLst>
                  <a:ext uri="{FF2B5EF4-FFF2-40B4-BE49-F238E27FC236}">
                    <a16:creationId xmlns:a16="http://schemas.microsoft.com/office/drawing/2014/main" id="{ABD2CAC0-2F5A-43BF-9285-075F799C766E}"/>
                  </a:ext>
                </a:extLst>
              </p:cNvPr>
              <p:cNvSpPr/>
              <p:nvPr/>
            </p:nvSpPr>
            <p:spPr>
              <a:xfrm>
                <a:off x="937298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361" name="Rectangle 7360">
                <a:extLst>
                  <a:ext uri="{FF2B5EF4-FFF2-40B4-BE49-F238E27FC236}">
                    <a16:creationId xmlns:a16="http://schemas.microsoft.com/office/drawing/2014/main" id="{999CE40A-43D1-483F-B106-A1856CAA9F04}"/>
                  </a:ext>
                </a:extLst>
              </p:cNvPr>
              <p:cNvSpPr/>
              <p:nvPr/>
            </p:nvSpPr>
            <p:spPr>
              <a:xfrm>
                <a:off x="1117130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362" name="Rectangle 7361">
                <a:extLst>
                  <a:ext uri="{FF2B5EF4-FFF2-40B4-BE49-F238E27FC236}">
                    <a16:creationId xmlns:a16="http://schemas.microsoft.com/office/drawing/2014/main" id="{C0F37D39-5B1E-4FAC-B92D-81898ED4650F}"/>
                  </a:ext>
                </a:extLst>
              </p:cNvPr>
              <p:cNvSpPr/>
              <p:nvPr/>
            </p:nvSpPr>
            <p:spPr>
              <a:xfrm>
                <a:off x="1297046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363" name="Rectangle 7362">
                <a:extLst>
                  <a:ext uri="{FF2B5EF4-FFF2-40B4-BE49-F238E27FC236}">
                    <a16:creationId xmlns:a16="http://schemas.microsoft.com/office/drawing/2014/main" id="{9484DA9C-513E-45E5-8E6A-11E52AC4CEC4}"/>
                  </a:ext>
                </a:extLst>
              </p:cNvPr>
              <p:cNvSpPr/>
              <p:nvPr/>
            </p:nvSpPr>
            <p:spPr>
              <a:xfrm>
                <a:off x="577340" y="167393"/>
                <a:ext cx="900000" cy="974051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3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</p:grpSp>
        <p:grpSp>
          <p:nvGrpSpPr>
            <p:cNvPr id="7095" name="Groupe 7094"/>
            <p:cNvGrpSpPr/>
            <p:nvPr userDrawn="1"/>
          </p:nvGrpSpPr>
          <p:grpSpPr>
            <a:xfrm>
              <a:off x="3275618" y="120959"/>
              <a:ext cx="900000" cy="975016"/>
              <a:chOff x="577340" y="166428"/>
              <a:chExt cx="900000" cy="975016"/>
            </a:xfrm>
          </p:grpSpPr>
          <p:sp>
            <p:nvSpPr>
              <p:cNvPr id="7312" name="Rectangle 7311">
                <a:extLst>
                  <a:ext uri="{FF2B5EF4-FFF2-40B4-BE49-F238E27FC236}">
                    <a16:creationId xmlns:a16="http://schemas.microsoft.com/office/drawing/2014/main" id="{2072BB47-84CB-47FD-8A25-43491CA83C8F}"/>
                  </a:ext>
                </a:extLst>
              </p:cNvPr>
              <p:cNvSpPr/>
              <p:nvPr/>
            </p:nvSpPr>
            <p:spPr>
              <a:xfrm>
                <a:off x="757550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313" name="Rectangle 7312">
                <a:extLst>
                  <a:ext uri="{FF2B5EF4-FFF2-40B4-BE49-F238E27FC236}">
                    <a16:creationId xmlns:a16="http://schemas.microsoft.com/office/drawing/2014/main" id="{FD392A82-503D-4B66-9AF9-9E65B8C12603}"/>
                  </a:ext>
                </a:extLst>
              </p:cNvPr>
              <p:cNvSpPr/>
              <p:nvPr/>
            </p:nvSpPr>
            <p:spPr>
              <a:xfrm>
                <a:off x="577634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314" name="Rectangle 7313">
                <a:extLst>
                  <a:ext uri="{FF2B5EF4-FFF2-40B4-BE49-F238E27FC236}">
                    <a16:creationId xmlns:a16="http://schemas.microsoft.com/office/drawing/2014/main" id="{E8131C02-69AB-405B-82D1-978E3C621405}"/>
                  </a:ext>
                </a:extLst>
              </p:cNvPr>
              <p:cNvSpPr/>
              <p:nvPr/>
            </p:nvSpPr>
            <p:spPr>
              <a:xfrm>
                <a:off x="937466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315" name="Rectangle 7314">
                <a:extLst>
                  <a:ext uri="{FF2B5EF4-FFF2-40B4-BE49-F238E27FC236}">
                    <a16:creationId xmlns:a16="http://schemas.microsoft.com/office/drawing/2014/main" id="{F369E73F-6F1E-4CCA-9F58-1EF6C7EB008B}"/>
                  </a:ext>
                </a:extLst>
              </p:cNvPr>
              <p:cNvSpPr/>
              <p:nvPr/>
            </p:nvSpPr>
            <p:spPr>
              <a:xfrm>
                <a:off x="1117298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316" name="Rectangle 7315">
                <a:extLst>
                  <a:ext uri="{FF2B5EF4-FFF2-40B4-BE49-F238E27FC236}">
                    <a16:creationId xmlns:a16="http://schemas.microsoft.com/office/drawing/2014/main" id="{E4D8B003-AF02-4D34-8F85-57B55CDD3871}"/>
                  </a:ext>
                </a:extLst>
              </p:cNvPr>
              <p:cNvSpPr/>
              <p:nvPr/>
            </p:nvSpPr>
            <p:spPr>
              <a:xfrm>
                <a:off x="1297214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317" name="Rectangle 7316">
                <a:extLst>
                  <a:ext uri="{FF2B5EF4-FFF2-40B4-BE49-F238E27FC236}">
                    <a16:creationId xmlns:a16="http://schemas.microsoft.com/office/drawing/2014/main" id="{14BBDF8A-4682-45D3-ABAD-64B00A4ED731}"/>
                  </a:ext>
                </a:extLst>
              </p:cNvPr>
              <p:cNvSpPr/>
              <p:nvPr/>
            </p:nvSpPr>
            <p:spPr>
              <a:xfrm>
                <a:off x="757466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318" name="Rectangle 7317">
                <a:extLst>
                  <a:ext uri="{FF2B5EF4-FFF2-40B4-BE49-F238E27FC236}">
                    <a16:creationId xmlns:a16="http://schemas.microsoft.com/office/drawing/2014/main" id="{C13E0C4B-1D4F-471E-A5AD-E4BC58BB3024}"/>
                  </a:ext>
                </a:extLst>
              </p:cNvPr>
              <p:cNvSpPr/>
              <p:nvPr/>
            </p:nvSpPr>
            <p:spPr>
              <a:xfrm>
                <a:off x="577550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319" name="Rectangle 7318">
                <a:extLst>
                  <a:ext uri="{FF2B5EF4-FFF2-40B4-BE49-F238E27FC236}">
                    <a16:creationId xmlns:a16="http://schemas.microsoft.com/office/drawing/2014/main" id="{1E8CE2AB-2430-43FD-88E9-634F132AAB31}"/>
                  </a:ext>
                </a:extLst>
              </p:cNvPr>
              <p:cNvSpPr/>
              <p:nvPr/>
            </p:nvSpPr>
            <p:spPr>
              <a:xfrm>
                <a:off x="937382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320" name="Rectangle 7319">
                <a:extLst>
                  <a:ext uri="{FF2B5EF4-FFF2-40B4-BE49-F238E27FC236}">
                    <a16:creationId xmlns:a16="http://schemas.microsoft.com/office/drawing/2014/main" id="{9E64BB36-121D-45B5-AE9E-04F22BB2C216}"/>
                  </a:ext>
                </a:extLst>
              </p:cNvPr>
              <p:cNvSpPr/>
              <p:nvPr/>
            </p:nvSpPr>
            <p:spPr>
              <a:xfrm>
                <a:off x="1117214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321" name="Rectangle 7320">
                <a:extLst>
                  <a:ext uri="{FF2B5EF4-FFF2-40B4-BE49-F238E27FC236}">
                    <a16:creationId xmlns:a16="http://schemas.microsoft.com/office/drawing/2014/main" id="{13321878-5F07-4A14-B23A-57FA538E97B3}"/>
                  </a:ext>
                </a:extLst>
              </p:cNvPr>
              <p:cNvSpPr/>
              <p:nvPr/>
            </p:nvSpPr>
            <p:spPr>
              <a:xfrm>
                <a:off x="1297130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322" name="Rectangle 7321">
                <a:extLst>
                  <a:ext uri="{FF2B5EF4-FFF2-40B4-BE49-F238E27FC236}">
                    <a16:creationId xmlns:a16="http://schemas.microsoft.com/office/drawing/2014/main" id="{3E8B26BB-C162-4CAF-8919-EF4839B4A043}"/>
                  </a:ext>
                </a:extLst>
              </p:cNvPr>
              <p:cNvSpPr/>
              <p:nvPr/>
            </p:nvSpPr>
            <p:spPr>
              <a:xfrm>
                <a:off x="757550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323" name="Rectangle 7322">
                <a:extLst>
                  <a:ext uri="{FF2B5EF4-FFF2-40B4-BE49-F238E27FC236}">
                    <a16:creationId xmlns:a16="http://schemas.microsoft.com/office/drawing/2014/main" id="{C8C38007-7AE0-49F4-AA4F-ED66905690A4}"/>
                  </a:ext>
                </a:extLst>
              </p:cNvPr>
              <p:cNvSpPr/>
              <p:nvPr/>
            </p:nvSpPr>
            <p:spPr>
              <a:xfrm>
                <a:off x="577634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324" name="Rectangle 7323">
                <a:extLst>
                  <a:ext uri="{FF2B5EF4-FFF2-40B4-BE49-F238E27FC236}">
                    <a16:creationId xmlns:a16="http://schemas.microsoft.com/office/drawing/2014/main" id="{5A8361CA-680F-45F3-A21C-8BEEE02F34C3}"/>
                  </a:ext>
                </a:extLst>
              </p:cNvPr>
              <p:cNvSpPr/>
              <p:nvPr/>
            </p:nvSpPr>
            <p:spPr>
              <a:xfrm>
                <a:off x="937466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325" name="Rectangle 7324">
                <a:extLst>
                  <a:ext uri="{FF2B5EF4-FFF2-40B4-BE49-F238E27FC236}">
                    <a16:creationId xmlns:a16="http://schemas.microsoft.com/office/drawing/2014/main" id="{3C722730-A2DD-4CBE-B807-91549D72388A}"/>
                  </a:ext>
                </a:extLst>
              </p:cNvPr>
              <p:cNvSpPr/>
              <p:nvPr/>
            </p:nvSpPr>
            <p:spPr>
              <a:xfrm>
                <a:off x="1117298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326" name="Rectangle 7325">
                <a:extLst>
                  <a:ext uri="{FF2B5EF4-FFF2-40B4-BE49-F238E27FC236}">
                    <a16:creationId xmlns:a16="http://schemas.microsoft.com/office/drawing/2014/main" id="{4B63B2AA-AD7D-4206-AB24-8D005AC5273B}"/>
                  </a:ext>
                </a:extLst>
              </p:cNvPr>
              <p:cNvSpPr/>
              <p:nvPr/>
            </p:nvSpPr>
            <p:spPr>
              <a:xfrm>
                <a:off x="1297214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327" name="Rectangle 7326">
                <a:extLst>
                  <a:ext uri="{FF2B5EF4-FFF2-40B4-BE49-F238E27FC236}">
                    <a16:creationId xmlns:a16="http://schemas.microsoft.com/office/drawing/2014/main" id="{AA6F6B95-5E2C-4B16-9D85-A798791032F6}"/>
                  </a:ext>
                </a:extLst>
              </p:cNvPr>
              <p:cNvSpPr/>
              <p:nvPr/>
            </p:nvSpPr>
            <p:spPr>
              <a:xfrm>
                <a:off x="757466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328" name="Rectangle 7327">
                <a:extLst>
                  <a:ext uri="{FF2B5EF4-FFF2-40B4-BE49-F238E27FC236}">
                    <a16:creationId xmlns:a16="http://schemas.microsoft.com/office/drawing/2014/main" id="{F2D828FA-E322-4A76-B5BA-9F0DD3C3E38E}"/>
                  </a:ext>
                </a:extLst>
              </p:cNvPr>
              <p:cNvSpPr/>
              <p:nvPr/>
            </p:nvSpPr>
            <p:spPr>
              <a:xfrm>
                <a:off x="577550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329" name="Rectangle 7328">
                <a:extLst>
                  <a:ext uri="{FF2B5EF4-FFF2-40B4-BE49-F238E27FC236}">
                    <a16:creationId xmlns:a16="http://schemas.microsoft.com/office/drawing/2014/main" id="{E9E8AA24-7BE4-48CC-9651-A0C0BDCA86BB}"/>
                  </a:ext>
                </a:extLst>
              </p:cNvPr>
              <p:cNvSpPr/>
              <p:nvPr/>
            </p:nvSpPr>
            <p:spPr>
              <a:xfrm>
                <a:off x="937382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330" name="Rectangle 7329">
                <a:extLst>
                  <a:ext uri="{FF2B5EF4-FFF2-40B4-BE49-F238E27FC236}">
                    <a16:creationId xmlns:a16="http://schemas.microsoft.com/office/drawing/2014/main" id="{5AD14553-DFCB-41AC-914D-8BC53D83B4DB}"/>
                  </a:ext>
                </a:extLst>
              </p:cNvPr>
              <p:cNvSpPr/>
              <p:nvPr/>
            </p:nvSpPr>
            <p:spPr>
              <a:xfrm>
                <a:off x="1117214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331" name="Rectangle 7330">
                <a:extLst>
                  <a:ext uri="{FF2B5EF4-FFF2-40B4-BE49-F238E27FC236}">
                    <a16:creationId xmlns:a16="http://schemas.microsoft.com/office/drawing/2014/main" id="{A316032A-87F0-4502-BC7E-864A70483D67}"/>
                  </a:ext>
                </a:extLst>
              </p:cNvPr>
              <p:cNvSpPr/>
              <p:nvPr/>
            </p:nvSpPr>
            <p:spPr>
              <a:xfrm>
                <a:off x="1297130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332" name="Rectangle 7331">
                <a:extLst>
                  <a:ext uri="{FF2B5EF4-FFF2-40B4-BE49-F238E27FC236}">
                    <a16:creationId xmlns:a16="http://schemas.microsoft.com/office/drawing/2014/main" id="{8B04A37E-8D97-4B1D-948B-D23E208A7C8F}"/>
                  </a:ext>
                </a:extLst>
              </p:cNvPr>
              <p:cNvSpPr/>
              <p:nvPr/>
            </p:nvSpPr>
            <p:spPr>
              <a:xfrm>
                <a:off x="757382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333" name="Rectangle 7332">
                <a:extLst>
                  <a:ext uri="{FF2B5EF4-FFF2-40B4-BE49-F238E27FC236}">
                    <a16:creationId xmlns:a16="http://schemas.microsoft.com/office/drawing/2014/main" id="{4E2AC16B-51E1-41D7-850D-089913FA0710}"/>
                  </a:ext>
                </a:extLst>
              </p:cNvPr>
              <p:cNvSpPr/>
              <p:nvPr/>
            </p:nvSpPr>
            <p:spPr>
              <a:xfrm>
                <a:off x="577466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334" name="Rectangle 7333">
                <a:extLst>
                  <a:ext uri="{FF2B5EF4-FFF2-40B4-BE49-F238E27FC236}">
                    <a16:creationId xmlns:a16="http://schemas.microsoft.com/office/drawing/2014/main" id="{ABD2CAC0-2F5A-43BF-9285-075F799C766E}"/>
                  </a:ext>
                </a:extLst>
              </p:cNvPr>
              <p:cNvSpPr/>
              <p:nvPr/>
            </p:nvSpPr>
            <p:spPr>
              <a:xfrm>
                <a:off x="937298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335" name="Rectangle 7334">
                <a:extLst>
                  <a:ext uri="{FF2B5EF4-FFF2-40B4-BE49-F238E27FC236}">
                    <a16:creationId xmlns:a16="http://schemas.microsoft.com/office/drawing/2014/main" id="{999CE40A-43D1-483F-B106-A1856CAA9F04}"/>
                  </a:ext>
                </a:extLst>
              </p:cNvPr>
              <p:cNvSpPr/>
              <p:nvPr/>
            </p:nvSpPr>
            <p:spPr>
              <a:xfrm>
                <a:off x="1117130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336" name="Rectangle 7335">
                <a:extLst>
                  <a:ext uri="{FF2B5EF4-FFF2-40B4-BE49-F238E27FC236}">
                    <a16:creationId xmlns:a16="http://schemas.microsoft.com/office/drawing/2014/main" id="{C0F37D39-5B1E-4FAC-B92D-81898ED4650F}"/>
                  </a:ext>
                </a:extLst>
              </p:cNvPr>
              <p:cNvSpPr/>
              <p:nvPr/>
            </p:nvSpPr>
            <p:spPr>
              <a:xfrm>
                <a:off x="1297046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337" name="Rectangle 7336">
                <a:extLst>
                  <a:ext uri="{FF2B5EF4-FFF2-40B4-BE49-F238E27FC236}">
                    <a16:creationId xmlns:a16="http://schemas.microsoft.com/office/drawing/2014/main" id="{9484DA9C-513E-45E5-8E6A-11E52AC4CEC4}"/>
                  </a:ext>
                </a:extLst>
              </p:cNvPr>
              <p:cNvSpPr/>
              <p:nvPr/>
            </p:nvSpPr>
            <p:spPr>
              <a:xfrm>
                <a:off x="577340" y="167393"/>
                <a:ext cx="900000" cy="974051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3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</p:grpSp>
        <p:grpSp>
          <p:nvGrpSpPr>
            <p:cNvPr id="7096" name="Groupe 7095"/>
            <p:cNvGrpSpPr/>
            <p:nvPr userDrawn="1"/>
          </p:nvGrpSpPr>
          <p:grpSpPr>
            <a:xfrm>
              <a:off x="4175198" y="121922"/>
              <a:ext cx="900000" cy="975016"/>
              <a:chOff x="577340" y="166428"/>
              <a:chExt cx="900000" cy="975016"/>
            </a:xfrm>
          </p:grpSpPr>
          <p:sp>
            <p:nvSpPr>
              <p:cNvPr id="7286" name="Rectangle 7285">
                <a:extLst>
                  <a:ext uri="{FF2B5EF4-FFF2-40B4-BE49-F238E27FC236}">
                    <a16:creationId xmlns:a16="http://schemas.microsoft.com/office/drawing/2014/main" id="{2072BB47-84CB-47FD-8A25-43491CA83C8F}"/>
                  </a:ext>
                </a:extLst>
              </p:cNvPr>
              <p:cNvSpPr/>
              <p:nvPr/>
            </p:nvSpPr>
            <p:spPr>
              <a:xfrm>
                <a:off x="757550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287" name="Rectangle 7286">
                <a:extLst>
                  <a:ext uri="{FF2B5EF4-FFF2-40B4-BE49-F238E27FC236}">
                    <a16:creationId xmlns:a16="http://schemas.microsoft.com/office/drawing/2014/main" id="{FD392A82-503D-4B66-9AF9-9E65B8C12603}"/>
                  </a:ext>
                </a:extLst>
              </p:cNvPr>
              <p:cNvSpPr/>
              <p:nvPr/>
            </p:nvSpPr>
            <p:spPr>
              <a:xfrm>
                <a:off x="577634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288" name="Rectangle 7287">
                <a:extLst>
                  <a:ext uri="{FF2B5EF4-FFF2-40B4-BE49-F238E27FC236}">
                    <a16:creationId xmlns:a16="http://schemas.microsoft.com/office/drawing/2014/main" id="{E8131C02-69AB-405B-82D1-978E3C621405}"/>
                  </a:ext>
                </a:extLst>
              </p:cNvPr>
              <p:cNvSpPr/>
              <p:nvPr/>
            </p:nvSpPr>
            <p:spPr>
              <a:xfrm>
                <a:off x="937466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289" name="Rectangle 7288">
                <a:extLst>
                  <a:ext uri="{FF2B5EF4-FFF2-40B4-BE49-F238E27FC236}">
                    <a16:creationId xmlns:a16="http://schemas.microsoft.com/office/drawing/2014/main" id="{F369E73F-6F1E-4CCA-9F58-1EF6C7EB008B}"/>
                  </a:ext>
                </a:extLst>
              </p:cNvPr>
              <p:cNvSpPr/>
              <p:nvPr/>
            </p:nvSpPr>
            <p:spPr>
              <a:xfrm>
                <a:off x="1117298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290" name="Rectangle 7289">
                <a:extLst>
                  <a:ext uri="{FF2B5EF4-FFF2-40B4-BE49-F238E27FC236}">
                    <a16:creationId xmlns:a16="http://schemas.microsoft.com/office/drawing/2014/main" id="{E4D8B003-AF02-4D34-8F85-57B55CDD3871}"/>
                  </a:ext>
                </a:extLst>
              </p:cNvPr>
              <p:cNvSpPr/>
              <p:nvPr/>
            </p:nvSpPr>
            <p:spPr>
              <a:xfrm>
                <a:off x="1297214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291" name="Rectangle 7290">
                <a:extLst>
                  <a:ext uri="{FF2B5EF4-FFF2-40B4-BE49-F238E27FC236}">
                    <a16:creationId xmlns:a16="http://schemas.microsoft.com/office/drawing/2014/main" id="{14BBDF8A-4682-45D3-ABAD-64B00A4ED731}"/>
                  </a:ext>
                </a:extLst>
              </p:cNvPr>
              <p:cNvSpPr/>
              <p:nvPr/>
            </p:nvSpPr>
            <p:spPr>
              <a:xfrm>
                <a:off x="757466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292" name="Rectangle 7291">
                <a:extLst>
                  <a:ext uri="{FF2B5EF4-FFF2-40B4-BE49-F238E27FC236}">
                    <a16:creationId xmlns:a16="http://schemas.microsoft.com/office/drawing/2014/main" id="{C13E0C4B-1D4F-471E-A5AD-E4BC58BB3024}"/>
                  </a:ext>
                </a:extLst>
              </p:cNvPr>
              <p:cNvSpPr/>
              <p:nvPr/>
            </p:nvSpPr>
            <p:spPr>
              <a:xfrm>
                <a:off x="577550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293" name="Rectangle 7292">
                <a:extLst>
                  <a:ext uri="{FF2B5EF4-FFF2-40B4-BE49-F238E27FC236}">
                    <a16:creationId xmlns:a16="http://schemas.microsoft.com/office/drawing/2014/main" id="{1E8CE2AB-2430-43FD-88E9-634F132AAB31}"/>
                  </a:ext>
                </a:extLst>
              </p:cNvPr>
              <p:cNvSpPr/>
              <p:nvPr/>
            </p:nvSpPr>
            <p:spPr>
              <a:xfrm>
                <a:off x="937382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294" name="Rectangle 7293">
                <a:extLst>
                  <a:ext uri="{FF2B5EF4-FFF2-40B4-BE49-F238E27FC236}">
                    <a16:creationId xmlns:a16="http://schemas.microsoft.com/office/drawing/2014/main" id="{9E64BB36-121D-45B5-AE9E-04F22BB2C216}"/>
                  </a:ext>
                </a:extLst>
              </p:cNvPr>
              <p:cNvSpPr/>
              <p:nvPr/>
            </p:nvSpPr>
            <p:spPr>
              <a:xfrm>
                <a:off x="1117214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295" name="Rectangle 7294">
                <a:extLst>
                  <a:ext uri="{FF2B5EF4-FFF2-40B4-BE49-F238E27FC236}">
                    <a16:creationId xmlns:a16="http://schemas.microsoft.com/office/drawing/2014/main" id="{13321878-5F07-4A14-B23A-57FA538E97B3}"/>
                  </a:ext>
                </a:extLst>
              </p:cNvPr>
              <p:cNvSpPr/>
              <p:nvPr/>
            </p:nvSpPr>
            <p:spPr>
              <a:xfrm>
                <a:off x="1297130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296" name="Rectangle 7295">
                <a:extLst>
                  <a:ext uri="{FF2B5EF4-FFF2-40B4-BE49-F238E27FC236}">
                    <a16:creationId xmlns:a16="http://schemas.microsoft.com/office/drawing/2014/main" id="{3E8B26BB-C162-4CAF-8919-EF4839B4A043}"/>
                  </a:ext>
                </a:extLst>
              </p:cNvPr>
              <p:cNvSpPr/>
              <p:nvPr/>
            </p:nvSpPr>
            <p:spPr>
              <a:xfrm>
                <a:off x="757550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297" name="Rectangle 7296">
                <a:extLst>
                  <a:ext uri="{FF2B5EF4-FFF2-40B4-BE49-F238E27FC236}">
                    <a16:creationId xmlns:a16="http://schemas.microsoft.com/office/drawing/2014/main" id="{C8C38007-7AE0-49F4-AA4F-ED66905690A4}"/>
                  </a:ext>
                </a:extLst>
              </p:cNvPr>
              <p:cNvSpPr/>
              <p:nvPr/>
            </p:nvSpPr>
            <p:spPr>
              <a:xfrm>
                <a:off x="577634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298" name="Rectangle 7297">
                <a:extLst>
                  <a:ext uri="{FF2B5EF4-FFF2-40B4-BE49-F238E27FC236}">
                    <a16:creationId xmlns:a16="http://schemas.microsoft.com/office/drawing/2014/main" id="{5A8361CA-680F-45F3-A21C-8BEEE02F34C3}"/>
                  </a:ext>
                </a:extLst>
              </p:cNvPr>
              <p:cNvSpPr/>
              <p:nvPr/>
            </p:nvSpPr>
            <p:spPr>
              <a:xfrm>
                <a:off x="937466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299" name="Rectangle 7298">
                <a:extLst>
                  <a:ext uri="{FF2B5EF4-FFF2-40B4-BE49-F238E27FC236}">
                    <a16:creationId xmlns:a16="http://schemas.microsoft.com/office/drawing/2014/main" id="{3C722730-A2DD-4CBE-B807-91549D72388A}"/>
                  </a:ext>
                </a:extLst>
              </p:cNvPr>
              <p:cNvSpPr/>
              <p:nvPr/>
            </p:nvSpPr>
            <p:spPr>
              <a:xfrm>
                <a:off x="1117298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300" name="Rectangle 7299">
                <a:extLst>
                  <a:ext uri="{FF2B5EF4-FFF2-40B4-BE49-F238E27FC236}">
                    <a16:creationId xmlns:a16="http://schemas.microsoft.com/office/drawing/2014/main" id="{4B63B2AA-AD7D-4206-AB24-8D005AC5273B}"/>
                  </a:ext>
                </a:extLst>
              </p:cNvPr>
              <p:cNvSpPr/>
              <p:nvPr/>
            </p:nvSpPr>
            <p:spPr>
              <a:xfrm>
                <a:off x="1297214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301" name="Rectangle 7300">
                <a:extLst>
                  <a:ext uri="{FF2B5EF4-FFF2-40B4-BE49-F238E27FC236}">
                    <a16:creationId xmlns:a16="http://schemas.microsoft.com/office/drawing/2014/main" id="{AA6F6B95-5E2C-4B16-9D85-A798791032F6}"/>
                  </a:ext>
                </a:extLst>
              </p:cNvPr>
              <p:cNvSpPr/>
              <p:nvPr/>
            </p:nvSpPr>
            <p:spPr>
              <a:xfrm>
                <a:off x="757466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302" name="Rectangle 7301">
                <a:extLst>
                  <a:ext uri="{FF2B5EF4-FFF2-40B4-BE49-F238E27FC236}">
                    <a16:creationId xmlns:a16="http://schemas.microsoft.com/office/drawing/2014/main" id="{F2D828FA-E322-4A76-B5BA-9F0DD3C3E38E}"/>
                  </a:ext>
                </a:extLst>
              </p:cNvPr>
              <p:cNvSpPr/>
              <p:nvPr/>
            </p:nvSpPr>
            <p:spPr>
              <a:xfrm>
                <a:off x="577550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303" name="Rectangle 7302">
                <a:extLst>
                  <a:ext uri="{FF2B5EF4-FFF2-40B4-BE49-F238E27FC236}">
                    <a16:creationId xmlns:a16="http://schemas.microsoft.com/office/drawing/2014/main" id="{E9E8AA24-7BE4-48CC-9651-A0C0BDCA86BB}"/>
                  </a:ext>
                </a:extLst>
              </p:cNvPr>
              <p:cNvSpPr/>
              <p:nvPr/>
            </p:nvSpPr>
            <p:spPr>
              <a:xfrm>
                <a:off x="937382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304" name="Rectangle 7303">
                <a:extLst>
                  <a:ext uri="{FF2B5EF4-FFF2-40B4-BE49-F238E27FC236}">
                    <a16:creationId xmlns:a16="http://schemas.microsoft.com/office/drawing/2014/main" id="{5AD14553-DFCB-41AC-914D-8BC53D83B4DB}"/>
                  </a:ext>
                </a:extLst>
              </p:cNvPr>
              <p:cNvSpPr/>
              <p:nvPr/>
            </p:nvSpPr>
            <p:spPr>
              <a:xfrm>
                <a:off x="1117214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305" name="Rectangle 7304">
                <a:extLst>
                  <a:ext uri="{FF2B5EF4-FFF2-40B4-BE49-F238E27FC236}">
                    <a16:creationId xmlns:a16="http://schemas.microsoft.com/office/drawing/2014/main" id="{A316032A-87F0-4502-BC7E-864A70483D67}"/>
                  </a:ext>
                </a:extLst>
              </p:cNvPr>
              <p:cNvSpPr/>
              <p:nvPr/>
            </p:nvSpPr>
            <p:spPr>
              <a:xfrm>
                <a:off x="1297130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306" name="Rectangle 7305">
                <a:extLst>
                  <a:ext uri="{FF2B5EF4-FFF2-40B4-BE49-F238E27FC236}">
                    <a16:creationId xmlns:a16="http://schemas.microsoft.com/office/drawing/2014/main" id="{8B04A37E-8D97-4B1D-948B-D23E208A7C8F}"/>
                  </a:ext>
                </a:extLst>
              </p:cNvPr>
              <p:cNvSpPr/>
              <p:nvPr/>
            </p:nvSpPr>
            <p:spPr>
              <a:xfrm>
                <a:off x="757382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307" name="Rectangle 7306">
                <a:extLst>
                  <a:ext uri="{FF2B5EF4-FFF2-40B4-BE49-F238E27FC236}">
                    <a16:creationId xmlns:a16="http://schemas.microsoft.com/office/drawing/2014/main" id="{4E2AC16B-51E1-41D7-850D-089913FA0710}"/>
                  </a:ext>
                </a:extLst>
              </p:cNvPr>
              <p:cNvSpPr/>
              <p:nvPr/>
            </p:nvSpPr>
            <p:spPr>
              <a:xfrm>
                <a:off x="577466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308" name="Rectangle 7307">
                <a:extLst>
                  <a:ext uri="{FF2B5EF4-FFF2-40B4-BE49-F238E27FC236}">
                    <a16:creationId xmlns:a16="http://schemas.microsoft.com/office/drawing/2014/main" id="{ABD2CAC0-2F5A-43BF-9285-075F799C766E}"/>
                  </a:ext>
                </a:extLst>
              </p:cNvPr>
              <p:cNvSpPr/>
              <p:nvPr/>
            </p:nvSpPr>
            <p:spPr>
              <a:xfrm>
                <a:off x="937298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309" name="Rectangle 7308">
                <a:extLst>
                  <a:ext uri="{FF2B5EF4-FFF2-40B4-BE49-F238E27FC236}">
                    <a16:creationId xmlns:a16="http://schemas.microsoft.com/office/drawing/2014/main" id="{999CE40A-43D1-483F-B106-A1856CAA9F04}"/>
                  </a:ext>
                </a:extLst>
              </p:cNvPr>
              <p:cNvSpPr/>
              <p:nvPr/>
            </p:nvSpPr>
            <p:spPr>
              <a:xfrm>
                <a:off x="1117130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310" name="Rectangle 7309">
                <a:extLst>
                  <a:ext uri="{FF2B5EF4-FFF2-40B4-BE49-F238E27FC236}">
                    <a16:creationId xmlns:a16="http://schemas.microsoft.com/office/drawing/2014/main" id="{C0F37D39-5B1E-4FAC-B92D-81898ED4650F}"/>
                  </a:ext>
                </a:extLst>
              </p:cNvPr>
              <p:cNvSpPr/>
              <p:nvPr/>
            </p:nvSpPr>
            <p:spPr>
              <a:xfrm>
                <a:off x="1297046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311" name="Rectangle 7310">
                <a:extLst>
                  <a:ext uri="{FF2B5EF4-FFF2-40B4-BE49-F238E27FC236}">
                    <a16:creationId xmlns:a16="http://schemas.microsoft.com/office/drawing/2014/main" id="{9484DA9C-513E-45E5-8E6A-11E52AC4CEC4}"/>
                  </a:ext>
                </a:extLst>
              </p:cNvPr>
              <p:cNvSpPr/>
              <p:nvPr/>
            </p:nvSpPr>
            <p:spPr>
              <a:xfrm>
                <a:off x="577340" y="167393"/>
                <a:ext cx="900000" cy="974051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3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</p:grpSp>
        <p:grpSp>
          <p:nvGrpSpPr>
            <p:cNvPr id="7097" name="Groupe 7096"/>
            <p:cNvGrpSpPr/>
            <p:nvPr userDrawn="1"/>
          </p:nvGrpSpPr>
          <p:grpSpPr>
            <a:xfrm>
              <a:off x="5074652" y="120959"/>
              <a:ext cx="900000" cy="975016"/>
              <a:chOff x="577340" y="166428"/>
              <a:chExt cx="900000" cy="975016"/>
            </a:xfrm>
          </p:grpSpPr>
          <p:sp>
            <p:nvSpPr>
              <p:cNvPr id="7260" name="Rectangle 7259">
                <a:extLst>
                  <a:ext uri="{FF2B5EF4-FFF2-40B4-BE49-F238E27FC236}">
                    <a16:creationId xmlns:a16="http://schemas.microsoft.com/office/drawing/2014/main" id="{2072BB47-84CB-47FD-8A25-43491CA83C8F}"/>
                  </a:ext>
                </a:extLst>
              </p:cNvPr>
              <p:cNvSpPr/>
              <p:nvPr/>
            </p:nvSpPr>
            <p:spPr>
              <a:xfrm>
                <a:off x="757550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261" name="Rectangle 7260">
                <a:extLst>
                  <a:ext uri="{FF2B5EF4-FFF2-40B4-BE49-F238E27FC236}">
                    <a16:creationId xmlns:a16="http://schemas.microsoft.com/office/drawing/2014/main" id="{FD392A82-503D-4B66-9AF9-9E65B8C12603}"/>
                  </a:ext>
                </a:extLst>
              </p:cNvPr>
              <p:cNvSpPr/>
              <p:nvPr/>
            </p:nvSpPr>
            <p:spPr>
              <a:xfrm>
                <a:off x="577634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262" name="Rectangle 7261">
                <a:extLst>
                  <a:ext uri="{FF2B5EF4-FFF2-40B4-BE49-F238E27FC236}">
                    <a16:creationId xmlns:a16="http://schemas.microsoft.com/office/drawing/2014/main" id="{E8131C02-69AB-405B-82D1-978E3C621405}"/>
                  </a:ext>
                </a:extLst>
              </p:cNvPr>
              <p:cNvSpPr/>
              <p:nvPr/>
            </p:nvSpPr>
            <p:spPr>
              <a:xfrm>
                <a:off x="937466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263" name="Rectangle 7262">
                <a:extLst>
                  <a:ext uri="{FF2B5EF4-FFF2-40B4-BE49-F238E27FC236}">
                    <a16:creationId xmlns:a16="http://schemas.microsoft.com/office/drawing/2014/main" id="{F369E73F-6F1E-4CCA-9F58-1EF6C7EB008B}"/>
                  </a:ext>
                </a:extLst>
              </p:cNvPr>
              <p:cNvSpPr/>
              <p:nvPr/>
            </p:nvSpPr>
            <p:spPr>
              <a:xfrm>
                <a:off x="1117298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264" name="Rectangle 7263">
                <a:extLst>
                  <a:ext uri="{FF2B5EF4-FFF2-40B4-BE49-F238E27FC236}">
                    <a16:creationId xmlns:a16="http://schemas.microsoft.com/office/drawing/2014/main" id="{E4D8B003-AF02-4D34-8F85-57B55CDD3871}"/>
                  </a:ext>
                </a:extLst>
              </p:cNvPr>
              <p:cNvSpPr/>
              <p:nvPr/>
            </p:nvSpPr>
            <p:spPr>
              <a:xfrm>
                <a:off x="1297214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265" name="Rectangle 7264">
                <a:extLst>
                  <a:ext uri="{FF2B5EF4-FFF2-40B4-BE49-F238E27FC236}">
                    <a16:creationId xmlns:a16="http://schemas.microsoft.com/office/drawing/2014/main" id="{14BBDF8A-4682-45D3-ABAD-64B00A4ED731}"/>
                  </a:ext>
                </a:extLst>
              </p:cNvPr>
              <p:cNvSpPr/>
              <p:nvPr/>
            </p:nvSpPr>
            <p:spPr>
              <a:xfrm>
                <a:off x="757466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266" name="Rectangle 7265">
                <a:extLst>
                  <a:ext uri="{FF2B5EF4-FFF2-40B4-BE49-F238E27FC236}">
                    <a16:creationId xmlns:a16="http://schemas.microsoft.com/office/drawing/2014/main" id="{C13E0C4B-1D4F-471E-A5AD-E4BC58BB3024}"/>
                  </a:ext>
                </a:extLst>
              </p:cNvPr>
              <p:cNvSpPr/>
              <p:nvPr/>
            </p:nvSpPr>
            <p:spPr>
              <a:xfrm>
                <a:off x="577550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267" name="Rectangle 7266">
                <a:extLst>
                  <a:ext uri="{FF2B5EF4-FFF2-40B4-BE49-F238E27FC236}">
                    <a16:creationId xmlns:a16="http://schemas.microsoft.com/office/drawing/2014/main" id="{1E8CE2AB-2430-43FD-88E9-634F132AAB31}"/>
                  </a:ext>
                </a:extLst>
              </p:cNvPr>
              <p:cNvSpPr/>
              <p:nvPr/>
            </p:nvSpPr>
            <p:spPr>
              <a:xfrm>
                <a:off x="937382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268" name="Rectangle 7267">
                <a:extLst>
                  <a:ext uri="{FF2B5EF4-FFF2-40B4-BE49-F238E27FC236}">
                    <a16:creationId xmlns:a16="http://schemas.microsoft.com/office/drawing/2014/main" id="{9E64BB36-121D-45B5-AE9E-04F22BB2C216}"/>
                  </a:ext>
                </a:extLst>
              </p:cNvPr>
              <p:cNvSpPr/>
              <p:nvPr/>
            </p:nvSpPr>
            <p:spPr>
              <a:xfrm>
                <a:off x="1117214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269" name="Rectangle 7268">
                <a:extLst>
                  <a:ext uri="{FF2B5EF4-FFF2-40B4-BE49-F238E27FC236}">
                    <a16:creationId xmlns:a16="http://schemas.microsoft.com/office/drawing/2014/main" id="{13321878-5F07-4A14-B23A-57FA538E97B3}"/>
                  </a:ext>
                </a:extLst>
              </p:cNvPr>
              <p:cNvSpPr/>
              <p:nvPr/>
            </p:nvSpPr>
            <p:spPr>
              <a:xfrm>
                <a:off x="1297130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270" name="Rectangle 7269">
                <a:extLst>
                  <a:ext uri="{FF2B5EF4-FFF2-40B4-BE49-F238E27FC236}">
                    <a16:creationId xmlns:a16="http://schemas.microsoft.com/office/drawing/2014/main" id="{3E8B26BB-C162-4CAF-8919-EF4839B4A043}"/>
                  </a:ext>
                </a:extLst>
              </p:cNvPr>
              <p:cNvSpPr/>
              <p:nvPr/>
            </p:nvSpPr>
            <p:spPr>
              <a:xfrm>
                <a:off x="757550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271" name="Rectangle 7270">
                <a:extLst>
                  <a:ext uri="{FF2B5EF4-FFF2-40B4-BE49-F238E27FC236}">
                    <a16:creationId xmlns:a16="http://schemas.microsoft.com/office/drawing/2014/main" id="{C8C38007-7AE0-49F4-AA4F-ED66905690A4}"/>
                  </a:ext>
                </a:extLst>
              </p:cNvPr>
              <p:cNvSpPr/>
              <p:nvPr/>
            </p:nvSpPr>
            <p:spPr>
              <a:xfrm>
                <a:off x="577634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272" name="Rectangle 7271">
                <a:extLst>
                  <a:ext uri="{FF2B5EF4-FFF2-40B4-BE49-F238E27FC236}">
                    <a16:creationId xmlns:a16="http://schemas.microsoft.com/office/drawing/2014/main" id="{5A8361CA-680F-45F3-A21C-8BEEE02F34C3}"/>
                  </a:ext>
                </a:extLst>
              </p:cNvPr>
              <p:cNvSpPr/>
              <p:nvPr/>
            </p:nvSpPr>
            <p:spPr>
              <a:xfrm>
                <a:off x="937466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273" name="Rectangle 7272">
                <a:extLst>
                  <a:ext uri="{FF2B5EF4-FFF2-40B4-BE49-F238E27FC236}">
                    <a16:creationId xmlns:a16="http://schemas.microsoft.com/office/drawing/2014/main" id="{3C722730-A2DD-4CBE-B807-91549D72388A}"/>
                  </a:ext>
                </a:extLst>
              </p:cNvPr>
              <p:cNvSpPr/>
              <p:nvPr/>
            </p:nvSpPr>
            <p:spPr>
              <a:xfrm>
                <a:off x="1117298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274" name="Rectangle 7273">
                <a:extLst>
                  <a:ext uri="{FF2B5EF4-FFF2-40B4-BE49-F238E27FC236}">
                    <a16:creationId xmlns:a16="http://schemas.microsoft.com/office/drawing/2014/main" id="{4B63B2AA-AD7D-4206-AB24-8D005AC5273B}"/>
                  </a:ext>
                </a:extLst>
              </p:cNvPr>
              <p:cNvSpPr/>
              <p:nvPr/>
            </p:nvSpPr>
            <p:spPr>
              <a:xfrm>
                <a:off x="1297214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275" name="Rectangle 7274">
                <a:extLst>
                  <a:ext uri="{FF2B5EF4-FFF2-40B4-BE49-F238E27FC236}">
                    <a16:creationId xmlns:a16="http://schemas.microsoft.com/office/drawing/2014/main" id="{AA6F6B95-5E2C-4B16-9D85-A798791032F6}"/>
                  </a:ext>
                </a:extLst>
              </p:cNvPr>
              <p:cNvSpPr/>
              <p:nvPr/>
            </p:nvSpPr>
            <p:spPr>
              <a:xfrm>
                <a:off x="757466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276" name="Rectangle 7275">
                <a:extLst>
                  <a:ext uri="{FF2B5EF4-FFF2-40B4-BE49-F238E27FC236}">
                    <a16:creationId xmlns:a16="http://schemas.microsoft.com/office/drawing/2014/main" id="{F2D828FA-E322-4A76-B5BA-9F0DD3C3E38E}"/>
                  </a:ext>
                </a:extLst>
              </p:cNvPr>
              <p:cNvSpPr/>
              <p:nvPr/>
            </p:nvSpPr>
            <p:spPr>
              <a:xfrm>
                <a:off x="577550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277" name="Rectangle 7276">
                <a:extLst>
                  <a:ext uri="{FF2B5EF4-FFF2-40B4-BE49-F238E27FC236}">
                    <a16:creationId xmlns:a16="http://schemas.microsoft.com/office/drawing/2014/main" id="{E9E8AA24-7BE4-48CC-9651-A0C0BDCA86BB}"/>
                  </a:ext>
                </a:extLst>
              </p:cNvPr>
              <p:cNvSpPr/>
              <p:nvPr/>
            </p:nvSpPr>
            <p:spPr>
              <a:xfrm>
                <a:off x="937382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278" name="Rectangle 7277">
                <a:extLst>
                  <a:ext uri="{FF2B5EF4-FFF2-40B4-BE49-F238E27FC236}">
                    <a16:creationId xmlns:a16="http://schemas.microsoft.com/office/drawing/2014/main" id="{5AD14553-DFCB-41AC-914D-8BC53D83B4DB}"/>
                  </a:ext>
                </a:extLst>
              </p:cNvPr>
              <p:cNvSpPr/>
              <p:nvPr/>
            </p:nvSpPr>
            <p:spPr>
              <a:xfrm>
                <a:off x="1117214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279" name="Rectangle 7278">
                <a:extLst>
                  <a:ext uri="{FF2B5EF4-FFF2-40B4-BE49-F238E27FC236}">
                    <a16:creationId xmlns:a16="http://schemas.microsoft.com/office/drawing/2014/main" id="{A316032A-87F0-4502-BC7E-864A70483D67}"/>
                  </a:ext>
                </a:extLst>
              </p:cNvPr>
              <p:cNvSpPr/>
              <p:nvPr/>
            </p:nvSpPr>
            <p:spPr>
              <a:xfrm>
                <a:off x="1297130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280" name="Rectangle 7279">
                <a:extLst>
                  <a:ext uri="{FF2B5EF4-FFF2-40B4-BE49-F238E27FC236}">
                    <a16:creationId xmlns:a16="http://schemas.microsoft.com/office/drawing/2014/main" id="{8B04A37E-8D97-4B1D-948B-D23E208A7C8F}"/>
                  </a:ext>
                </a:extLst>
              </p:cNvPr>
              <p:cNvSpPr/>
              <p:nvPr/>
            </p:nvSpPr>
            <p:spPr>
              <a:xfrm>
                <a:off x="757382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281" name="Rectangle 7280">
                <a:extLst>
                  <a:ext uri="{FF2B5EF4-FFF2-40B4-BE49-F238E27FC236}">
                    <a16:creationId xmlns:a16="http://schemas.microsoft.com/office/drawing/2014/main" id="{4E2AC16B-51E1-41D7-850D-089913FA0710}"/>
                  </a:ext>
                </a:extLst>
              </p:cNvPr>
              <p:cNvSpPr/>
              <p:nvPr/>
            </p:nvSpPr>
            <p:spPr>
              <a:xfrm>
                <a:off x="577466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282" name="Rectangle 7281">
                <a:extLst>
                  <a:ext uri="{FF2B5EF4-FFF2-40B4-BE49-F238E27FC236}">
                    <a16:creationId xmlns:a16="http://schemas.microsoft.com/office/drawing/2014/main" id="{ABD2CAC0-2F5A-43BF-9285-075F799C766E}"/>
                  </a:ext>
                </a:extLst>
              </p:cNvPr>
              <p:cNvSpPr/>
              <p:nvPr/>
            </p:nvSpPr>
            <p:spPr>
              <a:xfrm>
                <a:off x="937298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283" name="Rectangle 7282">
                <a:extLst>
                  <a:ext uri="{FF2B5EF4-FFF2-40B4-BE49-F238E27FC236}">
                    <a16:creationId xmlns:a16="http://schemas.microsoft.com/office/drawing/2014/main" id="{999CE40A-43D1-483F-B106-A1856CAA9F04}"/>
                  </a:ext>
                </a:extLst>
              </p:cNvPr>
              <p:cNvSpPr/>
              <p:nvPr/>
            </p:nvSpPr>
            <p:spPr>
              <a:xfrm>
                <a:off x="1117130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284" name="Rectangle 7283">
                <a:extLst>
                  <a:ext uri="{FF2B5EF4-FFF2-40B4-BE49-F238E27FC236}">
                    <a16:creationId xmlns:a16="http://schemas.microsoft.com/office/drawing/2014/main" id="{C0F37D39-5B1E-4FAC-B92D-81898ED4650F}"/>
                  </a:ext>
                </a:extLst>
              </p:cNvPr>
              <p:cNvSpPr/>
              <p:nvPr/>
            </p:nvSpPr>
            <p:spPr>
              <a:xfrm>
                <a:off x="1297046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285" name="Rectangle 7284">
                <a:extLst>
                  <a:ext uri="{FF2B5EF4-FFF2-40B4-BE49-F238E27FC236}">
                    <a16:creationId xmlns:a16="http://schemas.microsoft.com/office/drawing/2014/main" id="{9484DA9C-513E-45E5-8E6A-11E52AC4CEC4}"/>
                  </a:ext>
                </a:extLst>
              </p:cNvPr>
              <p:cNvSpPr/>
              <p:nvPr/>
            </p:nvSpPr>
            <p:spPr>
              <a:xfrm>
                <a:off x="577340" y="167393"/>
                <a:ext cx="900000" cy="974051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3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</p:grpSp>
        <p:grpSp>
          <p:nvGrpSpPr>
            <p:cNvPr id="7098" name="Groupe 7097"/>
            <p:cNvGrpSpPr/>
            <p:nvPr userDrawn="1"/>
          </p:nvGrpSpPr>
          <p:grpSpPr>
            <a:xfrm>
              <a:off x="5974022" y="120959"/>
              <a:ext cx="900000" cy="975016"/>
              <a:chOff x="577340" y="166428"/>
              <a:chExt cx="900000" cy="975016"/>
            </a:xfrm>
          </p:grpSpPr>
          <p:sp>
            <p:nvSpPr>
              <p:cNvPr id="7234" name="Rectangle 7233">
                <a:extLst>
                  <a:ext uri="{FF2B5EF4-FFF2-40B4-BE49-F238E27FC236}">
                    <a16:creationId xmlns:a16="http://schemas.microsoft.com/office/drawing/2014/main" id="{2072BB47-84CB-47FD-8A25-43491CA83C8F}"/>
                  </a:ext>
                </a:extLst>
              </p:cNvPr>
              <p:cNvSpPr/>
              <p:nvPr/>
            </p:nvSpPr>
            <p:spPr>
              <a:xfrm>
                <a:off x="757550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235" name="Rectangle 7234">
                <a:extLst>
                  <a:ext uri="{FF2B5EF4-FFF2-40B4-BE49-F238E27FC236}">
                    <a16:creationId xmlns:a16="http://schemas.microsoft.com/office/drawing/2014/main" id="{FD392A82-503D-4B66-9AF9-9E65B8C12603}"/>
                  </a:ext>
                </a:extLst>
              </p:cNvPr>
              <p:cNvSpPr/>
              <p:nvPr/>
            </p:nvSpPr>
            <p:spPr>
              <a:xfrm>
                <a:off x="577634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236" name="Rectangle 7235">
                <a:extLst>
                  <a:ext uri="{FF2B5EF4-FFF2-40B4-BE49-F238E27FC236}">
                    <a16:creationId xmlns:a16="http://schemas.microsoft.com/office/drawing/2014/main" id="{E8131C02-69AB-405B-82D1-978E3C621405}"/>
                  </a:ext>
                </a:extLst>
              </p:cNvPr>
              <p:cNvSpPr/>
              <p:nvPr/>
            </p:nvSpPr>
            <p:spPr>
              <a:xfrm>
                <a:off x="937466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237" name="Rectangle 7236">
                <a:extLst>
                  <a:ext uri="{FF2B5EF4-FFF2-40B4-BE49-F238E27FC236}">
                    <a16:creationId xmlns:a16="http://schemas.microsoft.com/office/drawing/2014/main" id="{F369E73F-6F1E-4CCA-9F58-1EF6C7EB008B}"/>
                  </a:ext>
                </a:extLst>
              </p:cNvPr>
              <p:cNvSpPr/>
              <p:nvPr/>
            </p:nvSpPr>
            <p:spPr>
              <a:xfrm>
                <a:off x="1117298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238" name="Rectangle 7237">
                <a:extLst>
                  <a:ext uri="{FF2B5EF4-FFF2-40B4-BE49-F238E27FC236}">
                    <a16:creationId xmlns:a16="http://schemas.microsoft.com/office/drawing/2014/main" id="{E4D8B003-AF02-4D34-8F85-57B55CDD3871}"/>
                  </a:ext>
                </a:extLst>
              </p:cNvPr>
              <p:cNvSpPr/>
              <p:nvPr/>
            </p:nvSpPr>
            <p:spPr>
              <a:xfrm>
                <a:off x="1297214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239" name="Rectangle 7238">
                <a:extLst>
                  <a:ext uri="{FF2B5EF4-FFF2-40B4-BE49-F238E27FC236}">
                    <a16:creationId xmlns:a16="http://schemas.microsoft.com/office/drawing/2014/main" id="{14BBDF8A-4682-45D3-ABAD-64B00A4ED731}"/>
                  </a:ext>
                </a:extLst>
              </p:cNvPr>
              <p:cNvSpPr/>
              <p:nvPr/>
            </p:nvSpPr>
            <p:spPr>
              <a:xfrm>
                <a:off x="757466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240" name="Rectangle 7239">
                <a:extLst>
                  <a:ext uri="{FF2B5EF4-FFF2-40B4-BE49-F238E27FC236}">
                    <a16:creationId xmlns:a16="http://schemas.microsoft.com/office/drawing/2014/main" id="{C13E0C4B-1D4F-471E-A5AD-E4BC58BB3024}"/>
                  </a:ext>
                </a:extLst>
              </p:cNvPr>
              <p:cNvSpPr/>
              <p:nvPr/>
            </p:nvSpPr>
            <p:spPr>
              <a:xfrm>
                <a:off x="577550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241" name="Rectangle 7240">
                <a:extLst>
                  <a:ext uri="{FF2B5EF4-FFF2-40B4-BE49-F238E27FC236}">
                    <a16:creationId xmlns:a16="http://schemas.microsoft.com/office/drawing/2014/main" id="{1E8CE2AB-2430-43FD-88E9-634F132AAB31}"/>
                  </a:ext>
                </a:extLst>
              </p:cNvPr>
              <p:cNvSpPr/>
              <p:nvPr/>
            </p:nvSpPr>
            <p:spPr>
              <a:xfrm>
                <a:off x="937382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242" name="Rectangle 7241">
                <a:extLst>
                  <a:ext uri="{FF2B5EF4-FFF2-40B4-BE49-F238E27FC236}">
                    <a16:creationId xmlns:a16="http://schemas.microsoft.com/office/drawing/2014/main" id="{9E64BB36-121D-45B5-AE9E-04F22BB2C216}"/>
                  </a:ext>
                </a:extLst>
              </p:cNvPr>
              <p:cNvSpPr/>
              <p:nvPr/>
            </p:nvSpPr>
            <p:spPr>
              <a:xfrm>
                <a:off x="1117214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243" name="Rectangle 7242">
                <a:extLst>
                  <a:ext uri="{FF2B5EF4-FFF2-40B4-BE49-F238E27FC236}">
                    <a16:creationId xmlns:a16="http://schemas.microsoft.com/office/drawing/2014/main" id="{13321878-5F07-4A14-B23A-57FA538E97B3}"/>
                  </a:ext>
                </a:extLst>
              </p:cNvPr>
              <p:cNvSpPr/>
              <p:nvPr/>
            </p:nvSpPr>
            <p:spPr>
              <a:xfrm>
                <a:off x="1297130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244" name="Rectangle 7243">
                <a:extLst>
                  <a:ext uri="{FF2B5EF4-FFF2-40B4-BE49-F238E27FC236}">
                    <a16:creationId xmlns:a16="http://schemas.microsoft.com/office/drawing/2014/main" id="{3E8B26BB-C162-4CAF-8919-EF4839B4A043}"/>
                  </a:ext>
                </a:extLst>
              </p:cNvPr>
              <p:cNvSpPr/>
              <p:nvPr/>
            </p:nvSpPr>
            <p:spPr>
              <a:xfrm>
                <a:off x="757550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245" name="Rectangle 7244">
                <a:extLst>
                  <a:ext uri="{FF2B5EF4-FFF2-40B4-BE49-F238E27FC236}">
                    <a16:creationId xmlns:a16="http://schemas.microsoft.com/office/drawing/2014/main" id="{C8C38007-7AE0-49F4-AA4F-ED66905690A4}"/>
                  </a:ext>
                </a:extLst>
              </p:cNvPr>
              <p:cNvSpPr/>
              <p:nvPr/>
            </p:nvSpPr>
            <p:spPr>
              <a:xfrm>
                <a:off x="577634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246" name="Rectangle 7245">
                <a:extLst>
                  <a:ext uri="{FF2B5EF4-FFF2-40B4-BE49-F238E27FC236}">
                    <a16:creationId xmlns:a16="http://schemas.microsoft.com/office/drawing/2014/main" id="{5A8361CA-680F-45F3-A21C-8BEEE02F34C3}"/>
                  </a:ext>
                </a:extLst>
              </p:cNvPr>
              <p:cNvSpPr/>
              <p:nvPr/>
            </p:nvSpPr>
            <p:spPr>
              <a:xfrm>
                <a:off x="937466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247" name="Rectangle 7246">
                <a:extLst>
                  <a:ext uri="{FF2B5EF4-FFF2-40B4-BE49-F238E27FC236}">
                    <a16:creationId xmlns:a16="http://schemas.microsoft.com/office/drawing/2014/main" id="{3C722730-A2DD-4CBE-B807-91549D72388A}"/>
                  </a:ext>
                </a:extLst>
              </p:cNvPr>
              <p:cNvSpPr/>
              <p:nvPr/>
            </p:nvSpPr>
            <p:spPr>
              <a:xfrm>
                <a:off x="1117298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248" name="Rectangle 7247">
                <a:extLst>
                  <a:ext uri="{FF2B5EF4-FFF2-40B4-BE49-F238E27FC236}">
                    <a16:creationId xmlns:a16="http://schemas.microsoft.com/office/drawing/2014/main" id="{4B63B2AA-AD7D-4206-AB24-8D005AC5273B}"/>
                  </a:ext>
                </a:extLst>
              </p:cNvPr>
              <p:cNvSpPr/>
              <p:nvPr/>
            </p:nvSpPr>
            <p:spPr>
              <a:xfrm>
                <a:off x="1297214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249" name="Rectangle 7248">
                <a:extLst>
                  <a:ext uri="{FF2B5EF4-FFF2-40B4-BE49-F238E27FC236}">
                    <a16:creationId xmlns:a16="http://schemas.microsoft.com/office/drawing/2014/main" id="{AA6F6B95-5E2C-4B16-9D85-A798791032F6}"/>
                  </a:ext>
                </a:extLst>
              </p:cNvPr>
              <p:cNvSpPr/>
              <p:nvPr/>
            </p:nvSpPr>
            <p:spPr>
              <a:xfrm>
                <a:off x="757466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250" name="Rectangle 7249">
                <a:extLst>
                  <a:ext uri="{FF2B5EF4-FFF2-40B4-BE49-F238E27FC236}">
                    <a16:creationId xmlns:a16="http://schemas.microsoft.com/office/drawing/2014/main" id="{F2D828FA-E322-4A76-B5BA-9F0DD3C3E38E}"/>
                  </a:ext>
                </a:extLst>
              </p:cNvPr>
              <p:cNvSpPr/>
              <p:nvPr/>
            </p:nvSpPr>
            <p:spPr>
              <a:xfrm>
                <a:off x="577550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251" name="Rectangle 7250">
                <a:extLst>
                  <a:ext uri="{FF2B5EF4-FFF2-40B4-BE49-F238E27FC236}">
                    <a16:creationId xmlns:a16="http://schemas.microsoft.com/office/drawing/2014/main" id="{E9E8AA24-7BE4-48CC-9651-A0C0BDCA86BB}"/>
                  </a:ext>
                </a:extLst>
              </p:cNvPr>
              <p:cNvSpPr/>
              <p:nvPr/>
            </p:nvSpPr>
            <p:spPr>
              <a:xfrm>
                <a:off x="937382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252" name="Rectangle 7251">
                <a:extLst>
                  <a:ext uri="{FF2B5EF4-FFF2-40B4-BE49-F238E27FC236}">
                    <a16:creationId xmlns:a16="http://schemas.microsoft.com/office/drawing/2014/main" id="{5AD14553-DFCB-41AC-914D-8BC53D83B4DB}"/>
                  </a:ext>
                </a:extLst>
              </p:cNvPr>
              <p:cNvSpPr/>
              <p:nvPr/>
            </p:nvSpPr>
            <p:spPr>
              <a:xfrm>
                <a:off x="1117214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253" name="Rectangle 7252">
                <a:extLst>
                  <a:ext uri="{FF2B5EF4-FFF2-40B4-BE49-F238E27FC236}">
                    <a16:creationId xmlns:a16="http://schemas.microsoft.com/office/drawing/2014/main" id="{A316032A-87F0-4502-BC7E-864A70483D67}"/>
                  </a:ext>
                </a:extLst>
              </p:cNvPr>
              <p:cNvSpPr/>
              <p:nvPr/>
            </p:nvSpPr>
            <p:spPr>
              <a:xfrm>
                <a:off x="1297130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254" name="Rectangle 7253">
                <a:extLst>
                  <a:ext uri="{FF2B5EF4-FFF2-40B4-BE49-F238E27FC236}">
                    <a16:creationId xmlns:a16="http://schemas.microsoft.com/office/drawing/2014/main" id="{8B04A37E-8D97-4B1D-948B-D23E208A7C8F}"/>
                  </a:ext>
                </a:extLst>
              </p:cNvPr>
              <p:cNvSpPr/>
              <p:nvPr/>
            </p:nvSpPr>
            <p:spPr>
              <a:xfrm>
                <a:off x="757382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255" name="Rectangle 7254">
                <a:extLst>
                  <a:ext uri="{FF2B5EF4-FFF2-40B4-BE49-F238E27FC236}">
                    <a16:creationId xmlns:a16="http://schemas.microsoft.com/office/drawing/2014/main" id="{4E2AC16B-51E1-41D7-850D-089913FA0710}"/>
                  </a:ext>
                </a:extLst>
              </p:cNvPr>
              <p:cNvSpPr/>
              <p:nvPr/>
            </p:nvSpPr>
            <p:spPr>
              <a:xfrm>
                <a:off x="577466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256" name="Rectangle 7255">
                <a:extLst>
                  <a:ext uri="{FF2B5EF4-FFF2-40B4-BE49-F238E27FC236}">
                    <a16:creationId xmlns:a16="http://schemas.microsoft.com/office/drawing/2014/main" id="{ABD2CAC0-2F5A-43BF-9285-075F799C766E}"/>
                  </a:ext>
                </a:extLst>
              </p:cNvPr>
              <p:cNvSpPr/>
              <p:nvPr/>
            </p:nvSpPr>
            <p:spPr>
              <a:xfrm>
                <a:off x="937298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257" name="Rectangle 7256">
                <a:extLst>
                  <a:ext uri="{FF2B5EF4-FFF2-40B4-BE49-F238E27FC236}">
                    <a16:creationId xmlns:a16="http://schemas.microsoft.com/office/drawing/2014/main" id="{999CE40A-43D1-483F-B106-A1856CAA9F04}"/>
                  </a:ext>
                </a:extLst>
              </p:cNvPr>
              <p:cNvSpPr/>
              <p:nvPr/>
            </p:nvSpPr>
            <p:spPr>
              <a:xfrm>
                <a:off x="1117130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258" name="Rectangle 7257">
                <a:extLst>
                  <a:ext uri="{FF2B5EF4-FFF2-40B4-BE49-F238E27FC236}">
                    <a16:creationId xmlns:a16="http://schemas.microsoft.com/office/drawing/2014/main" id="{C0F37D39-5B1E-4FAC-B92D-81898ED4650F}"/>
                  </a:ext>
                </a:extLst>
              </p:cNvPr>
              <p:cNvSpPr/>
              <p:nvPr/>
            </p:nvSpPr>
            <p:spPr>
              <a:xfrm>
                <a:off x="1297046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259" name="Rectangle 7258">
                <a:extLst>
                  <a:ext uri="{FF2B5EF4-FFF2-40B4-BE49-F238E27FC236}">
                    <a16:creationId xmlns:a16="http://schemas.microsoft.com/office/drawing/2014/main" id="{9484DA9C-513E-45E5-8E6A-11E52AC4CEC4}"/>
                  </a:ext>
                </a:extLst>
              </p:cNvPr>
              <p:cNvSpPr/>
              <p:nvPr/>
            </p:nvSpPr>
            <p:spPr>
              <a:xfrm>
                <a:off x="577340" y="167393"/>
                <a:ext cx="900000" cy="974051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3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</p:grpSp>
        <p:grpSp>
          <p:nvGrpSpPr>
            <p:cNvPr id="7099" name="Groupe 7098"/>
            <p:cNvGrpSpPr/>
            <p:nvPr userDrawn="1"/>
          </p:nvGrpSpPr>
          <p:grpSpPr>
            <a:xfrm>
              <a:off x="6873476" y="119996"/>
              <a:ext cx="900000" cy="975016"/>
              <a:chOff x="577340" y="166428"/>
              <a:chExt cx="900000" cy="975016"/>
            </a:xfrm>
          </p:grpSpPr>
          <p:sp>
            <p:nvSpPr>
              <p:cNvPr id="7208" name="Rectangle 7207">
                <a:extLst>
                  <a:ext uri="{FF2B5EF4-FFF2-40B4-BE49-F238E27FC236}">
                    <a16:creationId xmlns:a16="http://schemas.microsoft.com/office/drawing/2014/main" id="{2072BB47-84CB-47FD-8A25-43491CA83C8F}"/>
                  </a:ext>
                </a:extLst>
              </p:cNvPr>
              <p:cNvSpPr/>
              <p:nvPr/>
            </p:nvSpPr>
            <p:spPr>
              <a:xfrm>
                <a:off x="757550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209" name="Rectangle 7208">
                <a:extLst>
                  <a:ext uri="{FF2B5EF4-FFF2-40B4-BE49-F238E27FC236}">
                    <a16:creationId xmlns:a16="http://schemas.microsoft.com/office/drawing/2014/main" id="{FD392A82-503D-4B66-9AF9-9E65B8C12603}"/>
                  </a:ext>
                </a:extLst>
              </p:cNvPr>
              <p:cNvSpPr/>
              <p:nvPr/>
            </p:nvSpPr>
            <p:spPr>
              <a:xfrm>
                <a:off x="577634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210" name="Rectangle 7209">
                <a:extLst>
                  <a:ext uri="{FF2B5EF4-FFF2-40B4-BE49-F238E27FC236}">
                    <a16:creationId xmlns:a16="http://schemas.microsoft.com/office/drawing/2014/main" id="{E8131C02-69AB-405B-82D1-978E3C621405}"/>
                  </a:ext>
                </a:extLst>
              </p:cNvPr>
              <p:cNvSpPr/>
              <p:nvPr/>
            </p:nvSpPr>
            <p:spPr>
              <a:xfrm>
                <a:off x="937466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211" name="Rectangle 7210">
                <a:extLst>
                  <a:ext uri="{FF2B5EF4-FFF2-40B4-BE49-F238E27FC236}">
                    <a16:creationId xmlns:a16="http://schemas.microsoft.com/office/drawing/2014/main" id="{F369E73F-6F1E-4CCA-9F58-1EF6C7EB008B}"/>
                  </a:ext>
                </a:extLst>
              </p:cNvPr>
              <p:cNvSpPr/>
              <p:nvPr/>
            </p:nvSpPr>
            <p:spPr>
              <a:xfrm>
                <a:off x="1117298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212" name="Rectangle 7211">
                <a:extLst>
                  <a:ext uri="{FF2B5EF4-FFF2-40B4-BE49-F238E27FC236}">
                    <a16:creationId xmlns:a16="http://schemas.microsoft.com/office/drawing/2014/main" id="{E4D8B003-AF02-4D34-8F85-57B55CDD3871}"/>
                  </a:ext>
                </a:extLst>
              </p:cNvPr>
              <p:cNvSpPr/>
              <p:nvPr/>
            </p:nvSpPr>
            <p:spPr>
              <a:xfrm>
                <a:off x="1297214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213" name="Rectangle 7212">
                <a:extLst>
                  <a:ext uri="{FF2B5EF4-FFF2-40B4-BE49-F238E27FC236}">
                    <a16:creationId xmlns:a16="http://schemas.microsoft.com/office/drawing/2014/main" id="{14BBDF8A-4682-45D3-ABAD-64B00A4ED731}"/>
                  </a:ext>
                </a:extLst>
              </p:cNvPr>
              <p:cNvSpPr/>
              <p:nvPr/>
            </p:nvSpPr>
            <p:spPr>
              <a:xfrm>
                <a:off x="757466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214" name="Rectangle 7213">
                <a:extLst>
                  <a:ext uri="{FF2B5EF4-FFF2-40B4-BE49-F238E27FC236}">
                    <a16:creationId xmlns:a16="http://schemas.microsoft.com/office/drawing/2014/main" id="{C13E0C4B-1D4F-471E-A5AD-E4BC58BB3024}"/>
                  </a:ext>
                </a:extLst>
              </p:cNvPr>
              <p:cNvSpPr/>
              <p:nvPr/>
            </p:nvSpPr>
            <p:spPr>
              <a:xfrm>
                <a:off x="577550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215" name="Rectangle 7214">
                <a:extLst>
                  <a:ext uri="{FF2B5EF4-FFF2-40B4-BE49-F238E27FC236}">
                    <a16:creationId xmlns:a16="http://schemas.microsoft.com/office/drawing/2014/main" id="{1E8CE2AB-2430-43FD-88E9-634F132AAB31}"/>
                  </a:ext>
                </a:extLst>
              </p:cNvPr>
              <p:cNvSpPr/>
              <p:nvPr/>
            </p:nvSpPr>
            <p:spPr>
              <a:xfrm>
                <a:off x="937382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216" name="Rectangle 7215">
                <a:extLst>
                  <a:ext uri="{FF2B5EF4-FFF2-40B4-BE49-F238E27FC236}">
                    <a16:creationId xmlns:a16="http://schemas.microsoft.com/office/drawing/2014/main" id="{9E64BB36-121D-45B5-AE9E-04F22BB2C216}"/>
                  </a:ext>
                </a:extLst>
              </p:cNvPr>
              <p:cNvSpPr/>
              <p:nvPr/>
            </p:nvSpPr>
            <p:spPr>
              <a:xfrm>
                <a:off x="1117214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217" name="Rectangle 7216">
                <a:extLst>
                  <a:ext uri="{FF2B5EF4-FFF2-40B4-BE49-F238E27FC236}">
                    <a16:creationId xmlns:a16="http://schemas.microsoft.com/office/drawing/2014/main" id="{13321878-5F07-4A14-B23A-57FA538E97B3}"/>
                  </a:ext>
                </a:extLst>
              </p:cNvPr>
              <p:cNvSpPr/>
              <p:nvPr/>
            </p:nvSpPr>
            <p:spPr>
              <a:xfrm>
                <a:off x="1297130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218" name="Rectangle 7217">
                <a:extLst>
                  <a:ext uri="{FF2B5EF4-FFF2-40B4-BE49-F238E27FC236}">
                    <a16:creationId xmlns:a16="http://schemas.microsoft.com/office/drawing/2014/main" id="{3E8B26BB-C162-4CAF-8919-EF4839B4A043}"/>
                  </a:ext>
                </a:extLst>
              </p:cNvPr>
              <p:cNvSpPr/>
              <p:nvPr/>
            </p:nvSpPr>
            <p:spPr>
              <a:xfrm>
                <a:off x="757550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219" name="Rectangle 7218">
                <a:extLst>
                  <a:ext uri="{FF2B5EF4-FFF2-40B4-BE49-F238E27FC236}">
                    <a16:creationId xmlns:a16="http://schemas.microsoft.com/office/drawing/2014/main" id="{C8C38007-7AE0-49F4-AA4F-ED66905690A4}"/>
                  </a:ext>
                </a:extLst>
              </p:cNvPr>
              <p:cNvSpPr/>
              <p:nvPr/>
            </p:nvSpPr>
            <p:spPr>
              <a:xfrm>
                <a:off x="577634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220" name="Rectangle 7219">
                <a:extLst>
                  <a:ext uri="{FF2B5EF4-FFF2-40B4-BE49-F238E27FC236}">
                    <a16:creationId xmlns:a16="http://schemas.microsoft.com/office/drawing/2014/main" id="{5A8361CA-680F-45F3-A21C-8BEEE02F34C3}"/>
                  </a:ext>
                </a:extLst>
              </p:cNvPr>
              <p:cNvSpPr/>
              <p:nvPr/>
            </p:nvSpPr>
            <p:spPr>
              <a:xfrm>
                <a:off x="937466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221" name="Rectangle 7220">
                <a:extLst>
                  <a:ext uri="{FF2B5EF4-FFF2-40B4-BE49-F238E27FC236}">
                    <a16:creationId xmlns:a16="http://schemas.microsoft.com/office/drawing/2014/main" id="{3C722730-A2DD-4CBE-B807-91549D72388A}"/>
                  </a:ext>
                </a:extLst>
              </p:cNvPr>
              <p:cNvSpPr/>
              <p:nvPr/>
            </p:nvSpPr>
            <p:spPr>
              <a:xfrm>
                <a:off x="1117298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222" name="Rectangle 7221">
                <a:extLst>
                  <a:ext uri="{FF2B5EF4-FFF2-40B4-BE49-F238E27FC236}">
                    <a16:creationId xmlns:a16="http://schemas.microsoft.com/office/drawing/2014/main" id="{4B63B2AA-AD7D-4206-AB24-8D005AC5273B}"/>
                  </a:ext>
                </a:extLst>
              </p:cNvPr>
              <p:cNvSpPr/>
              <p:nvPr/>
            </p:nvSpPr>
            <p:spPr>
              <a:xfrm>
                <a:off x="1297214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223" name="Rectangle 7222">
                <a:extLst>
                  <a:ext uri="{FF2B5EF4-FFF2-40B4-BE49-F238E27FC236}">
                    <a16:creationId xmlns:a16="http://schemas.microsoft.com/office/drawing/2014/main" id="{AA6F6B95-5E2C-4B16-9D85-A798791032F6}"/>
                  </a:ext>
                </a:extLst>
              </p:cNvPr>
              <p:cNvSpPr/>
              <p:nvPr/>
            </p:nvSpPr>
            <p:spPr>
              <a:xfrm>
                <a:off x="757466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224" name="Rectangle 7223">
                <a:extLst>
                  <a:ext uri="{FF2B5EF4-FFF2-40B4-BE49-F238E27FC236}">
                    <a16:creationId xmlns:a16="http://schemas.microsoft.com/office/drawing/2014/main" id="{F2D828FA-E322-4A76-B5BA-9F0DD3C3E38E}"/>
                  </a:ext>
                </a:extLst>
              </p:cNvPr>
              <p:cNvSpPr/>
              <p:nvPr/>
            </p:nvSpPr>
            <p:spPr>
              <a:xfrm>
                <a:off x="577550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225" name="Rectangle 7224">
                <a:extLst>
                  <a:ext uri="{FF2B5EF4-FFF2-40B4-BE49-F238E27FC236}">
                    <a16:creationId xmlns:a16="http://schemas.microsoft.com/office/drawing/2014/main" id="{E9E8AA24-7BE4-48CC-9651-A0C0BDCA86BB}"/>
                  </a:ext>
                </a:extLst>
              </p:cNvPr>
              <p:cNvSpPr/>
              <p:nvPr/>
            </p:nvSpPr>
            <p:spPr>
              <a:xfrm>
                <a:off x="937382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226" name="Rectangle 7225">
                <a:extLst>
                  <a:ext uri="{FF2B5EF4-FFF2-40B4-BE49-F238E27FC236}">
                    <a16:creationId xmlns:a16="http://schemas.microsoft.com/office/drawing/2014/main" id="{5AD14553-DFCB-41AC-914D-8BC53D83B4DB}"/>
                  </a:ext>
                </a:extLst>
              </p:cNvPr>
              <p:cNvSpPr/>
              <p:nvPr/>
            </p:nvSpPr>
            <p:spPr>
              <a:xfrm>
                <a:off x="1117214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227" name="Rectangle 7226">
                <a:extLst>
                  <a:ext uri="{FF2B5EF4-FFF2-40B4-BE49-F238E27FC236}">
                    <a16:creationId xmlns:a16="http://schemas.microsoft.com/office/drawing/2014/main" id="{A316032A-87F0-4502-BC7E-864A70483D67}"/>
                  </a:ext>
                </a:extLst>
              </p:cNvPr>
              <p:cNvSpPr/>
              <p:nvPr/>
            </p:nvSpPr>
            <p:spPr>
              <a:xfrm>
                <a:off x="1297130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228" name="Rectangle 7227">
                <a:extLst>
                  <a:ext uri="{FF2B5EF4-FFF2-40B4-BE49-F238E27FC236}">
                    <a16:creationId xmlns:a16="http://schemas.microsoft.com/office/drawing/2014/main" id="{8B04A37E-8D97-4B1D-948B-D23E208A7C8F}"/>
                  </a:ext>
                </a:extLst>
              </p:cNvPr>
              <p:cNvSpPr/>
              <p:nvPr/>
            </p:nvSpPr>
            <p:spPr>
              <a:xfrm>
                <a:off x="757382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229" name="Rectangle 7228">
                <a:extLst>
                  <a:ext uri="{FF2B5EF4-FFF2-40B4-BE49-F238E27FC236}">
                    <a16:creationId xmlns:a16="http://schemas.microsoft.com/office/drawing/2014/main" id="{4E2AC16B-51E1-41D7-850D-089913FA0710}"/>
                  </a:ext>
                </a:extLst>
              </p:cNvPr>
              <p:cNvSpPr/>
              <p:nvPr/>
            </p:nvSpPr>
            <p:spPr>
              <a:xfrm>
                <a:off x="577466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230" name="Rectangle 7229">
                <a:extLst>
                  <a:ext uri="{FF2B5EF4-FFF2-40B4-BE49-F238E27FC236}">
                    <a16:creationId xmlns:a16="http://schemas.microsoft.com/office/drawing/2014/main" id="{ABD2CAC0-2F5A-43BF-9285-075F799C766E}"/>
                  </a:ext>
                </a:extLst>
              </p:cNvPr>
              <p:cNvSpPr/>
              <p:nvPr/>
            </p:nvSpPr>
            <p:spPr>
              <a:xfrm>
                <a:off x="937298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231" name="Rectangle 7230">
                <a:extLst>
                  <a:ext uri="{FF2B5EF4-FFF2-40B4-BE49-F238E27FC236}">
                    <a16:creationId xmlns:a16="http://schemas.microsoft.com/office/drawing/2014/main" id="{999CE40A-43D1-483F-B106-A1856CAA9F04}"/>
                  </a:ext>
                </a:extLst>
              </p:cNvPr>
              <p:cNvSpPr/>
              <p:nvPr/>
            </p:nvSpPr>
            <p:spPr>
              <a:xfrm>
                <a:off x="1117130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232" name="Rectangle 7231">
                <a:extLst>
                  <a:ext uri="{FF2B5EF4-FFF2-40B4-BE49-F238E27FC236}">
                    <a16:creationId xmlns:a16="http://schemas.microsoft.com/office/drawing/2014/main" id="{C0F37D39-5B1E-4FAC-B92D-81898ED4650F}"/>
                  </a:ext>
                </a:extLst>
              </p:cNvPr>
              <p:cNvSpPr/>
              <p:nvPr/>
            </p:nvSpPr>
            <p:spPr>
              <a:xfrm>
                <a:off x="1297046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233" name="Rectangle 7232">
                <a:extLst>
                  <a:ext uri="{FF2B5EF4-FFF2-40B4-BE49-F238E27FC236}">
                    <a16:creationId xmlns:a16="http://schemas.microsoft.com/office/drawing/2014/main" id="{9484DA9C-513E-45E5-8E6A-11E52AC4CEC4}"/>
                  </a:ext>
                </a:extLst>
              </p:cNvPr>
              <p:cNvSpPr/>
              <p:nvPr/>
            </p:nvSpPr>
            <p:spPr>
              <a:xfrm>
                <a:off x="577340" y="167393"/>
                <a:ext cx="900000" cy="974051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3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</p:grpSp>
        <p:grpSp>
          <p:nvGrpSpPr>
            <p:cNvPr id="7100" name="Groupe 7099"/>
            <p:cNvGrpSpPr/>
            <p:nvPr userDrawn="1"/>
          </p:nvGrpSpPr>
          <p:grpSpPr>
            <a:xfrm>
              <a:off x="7772552" y="119996"/>
              <a:ext cx="900000" cy="975016"/>
              <a:chOff x="577340" y="166428"/>
              <a:chExt cx="900000" cy="975016"/>
            </a:xfrm>
          </p:grpSpPr>
          <p:sp>
            <p:nvSpPr>
              <p:cNvPr id="7182" name="Rectangle 7181">
                <a:extLst>
                  <a:ext uri="{FF2B5EF4-FFF2-40B4-BE49-F238E27FC236}">
                    <a16:creationId xmlns:a16="http://schemas.microsoft.com/office/drawing/2014/main" id="{2072BB47-84CB-47FD-8A25-43491CA83C8F}"/>
                  </a:ext>
                </a:extLst>
              </p:cNvPr>
              <p:cNvSpPr/>
              <p:nvPr/>
            </p:nvSpPr>
            <p:spPr>
              <a:xfrm>
                <a:off x="757550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183" name="Rectangle 7182">
                <a:extLst>
                  <a:ext uri="{FF2B5EF4-FFF2-40B4-BE49-F238E27FC236}">
                    <a16:creationId xmlns:a16="http://schemas.microsoft.com/office/drawing/2014/main" id="{FD392A82-503D-4B66-9AF9-9E65B8C12603}"/>
                  </a:ext>
                </a:extLst>
              </p:cNvPr>
              <p:cNvSpPr/>
              <p:nvPr/>
            </p:nvSpPr>
            <p:spPr>
              <a:xfrm>
                <a:off x="577634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184" name="Rectangle 7183">
                <a:extLst>
                  <a:ext uri="{FF2B5EF4-FFF2-40B4-BE49-F238E27FC236}">
                    <a16:creationId xmlns:a16="http://schemas.microsoft.com/office/drawing/2014/main" id="{E8131C02-69AB-405B-82D1-978E3C621405}"/>
                  </a:ext>
                </a:extLst>
              </p:cNvPr>
              <p:cNvSpPr/>
              <p:nvPr/>
            </p:nvSpPr>
            <p:spPr>
              <a:xfrm>
                <a:off x="937466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185" name="Rectangle 7184">
                <a:extLst>
                  <a:ext uri="{FF2B5EF4-FFF2-40B4-BE49-F238E27FC236}">
                    <a16:creationId xmlns:a16="http://schemas.microsoft.com/office/drawing/2014/main" id="{F369E73F-6F1E-4CCA-9F58-1EF6C7EB008B}"/>
                  </a:ext>
                </a:extLst>
              </p:cNvPr>
              <p:cNvSpPr/>
              <p:nvPr/>
            </p:nvSpPr>
            <p:spPr>
              <a:xfrm>
                <a:off x="1117298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186" name="Rectangle 7185">
                <a:extLst>
                  <a:ext uri="{FF2B5EF4-FFF2-40B4-BE49-F238E27FC236}">
                    <a16:creationId xmlns:a16="http://schemas.microsoft.com/office/drawing/2014/main" id="{E4D8B003-AF02-4D34-8F85-57B55CDD3871}"/>
                  </a:ext>
                </a:extLst>
              </p:cNvPr>
              <p:cNvSpPr/>
              <p:nvPr/>
            </p:nvSpPr>
            <p:spPr>
              <a:xfrm>
                <a:off x="1297214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187" name="Rectangle 7186">
                <a:extLst>
                  <a:ext uri="{FF2B5EF4-FFF2-40B4-BE49-F238E27FC236}">
                    <a16:creationId xmlns:a16="http://schemas.microsoft.com/office/drawing/2014/main" id="{14BBDF8A-4682-45D3-ABAD-64B00A4ED731}"/>
                  </a:ext>
                </a:extLst>
              </p:cNvPr>
              <p:cNvSpPr/>
              <p:nvPr/>
            </p:nvSpPr>
            <p:spPr>
              <a:xfrm>
                <a:off x="757466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188" name="Rectangle 7187">
                <a:extLst>
                  <a:ext uri="{FF2B5EF4-FFF2-40B4-BE49-F238E27FC236}">
                    <a16:creationId xmlns:a16="http://schemas.microsoft.com/office/drawing/2014/main" id="{C13E0C4B-1D4F-471E-A5AD-E4BC58BB3024}"/>
                  </a:ext>
                </a:extLst>
              </p:cNvPr>
              <p:cNvSpPr/>
              <p:nvPr/>
            </p:nvSpPr>
            <p:spPr>
              <a:xfrm>
                <a:off x="577550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189" name="Rectangle 7188">
                <a:extLst>
                  <a:ext uri="{FF2B5EF4-FFF2-40B4-BE49-F238E27FC236}">
                    <a16:creationId xmlns:a16="http://schemas.microsoft.com/office/drawing/2014/main" id="{1E8CE2AB-2430-43FD-88E9-634F132AAB31}"/>
                  </a:ext>
                </a:extLst>
              </p:cNvPr>
              <p:cNvSpPr/>
              <p:nvPr/>
            </p:nvSpPr>
            <p:spPr>
              <a:xfrm>
                <a:off x="937382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190" name="Rectangle 7189">
                <a:extLst>
                  <a:ext uri="{FF2B5EF4-FFF2-40B4-BE49-F238E27FC236}">
                    <a16:creationId xmlns:a16="http://schemas.microsoft.com/office/drawing/2014/main" id="{9E64BB36-121D-45B5-AE9E-04F22BB2C216}"/>
                  </a:ext>
                </a:extLst>
              </p:cNvPr>
              <p:cNvSpPr/>
              <p:nvPr/>
            </p:nvSpPr>
            <p:spPr>
              <a:xfrm>
                <a:off x="1117214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191" name="Rectangle 7190">
                <a:extLst>
                  <a:ext uri="{FF2B5EF4-FFF2-40B4-BE49-F238E27FC236}">
                    <a16:creationId xmlns:a16="http://schemas.microsoft.com/office/drawing/2014/main" id="{13321878-5F07-4A14-B23A-57FA538E97B3}"/>
                  </a:ext>
                </a:extLst>
              </p:cNvPr>
              <p:cNvSpPr/>
              <p:nvPr/>
            </p:nvSpPr>
            <p:spPr>
              <a:xfrm>
                <a:off x="1297130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192" name="Rectangle 7191">
                <a:extLst>
                  <a:ext uri="{FF2B5EF4-FFF2-40B4-BE49-F238E27FC236}">
                    <a16:creationId xmlns:a16="http://schemas.microsoft.com/office/drawing/2014/main" id="{3E8B26BB-C162-4CAF-8919-EF4839B4A043}"/>
                  </a:ext>
                </a:extLst>
              </p:cNvPr>
              <p:cNvSpPr/>
              <p:nvPr/>
            </p:nvSpPr>
            <p:spPr>
              <a:xfrm>
                <a:off x="757550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193" name="Rectangle 7192">
                <a:extLst>
                  <a:ext uri="{FF2B5EF4-FFF2-40B4-BE49-F238E27FC236}">
                    <a16:creationId xmlns:a16="http://schemas.microsoft.com/office/drawing/2014/main" id="{C8C38007-7AE0-49F4-AA4F-ED66905690A4}"/>
                  </a:ext>
                </a:extLst>
              </p:cNvPr>
              <p:cNvSpPr/>
              <p:nvPr/>
            </p:nvSpPr>
            <p:spPr>
              <a:xfrm>
                <a:off x="577634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194" name="Rectangle 7193">
                <a:extLst>
                  <a:ext uri="{FF2B5EF4-FFF2-40B4-BE49-F238E27FC236}">
                    <a16:creationId xmlns:a16="http://schemas.microsoft.com/office/drawing/2014/main" id="{5A8361CA-680F-45F3-A21C-8BEEE02F34C3}"/>
                  </a:ext>
                </a:extLst>
              </p:cNvPr>
              <p:cNvSpPr/>
              <p:nvPr/>
            </p:nvSpPr>
            <p:spPr>
              <a:xfrm>
                <a:off x="937466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195" name="Rectangle 7194">
                <a:extLst>
                  <a:ext uri="{FF2B5EF4-FFF2-40B4-BE49-F238E27FC236}">
                    <a16:creationId xmlns:a16="http://schemas.microsoft.com/office/drawing/2014/main" id="{3C722730-A2DD-4CBE-B807-91549D72388A}"/>
                  </a:ext>
                </a:extLst>
              </p:cNvPr>
              <p:cNvSpPr/>
              <p:nvPr/>
            </p:nvSpPr>
            <p:spPr>
              <a:xfrm>
                <a:off x="1117298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196" name="Rectangle 7195">
                <a:extLst>
                  <a:ext uri="{FF2B5EF4-FFF2-40B4-BE49-F238E27FC236}">
                    <a16:creationId xmlns:a16="http://schemas.microsoft.com/office/drawing/2014/main" id="{4B63B2AA-AD7D-4206-AB24-8D005AC5273B}"/>
                  </a:ext>
                </a:extLst>
              </p:cNvPr>
              <p:cNvSpPr/>
              <p:nvPr/>
            </p:nvSpPr>
            <p:spPr>
              <a:xfrm>
                <a:off x="1297214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197" name="Rectangle 7196">
                <a:extLst>
                  <a:ext uri="{FF2B5EF4-FFF2-40B4-BE49-F238E27FC236}">
                    <a16:creationId xmlns:a16="http://schemas.microsoft.com/office/drawing/2014/main" id="{AA6F6B95-5E2C-4B16-9D85-A798791032F6}"/>
                  </a:ext>
                </a:extLst>
              </p:cNvPr>
              <p:cNvSpPr/>
              <p:nvPr/>
            </p:nvSpPr>
            <p:spPr>
              <a:xfrm>
                <a:off x="757466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198" name="Rectangle 7197">
                <a:extLst>
                  <a:ext uri="{FF2B5EF4-FFF2-40B4-BE49-F238E27FC236}">
                    <a16:creationId xmlns:a16="http://schemas.microsoft.com/office/drawing/2014/main" id="{F2D828FA-E322-4A76-B5BA-9F0DD3C3E38E}"/>
                  </a:ext>
                </a:extLst>
              </p:cNvPr>
              <p:cNvSpPr/>
              <p:nvPr/>
            </p:nvSpPr>
            <p:spPr>
              <a:xfrm>
                <a:off x="577550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199" name="Rectangle 7198">
                <a:extLst>
                  <a:ext uri="{FF2B5EF4-FFF2-40B4-BE49-F238E27FC236}">
                    <a16:creationId xmlns:a16="http://schemas.microsoft.com/office/drawing/2014/main" id="{E9E8AA24-7BE4-48CC-9651-A0C0BDCA86BB}"/>
                  </a:ext>
                </a:extLst>
              </p:cNvPr>
              <p:cNvSpPr/>
              <p:nvPr/>
            </p:nvSpPr>
            <p:spPr>
              <a:xfrm>
                <a:off x="937382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200" name="Rectangle 7199">
                <a:extLst>
                  <a:ext uri="{FF2B5EF4-FFF2-40B4-BE49-F238E27FC236}">
                    <a16:creationId xmlns:a16="http://schemas.microsoft.com/office/drawing/2014/main" id="{5AD14553-DFCB-41AC-914D-8BC53D83B4DB}"/>
                  </a:ext>
                </a:extLst>
              </p:cNvPr>
              <p:cNvSpPr/>
              <p:nvPr/>
            </p:nvSpPr>
            <p:spPr>
              <a:xfrm>
                <a:off x="1117214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201" name="Rectangle 7200">
                <a:extLst>
                  <a:ext uri="{FF2B5EF4-FFF2-40B4-BE49-F238E27FC236}">
                    <a16:creationId xmlns:a16="http://schemas.microsoft.com/office/drawing/2014/main" id="{A316032A-87F0-4502-BC7E-864A70483D67}"/>
                  </a:ext>
                </a:extLst>
              </p:cNvPr>
              <p:cNvSpPr/>
              <p:nvPr/>
            </p:nvSpPr>
            <p:spPr>
              <a:xfrm>
                <a:off x="1297130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202" name="Rectangle 7201">
                <a:extLst>
                  <a:ext uri="{FF2B5EF4-FFF2-40B4-BE49-F238E27FC236}">
                    <a16:creationId xmlns:a16="http://schemas.microsoft.com/office/drawing/2014/main" id="{8B04A37E-8D97-4B1D-948B-D23E208A7C8F}"/>
                  </a:ext>
                </a:extLst>
              </p:cNvPr>
              <p:cNvSpPr/>
              <p:nvPr/>
            </p:nvSpPr>
            <p:spPr>
              <a:xfrm>
                <a:off x="757382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203" name="Rectangle 7202">
                <a:extLst>
                  <a:ext uri="{FF2B5EF4-FFF2-40B4-BE49-F238E27FC236}">
                    <a16:creationId xmlns:a16="http://schemas.microsoft.com/office/drawing/2014/main" id="{4E2AC16B-51E1-41D7-850D-089913FA0710}"/>
                  </a:ext>
                </a:extLst>
              </p:cNvPr>
              <p:cNvSpPr/>
              <p:nvPr/>
            </p:nvSpPr>
            <p:spPr>
              <a:xfrm>
                <a:off x="577466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204" name="Rectangle 7203">
                <a:extLst>
                  <a:ext uri="{FF2B5EF4-FFF2-40B4-BE49-F238E27FC236}">
                    <a16:creationId xmlns:a16="http://schemas.microsoft.com/office/drawing/2014/main" id="{ABD2CAC0-2F5A-43BF-9285-075F799C766E}"/>
                  </a:ext>
                </a:extLst>
              </p:cNvPr>
              <p:cNvSpPr/>
              <p:nvPr/>
            </p:nvSpPr>
            <p:spPr>
              <a:xfrm>
                <a:off x="937298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205" name="Rectangle 7204">
                <a:extLst>
                  <a:ext uri="{FF2B5EF4-FFF2-40B4-BE49-F238E27FC236}">
                    <a16:creationId xmlns:a16="http://schemas.microsoft.com/office/drawing/2014/main" id="{999CE40A-43D1-483F-B106-A1856CAA9F04}"/>
                  </a:ext>
                </a:extLst>
              </p:cNvPr>
              <p:cNvSpPr/>
              <p:nvPr/>
            </p:nvSpPr>
            <p:spPr>
              <a:xfrm>
                <a:off x="1117130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206" name="Rectangle 7205">
                <a:extLst>
                  <a:ext uri="{FF2B5EF4-FFF2-40B4-BE49-F238E27FC236}">
                    <a16:creationId xmlns:a16="http://schemas.microsoft.com/office/drawing/2014/main" id="{C0F37D39-5B1E-4FAC-B92D-81898ED4650F}"/>
                  </a:ext>
                </a:extLst>
              </p:cNvPr>
              <p:cNvSpPr/>
              <p:nvPr/>
            </p:nvSpPr>
            <p:spPr>
              <a:xfrm>
                <a:off x="1297046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207" name="Rectangle 7206">
                <a:extLst>
                  <a:ext uri="{FF2B5EF4-FFF2-40B4-BE49-F238E27FC236}">
                    <a16:creationId xmlns:a16="http://schemas.microsoft.com/office/drawing/2014/main" id="{9484DA9C-513E-45E5-8E6A-11E52AC4CEC4}"/>
                  </a:ext>
                </a:extLst>
              </p:cNvPr>
              <p:cNvSpPr/>
              <p:nvPr/>
            </p:nvSpPr>
            <p:spPr>
              <a:xfrm>
                <a:off x="577340" y="167393"/>
                <a:ext cx="900000" cy="974051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3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</p:grpSp>
        <p:grpSp>
          <p:nvGrpSpPr>
            <p:cNvPr id="7101" name="Groupe 7100"/>
            <p:cNvGrpSpPr/>
            <p:nvPr userDrawn="1"/>
          </p:nvGrpSpPr>
          <p:grpSpPr>
            <a:xfrm>
              <a:off x="8672006" y="119033"/>
              <a:ext cx="900000" cy="975016"/>
              <a:chOff x="577340" y="166428"/>
              <a:chExt cx="900000" cy="975016"/>
            </a:xfrm>
          </p:grpSpPr>
          <p:sp>
            <p:nvSpPr>
              <p:cNvPr id="7156" name="Rectangle 7155">
                <a:extLst>
                  <a:ext uri="{FF2B5EF4-FFF2-40B4-BE49-F238E27FC236}">
                    <a16:creationId xmlns:a16="http://schemas.microsoft.com/office/drawing/2014/main" id="{2072BB47-84CB-47FD-8A25-43491CA83C8F}"/>
                  </a:ext>
                </a:extLst>
              </p:cNvPr>
              <p:cNvSpPr/>
              <p:nvPr/>
            </p:nvSpPr>
            <p:spPr>
              <a:xfrm>
                <a:off x="757550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157" name="Rectangle 7156">
                <a:extLst>
                  <a:ext uri="{FF2B5EF4-FFF2-40B4-BE49-F238E27FC236}">
                    <a16:creationId xmlns:a16="http://schemas.microsoft.com/office/drawing/2014/main" id="{FD392A82-503D-4B66-9AF9-9E65B8C12603}"/>
                  </a:ext>
                </a:extLst>
              </p:cNvPr>
              <p:cNvSpPr/>
              <p:nvPr/>
            </p:nvSpPr>
            <p:spPr>
              <a:xfrm>
                <a:off x="577634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158" name="Rectangle 7157">
                <a:extLst>
                  <a:ext uri="{FF2B5EF4-FFF2-40B4-BE49-F238E27FC236}">
                    <a16:creationId xmlns:a16="http://schemas.microsoft.com/office/drawing/2014/main" id="{E8131C02-69AB-405B-82D1-978E3C621405}"/>
                  </a:ext>
                </a:extLst>
              </p:cNvPr>
              <p:cNvSpPr/>
              <p:nvPr/>
            </p:nvSpPr>
            <p:spPr>
              <a:xfrm>
                <a:off x="937466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159" name="Rectangle 7158">
                <a:extLst>
                  <a:ext uri="{FF2B5EF4-FFF2-40B4-BE49-F238E27FC236}">
                    <a16:creationId xmlns:a16="http://schemas.microsoft.com/office/drawing/2014/main" id="{F369E73F-6F1E-4CCA-9F58-1EF6C7EB008B}"/>
                  </a:ext>
                </a:extLst>
              </p:cNvPr>
              <p:cNvSpPr/>
              <p:nvPr/>
            </p:nvSpPr>
            <p:spPr>
              <a:xfrm>
                <a:off x="1117298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160" name="Rectangle 7159">
                <a:extLst>
                  <a:ext uri="{FF2B5EF4-FFF2-40B4-BE49-F238E27FC236}">
                    <a16:creationId xmlns:a16="http://schemas.microsoft.com/office/drawing/2014/main" id="{E4D8B003-AF02-4D34-8F85-57B55CDD3871}"/>
                  </a:ext>
                </a:extLst>
              </p:cNvPr>
              <p:cNvSpPr/>
              <p:nvPr/>
            </p:nvSpPr>
            <p:spPr>
              <a:xfrm>
                <a:off x="1297214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161" name="Rectangle 7160">
                <a:extLst>
                  <a:ext uri="{FF2B5EF4-FFF2-40B4-BE49-F238E27FC236}">
                    <a16:creationId xmlns:a16="http://schemas.microsoft.com/office/drawing/2014/main" id="{14BBDF8A-4682-45D3-ABAD-64B00A4ED731}"/>
                  </a:ext>
                </a:extLst>
              </p:cNvPr>
              <p:cNvSpPr/>
              <p:nvPr/>
            </p:nvSpPr>
            <p:spPr>
              <a:xfrm>
                <a:off x="757466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162" name="Rectangle 7161">
                <a:extLst>
                  <a:ext uri="{FF2B5EF4-FFF2-40B4-BE49-F238E27FC236}">
                    <a16:creationId xmlns:a16="http://schemas.microsoft.com/office/drawing/2014/main" id="{C13E0C4B-1D4F-471E-A5AD-E4BC58BB3024}"/>
                  </a:ext>
                </a:extLst>
              </p:cNvPr>
              <p:cNvSpPr/>
              <p:nvPr/>
            </p:nvSpPr>
            <p:spPr>
              <a:xfrm>
                <a:off x="577550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163" name="Rectangle 7162">
                <a:extLst>
                  <a:ext uri="{FF2B5EF4-FFF2-40B4-BE49-F238E27FC236}">
                    <a16:creationId xmlns:a16="http://schemas.microsoft.com/office/drawing/2014/main" id="{1E8CE2AB-2430-43FD-88E9-634F132AAB31}"/>
                  </a:ext>
                </a:extLst>
              </p:cNvPr>
              <p:cNvSpPr/>
              <p:nvPr/>
            </p:nvSpPr>
            <p:spPr>
              <a:xfrm>
                <a:off x="937382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164" name="Rectangle 7163">
                <a:extLst>
                  <a:ext uri="{FF2B5EF4-FFF2-40B4-BE49-F238E27FC236}">
                    <a16:creationId xmlns:a16="http://schemas.microsoft.com/office/drawing/2014/main" id="{9E64BB36-121D-45B5-AE9E-04F22BB2C216}"/>
                  </a:ext>
                </a:extLst>
              </p:cNvPr>
              <p:cNvSpPr/>
              <p:nvPr/>
            </p:nvSpPr>
            <p:spPr>
              <a:xfrm>
                <a:off x="1117214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165" name="Rectangle 7164">
                <a:extLst>
                  <a:ext uri="{FF2B5EF4-FFF2-40B4-BE49-F238E27FC236}">
                    <a16:creationId xmlns:a16="http://schemas.microsoft.com/office/drawing/2014/main" id="{13321878-5F07-4A14-B23A-57FA538E97B3}"/>
                  </a:ext>
                </a:extLst>
              </p:cNvPr>
              <p:cNvSpPr/>
              <p:nvPr/>
            </p:nvSpPr>
            <p:spPr>
              <a:xfrm>
                <a:off x="1297130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166" name="Rectangle 7165">
                <a:extLst>
                  <a:ext uri="{FF2B5EF4-FFF2-40B4-BE49-F238E27FC236}">
                    <a16:creationId xmlns:a16="http://schemas.microsoft.com/office/drawing/2014/main" id="{3E8B26BB-C162-4CAF-8919-EF4839B4A043}"/>
                  </a:ext>
                </a:extLst>
              </p:cNvPr>
              <p:cNvSpPr/>
              <p:nvPr/>
            </p:nvSpPr>
            <p:spPr>
              <a:xfrm>
                <a:off x="757550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167" name="Rectangle 7166">
                <a:extLst>
                  <a:ext uri="{FF2B5EF4-FFF2-40B4-BE49-F238E27FC236}">
                    <a16:creationId xmlns:a16="http://schemas.microsoft.com/office/drawing/2014/main" id="{C8C38007-7AE0-49F4-AA4F-ED66905690A4}"/>
                  </a:ext>
                </a:extLst>
              </p:cNvPr>
              <p:cNvSpPr/>
              <p:nvPr/>
            </p:nvSpPr>
            <p:spPr>
              <a:xfrm>
                <a:off x="577634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168" name="Rectangle 7167">
                <a:extLst>
                  <a:ext uri="{FF2B5EF4-FFF2-40B4-BE49-F238E27FC236}">
                    <a16:creationId xmlns:a16="http://schemas.microsoft.com/office/drawing/2014/main" id="{5A8361CA-680F-45F3-A21C-8BEEE02F34C3}"/>
                  </a:ext>
                </a:extLst>
              </p:cNvPr>
              <p:cNvSpPr/>
              <p:nvPr/>
            </p:nvSpPr>
            <p:spPr>
              <a:xfrm>
                <a:off x="937466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169" name="Rectangle 7168">
                <a:extLst>
                  <a:ext uri="{FF2B5EF4-FFF2-40B4-BE49-F238E27FC236}">
                    <a16:creationId xmlns:a16="http://schemas.microsoft.com/office/drawing/2014/main" id="{3C722730-A2DD-4CBE-B807-91549D72388A}"/>
                  </a:ext>
                </a:extLst>
              </p:cNvPr>
              <p:cNvSpPr/>
              <p:nvPr/>
            </p:nvSpPr>
            <p:spPr>
              <a:xfrm>
                <a:off x="1117298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170" name="Rectangle 7169">
                <a:extLst>
                  <a:ext uri="{FF2B5EF4-FFF2-40B4-BE49-F238E27FC236}">
                    <a16:creationId xmlns:a16="http://schemas.microsoft.com/office/drawing/2014/main" id="{4B63B2AA-AD7D-4206-AB24-8D005AC5273B}"/>
                  </a:ext>
                </a:extLst>
              </p:cNvPr>
              <p:cNvSpPr/>
              <p:nvPr/>
            </p:nvSpPr>
            <p:spPr>
              <a:xfrm>
                <a:off x="1297214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171" name="Rectangle 7170">
                <a:extLst>
                  <a:ext uri="{FF2B5EF4-FFF2-40B4-BE49-F238E27FC236}">
                    <a16:creationId xmlns:a16="http://schemas.microsoft.com/office/drawing/2014/main" id="{AA6F6B95-5E2C-4B16-9D85-A798791032F6}"/>
                  </a:ext>
                </a:extLst>
              </p:cNvPr>
              <p:cNvSpPr/>
              <p:nvPr/>
            </p:nvSpPr>
            <p:spPr>
              <a:xfrm>
                <a:off x="757466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172" name="Rectangle 7171">
                <a:extLst>
                  <a:ext uri="{FF2B5EF4-FFF2-40B4-BE49-F238E27FC236}">
                    <a16:creationId xmlns:a16="http://schemas.microsoft.com/office/drawing/2014/main" id="{F2D828FA-E322-4A76-B5BA-9F0DD3C3E38E}"/>
                  </a:ext>
                </a:extLst>
              </p:cNvPr>
              <p:cNvSpPr/>
              <p:nvPr/>
            </p:nvSpPr>
            <p:spPr>
              <a:xfrm>
                <a:off x="577550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173" name="Rectangle 7172">
                <a:extLst>
                  <a:ext uri="{FF2B5EF4-FFF2-40B4-BE49-F238E27FC236}">
                    <a16:creationId xmlns:a16="http://schemas.microsoft.com/office/drawing/2014/main" id="{E9E8AA24-7BE4-48CC-9651-A0C0BDCA86BB}"/>
                  </a:ext>
                </a:extLst>
              </p:cNvPr>
              <p:cNvSpPr/>
              <p:nvPr/>
            </p:nvSpPr>
            <p:spPr>
              <a:xfrm>
                <a:off x="937382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174" name="Rectangle 7173">
                <a:extLst>
                  <a:ext uri="{FF2B5EF4-FFF2-40B4-BE49-F238E27FC236}">
                    <a16:creationId xmlns:a16="http://schemas.microsoft.com/office/drawing/2014/main" id="{5AD14553-DFCB-41AC-914D-8BC53D83B4DB}"/>
                  </a:ext>
                </a:extLst>
              </p:cNvPr>
              <p:cNvSpPr/>
              <p:nvPr/>
            </p:nvSpPr>
            <p:spPr>
              <a:xfrm>
                <a:off x="1117214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175" name="Rectangle 7174">
                <a:extLst>
                  <a:ext uri="{FF2B5EF4-FFF2-40B4-BE49-F238E27FC236}">
                    <a16:creationId xmlns:a16="http://schemas.microsoft.com/office/drawing/2014/main" id="{A316032A-87F0-4502-BC7E-864A70483D67}"/>
                  </a:ext>
                </a:extLst>
              </p:cNvPr>
              <p:cNvSpPr/>
              <p:nvPr/>
            </p:nvSpPr>
            <p:spPr>
              <a:xfrm>
                <a:off x="1297130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176" name="Rectangle 7175">
                <a:extLst>
                  <a:ext uri="{FF2B5EF4-FFF2-40B4-BE49-F238E27FC236}">
                    <a16:creationId xmlns:a16="http://schemas.microsoft.com/office/drawing/2014/main" id="{8B04A37E-8D97-4B1D-948B-D23E208A7C8F}"/>
                  </a:ext>
                </a:extLst>
              </p:cNvPr>
              <p:cNvSpPr/>
              <p:nvPr/>
            </p:nvSpPr>
            <p:spPr>
              <a:xfrm>
                <a:off x="757382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177" name="Rectangle 7176">
                <a:extLst>
                  <a:ext uri="{FF2B5EF4-FFF2-40B4-BE49-F238E27FC236}">
                    <a16:creationId xmlns:a16="http://schemas.microsoft.com/office/drawing/2014/main" id="{4E2AC16B-51E1-41D7-850D-089913FA0710}"/>
                  </a:ext>
                </a:extLst>
              </p:cNvPr>
              <p:cNvSpPr/>
              <p:nvPr/>
            </p:nvSpPr>
            <p:spPr>
              <a:xfrm>
                <a:off x="577466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178" name="Rectangle 7177">
                <a:extLst>
                  <a:ext uri="{FF2B5EF4-FFF2-40B4-BE49-F238E27FC236}">
                    <a16:creationId xmlns:a16="http://schemas.microsoft.com/office/drawing/2014/main" id="{ABD2CAC0-2F5A-43BF-9285-075F799C766E}"/>
                  </a:ext>
                </a:extLst>
              </p:cNvPr>
              <p:cNvSpPr/>
              <p:nvPr/>
            </p:nvSpPr>
            <p:spPr>
              <a:xfrm>
                <a:off x="937298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179" name="Rectangle 7178">
                <a:extLst>
                  <a:ext uri="{FF2B5EF4-FFF2-40B4-BE49-F238E27FC236}">
                    <a16:creationId xmlns:a16="http://schemas.microsoft.com/office/drawing/2014/main" id="{999CE40A-43D1-483F-B106-A1856CAA9F04}"/>
                  </a:ext>
                </a:extLst>
              </p:cNvPr>
              <p:cNvSpPr/>
              <p:nvPr/>
            </p:nvSpPr>
            <p:spPr>
              <a:xfrm>
                <a:off x="1117130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180" name="Rectangle 7179">
                <a:extLst>
                  <a:ext uri="{FF2B5EF4-FFF2-40B4-BE49-F238E27FC236}">
                    <a16:creationId xmlns:a16="http://schemas.microsoft.com/office/drawing/2014/main" id="{C0F37D39-5B1E-4FAC-B92D-81898ED4650F}"/>
                  </a:ext>
                </a:extLst>
              </p:cNvPr>
              <p:cNvSpPr/>
              <p:nvPr/>
            </p:nvSpPr>
            <p:spPr>
              <a:xfrm>
                <a:off x="1297046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181" name="Rectangle 7180">
                <a:extLst>
                  <a:ext uri="{FF2B5EF4-FFF2-40B4-BE49-F238E27FC236}">
                    <a16:creationId xmlns:a16="http://schemas.microsoft.com/office/drawing/2014/main" id="{9484DA9C-513E-45E5-8E6A-11E52AC4CEC4}"/>
                  </a:ext>
                </a:extLst>
              </p:cNvPr>
              <p:cNvSpPr/>
              <p:nvPr/>
            </p:nvSpPr>
            <p:spPr>
              <a:xfrm>
                <a:off x="577340" y="167393"/>
                <a:ext cx="900000" cy="974051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3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</p:grpSp>
        <p:grpSp>
          <p:nvGrpSpPr>
            <p:cNvPr id="7102" name="Groupe 7101"/>
            <p:cNvGrpSpPr/>
            <p:nvPr userDrawn="1"/>
          </p:nvGrpSpPr>
          <p:grpSpPr>
            <a:xfrm>
              <a:off x="9571376" y="119033"/>
              <a:ext cx="900000" cy="975016"/>
              <a:chOff x="577340" y="166428"/>
              <a:chExt cx="900000" cy="975016"/>
            </a:xfrm>
          </p:grpSpPr>
          <p:sp>
            <p:nvSpPr>
              <p:cNvPr id="7130" name="Rectangle 7129">
                <a:extLst>
                  <a:ext uri="{FF2B5EF4-FFF2-40B4-BE49-F238E27FC236}">
                    <a16:creationId xmlns:a16="http://schemas.microsoft.com/office/drawing/2014/main" id="{2072BB47-84CB-47FD-8A25-43491CA83C8F}"/>
                  </a:ext>
                </a:extLst>
              </p:cNvPr>
              <p:cNvSpPr/>
              <p:nvPr/>
            </p:nvSpPr>
            <p:spPr>
              <a:xfrm>
                <a:off x="757550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131" name="Rectangle 7130">
                <a:extLst>
                  <a:ext uri="{FF2B5EF4-FFF2-40B4-BE49-F238E27FC236}">
                    <a16:creationId xmlns:a16="http://schemas.microsoft.com/office/drawing/2014/main" id="{FD392A82-503D-4B66-9AF9-9E65B8C12603}"/>
                  </a:ext>
                </a:extLst>
              </p:cNvPr>
              <p:cNvSpPr/>
              <p:nvPr/>
            </p:nvSpPr>
            <p:spPr>
              <a:xfrm>
                <a:off x="577634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132" name="Rectangle 7131">
                <a:extLst>
                  <a:ext uri="{FF2B5EF4-FFF2-40B4-BE49-F238E27FC236}">
                    <a16:creationId xmlns:a16="http://schemas.microsoft.com/office/drawing/2014/main" id="{E8131C02-69AB-405B-82D1-978E3C621405}"/>
                  </a:ext>
                </a:extLst>
              </p:cNvPr>
              <p:cNvSpPr/>
              <p:nvPr/>
            </p:nvSpPr>
            <p:spPr>
              <a:xfrm>
                <a:off x="937466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133" name="Rectangle 7132">
                <a:extLst>
                  <a:ext uri="{FF2B5EF4-FFF2-40B4-BE49-F238E27FC236}">
                    <a16:creationId xmlns:a16="http://schemas.microsoft.com/office/drawing/2014/main" id="{F369E73F-6F1E-4CCA-9F58-1EF6C7EB008B}"/>
                  </a:ext>
                </a:extLst>
              </p:cNvPr>
              <p:cNvSpPr/>
              <p:nvPr/>
            </p:nvSpPr>
            <p:spPr>
              <a:xfrm>
                <a:off x="1117298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134" name="Rectangle 7133">
                <a:extLst>
                  <a:ext uri="{FF2B5EF4-FFF2-40B4-BE49-F238E27FC236}">
                    <a16:creationId xmlns:a16="http://schemas.microsoft.com/office/drawing/2014/main" id="{E4D8B003-AF02-4D34-8F85-57B55CDD3871}"/>
                  </a:ext>
                </a:extLst>
              </p:cNvPr>
              <p:cNvSpPr/>
              <p:nvPr/>
            </p:nvSpPr>
            <p:spPr>
              <a:xfrm>
                <a:off x="1297214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135" name="Rectangle 7134">
                <a:extLst>
                  <a:ext uri="{FF2B5EF4-FFF2-40B4-BE49-F238E27FC236}">
                    <a16:creationId xmlns:a16="http://schemas.microsoft.com/office/drawing/2014/main" id="{14BBDF8A-4682-45D3-ABAD-64B00A4ED731}"/>
                  </a:ext>
                </a:extLst>
              </p:cNvPr>
              <p:cNvSpPr/>
              <p:nvPr/>
            </p:nvSpPr>
            <p:spPr>
              <a:xfrm>
                <a:off x="757466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136" name="Rectangle 7135">
                <a:extLst>
                  <a:ext uri="{FF2B5EF4-FFF2-40B4-BE49-F238E27FC236}">
                    <a16:creationId xmlns:a16="http://schemas.microsoft.com/office/drawing/2014/main" id="{C13E0C4B-1D4F-471E-A5AD-E4BC58BB3024}"/>
                  </a:ext>
                </a:extLst>
              </p:cNvPr>
              <p:cNvSpPr/>
              <p:nvPr/>
            </p:nvSpPr>
            <p:spPr>
              <a:xfrm>
                <a:off x="577550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137" name="Rectangle 7136">
                <a:extLst>
                  <a:ext uri="{FF2B5EF4-FFF2-40B4-BE49-F238E27FC236}">
                    <a16:creationId xmlns:a16="http://schemas.microsoft.com/office/drawing/2014/main" id="{1E8CE2AB-2430-43FD-88E9-634F132AAB31}"/>
                  </a:ext>
                </a:extLst>
              </p:cNvPr>
              <p:cNvSpPr/>
              <p:nvPr/>
            </p:nvSpPr>
            <p:spPr>
              <a:xfrm>
                <a:off x="937382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138" name="Rectangle 7137">
                <a:extLst>
                  <a:ext uri="{FF2B5EF4-FFF2-40B4-BE49-F238E27FC236}">
                    <a16:creationId xmlns:a16="http://schemas.microsoft.com/office/drawing/2014/main" id="{9E64BB36-121D-45B5-AE9E-04F22BB2C216}"/>
                  </a:ext>
                </a:extLst>
              </p:cNvPr>
              <p:cNvSpPr/>
              <p:nvPr/>
            </p:nvSpPr>
            <p:spPr>
              <a:xfrm>
                <a:off x="1117214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139" name="Rectangle 7138">
                <a:extLst>
                  <a:ext uri="{FF2B5EF4-FFF2-40B4-BE49-F238E27FC236}">
                    <a16:creationId xmlns:a16="http://schemas.microsoft.com/office/drawing/2014/main" id="{13321878-5F07-4A14-B23A-57FA538E97B3}"/>
                  </a:ext>
                </a:extLst>
              </p:cNvPr>
              <p:cNvSpPr/>
              <p:nvPr/>
            </p:nvSpPr>
            <p:spPr>
              <a:xfrm>
                <a:off x="1297130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140" name="Rectangle 7139">
                <a:extLst>
                  <a:ext uri="{FF2B5EF4-FFF2-40B4-BE49-F238E27FC236}">
                    <a16:creationId xmlns:a16="http://schemas.microsoft.com/office/drawing/2014/main" id="{3E8B26BB-C162-4CAF-8919-EF4839B4A043}"/>
                  </a:ext>
                </a:extLst>
              </p:cNvPr>
              <p:cNvSpPr/>
              <p:nvPr/>
            </p:nvSpPr>
            <p:spPr>
              <a:xfrm>
                <a:off x="757550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141" name="Rectangle 7140">
                <a:extLst>
                  <a:ext uri="{FF2B5EF4-FFF2-40B4-BE49-F238E27FC236}">
                    <a16:creationId xmlns:a16="http://schemas.microsoft.com/office/drawing/2014/main" id="{C8C38007-7AE0-49F4-AA4F-ED66905690A4}"/>
                  </a:ext>
                </a:extLst>
              </p:cNvPr>
              <p:cNvSpPr/>
              <p:nvPr/>
            </p:nvSpPr>
            <p:spPr>
              <a:xfrm>
                <a:off x="577634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142" name="Rectangle 7141">
                <a:extLst>
                  <a:ext uri="{FF2B5EF4-FFF2-40B4-BE49-F238E27FC236}">
                    <a16:creationId xmlns:a16="http://schemas.microsoft.com/office/drawing/2014/main" id="{5A8361CA-680F-45F3-A21C-8BEEE02F34C3}"/>
                  </a:ext>
                </a:extLst>
              </p:cNvPr>
              <p:cNvSpPr/>
              <p:nvPr/>
            </p:nvSpPr>
            <p:spPr>
              <a:xfrm>
                <a:off x="937466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143" name="Rectangle 7142">
                <a:extLst>
                  <a:ext uri="{FF2B5EF4-FFF2-40B4-BE49-F238E27FC236}">
                    <a16:creationId xmlns:a16="http://schemas.microsoft.com/office/drawing/2014/main" id="{3C722730-A2DD-4CBE-B807-91549D72388A}"/>
                  </a:ext>
                </a:extLst>
              </p:cNvPr>
              <p:cNvSpPr/>
              <p:nvPr/>
            </p:nvSpPr>
            <p:spPr>
              <a:xfrm>
                <a:off x="1117298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144" name="Rectangle 7143">
                <a:extLst>
                  <a:ext uri="{FF2B5EF4-FFF2-40B4-BE49-F238E27FC236}">
                    <a16:creationId xmlns:a16="http://schemas.microsoft.com/office/drawing/2014/main" id="{4B63B2AA-AD7D-4206-AB24-8D005AC5273B}"/>
                  </a:ext>
                </a:extLst>
              </p:cNvPr>
              <p:cNvSpPr/>
              <p:nvPr/>
            </p:nvSpPr>
            <p:spPr>
              <a:xfrm>
                <a:off x="1297214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145" name="Rectangle 7144">
                <a:extLst>
                  <a:ext uri="{FF2B5EF4-FFF2-40B4-BE49-F238E27FC236}">
                    <a16:creationId xmlns:a16="http://schemas.microsoft.com/office/drawing/2014/main" id="{AA6F6B95-5E2C-4B16-9D85-A798791032F6}"/>
                  </a:ext>
                </a:extLst>
              </p:cNvPr>
              <p:cNvSpPr/>
              <p:nvPr/>
            </p:nvSpPr>
            <p:spPr>
              <a:xfrm>
                <a:off x="757466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146" name="Rectangle 7145">
                <a:extLst>
                  <a:ext uri="{FF2B5EF4-FFF2-40B4-BE49-F238E27FC236}">
                    <a16:creationId xmlns:a16="http://schemas.microsoft.com/office/drawing/2014/main" id="{F2D828FA-E322-4A76-B5BA-9F0DD3C3E38E}"/>
                  </a:ext>
                </a:extLst>
              </p:cNvPr>
              <p:cNvSpPr/>
              <p:nvPr/>
            </p:nvSpPr>
            <p:spPr>
              <a:xfrm>
                <a:off x="577550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147" name="Rectangle 7146">
                <a:extLst>
                  <a:ext uri="{FF2B5EF4-FFF2-40B4-BE49-F238E27FC236}">
                    <a16:creationId xmlns:a16="http://schemas.microsoft.com/office/drawing/2014/main" id="{E9E8AA24-7BE4-48CC-9651-A0C0BDCA86BB}"/>
                  </a:ext>
                </a:extLst>
              </p:cNvPr>
              <p:cNvSpPr/>
              <p:nvPr/>
            </p:nvSpPr>
            <p:spPr>
              <a:xfrm>
                <a:off x="937382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148" name="Rectangle 7147">
                <a:extLst>
                  <a:ext uri="{FF2B5EF4-FFF2-40B4-BE49-F238E27FC236}">
                    <a16:creationId xmlns:a16="http://schemas.microsoft.com/office/drawing/2014/main" id="{5AD14553-DFCB-41AC-914D-8BC53D83B4DB}"/>
                  </a:ext>
                </a:extLst>
              </p:cNvPr>
              <p:cNvSpPr/>
              <p:nvPr/>
            </p:nvSpPr>
            <p:spPr>
              <a:xfrm>
                <a:off x="1117214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149" name="Rectangle 7148">
                <a:extLst>
                  <a:ext uri="{FF2B5EF4-FFF2-40B4-BE49-F238E27FC236}">
                    <a16:creationId xmlns:a16="http://schemas.microsoft.com/office/drawing/2014/main" id="{A316032A-87F0-4502-BC7E-864A70483D67}"/>
                  </a:ext>
                </a:extLst>
              </p:cNvPr>
              <p:cNvSpPr/>
              <p:nvPr/>
            </p:nvSpPr>
            <p:spPr>
              <a:xfrm>
                <a:off x="1297130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150" name="Rectangle 7149">
                <a:extLst>
                  <a:ext uri="{FF2B5EF4-FFF2-40B4-BE49-F238E27FC236}">
                    <a16:creationId xmlns:a16="http://schemas.microsoft.com/office/drawing/2014/main" id="{8B04A37E-8D97-4B1D-948B-D23E208A7C8F}"/>
                  </a:ext>
                </a:extLst>
              </p:cNvPr>
              <p:cNvSpPr/>
              <p:nvPr/>
            </p:nvSpPr>
            <p:spPr>
              <a:xfrm>
                <a:off x="757382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151" name="Rectangle 7150">
                <a:extLst>
                  <a:ext uri="{FF2B5EF4-FFF2-40B4-BE49-F238E27FC236}">
                    <a16:creationId xmlns:a16="http://schemas.microsoft.com/office/drawing/2014/main" id="{4E2AC16B-51E1-41D7-850D-089913FA0710}"/>
                  </a:ext>
                </a:extLst>
              </p:cNvPr>
              <p:cNvSpPr/>
              <p:nvPr/>
            </p:nvSpPr>
            <p:spPr>
              <a:xfrm>
                <a:off x="577466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152" name="Rectangle 7151">
                <a:extLst>
                  <a:ext uri="{FF2B5EF4-FFF2-40B4-BE49-F238E27FC236}">
                    <a16:creationId xmlns:a16="http://schemas.microsoft.com/office/drawing/2014/main" id="{ABD2CAC0-2F5A-43BF-9285-075F799C766E}"/>
                  </a:ext>
                </a:extLst>
              </p:cNvPr>
              <p:cNvSpPr/>
              <p:nvPr/>
            </p:nvSpPr>
            <p:spPr>
              <a:xfrm>
                <a:off x="937298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153" name="Rectangle 7152">
                <a:extLst>
                  <a:ext uri="{FF2B5EF4-FFF2-40B4-BE49-F238E27FC236}">
                    <a16:creationId xmlns:a16="http://schemas.microsoft.com/office/drawing/2014/main" id="{999CE40A-43D1-483F-B106-A1856CAA9F04}"/>
                  </a:ext>
                </a:extLst>
              </p:cNvPr>
              <p:cNvSpPr/>
              <p:nvPr/>
            </p:nvSpPr>
            <p:spPr>
              <a:xfrm>
                <a:off x="1117130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154" name="Rectangle 7153">
                <a:extLst>
                  <a:ext uri="{FF2B5EF4-FFF2-40B4-BE49-F238E27FC236}">
                    <a16:creationId xmlns:a16="http://schemas.microsoft.com/office/drawing/2014/main" id="{C0F37D39-5B1E-4FAC-B92D-81898ED4650F}"/>
                  </a:ext>
                </a:extLst>
              </p:cNvPr>
              <p:cNvSpPr/>
              <p:nvPr/>
            </p:nvSpPr>
            <p:spPr>
              <a:xfrm>
                <a:off x="1297046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155" name="Rectangle 7154">
                <a:extLst>
                  <a:ext uri="{FF2B5EF4-FFF2-40B4-BE49-F238E27FC236}">
                    <a16:creationId xmlns:a16="http://schemas.microsoft.com/office/drawing/2014/main" id="{9484DA9C-513E-45E5-8E6A-11E52AC4CEC4}"/>
                  </a:ext>
                </a:extLst>
              </p:cNvPr>
              <p:cNvSpPr/>
              <p:nvPr/>
            </p:nvSpPr>
            <p:spPr>
              <a:xfrm>
                <a:off x="577340" y="167393"/>
                <a:ext cx="900000" cy="974051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3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</p:grpSp>
        <p:grpSp>
          <p:nvGrpSpPr>
            <p:cNvPr id="7103" name="Groupe 7102"/>
            <p:cNvGrpSpPr/>
            <p:nvPr userDrawn="1"/>
          </p:nvGrpSpPr>
          <p:grpSpPr>
            <a:xfrm>
              <a:off x="10470830" y="118070"/>
              <a:ext cx="900000" cy="975016"/>
              <a:chOff x="577340" y="166428"/>
              <a:chExt cx="900000" cy="975016"/>
            </a:xfrm>
          </p:grpSpPr>
          <p:sp>
            <p:nvSpPr>
              <p:cNvPr id="7104" name="Rectangle 7103">
                <a:extLst>
                  <a:ext uri="{FF2B5EF4-FFF2-40B4-BE49-F238E27FC236}">
                    <a16:creationId xmlns:a16="http://schemas.microsoft.com/office/drawing/2014/main" id="{2072BB47-84CB-47FD-8A25-43491CA83C8F}"/>
                  </a:ext>
                </a:extLst>
              </p:cNvPr>
              <p:cNvSpPr/>
              <p:nvPr/>
            </p:nvSpPr>
            <p:spPr>
              <a:xfrm>
                <a:off x="757550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105" name="Rectangle 7104">
                <a:extLst>
                  <a:ext uri="{FF2B5EF4-FFF2-40B4-BE49-F238E27FC236}">
                    <a16:creationId xmlns:a16="http://schemas.microsoft.com/office/drawing/2014/main" id="{FD392A82-503D-4B66-9AF9-9E65B8C12603}"/>
                  </a:ext>
                </a:extLst>
              </p:cNvPr>
              <p:cNvSpPr/>
              <p:nvPr/>
            </p:nvSpPr>
            <p:spPr>
              <a:xfrm>
                <a:off x="577634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106" name="Rectangle 7105">
                <a:extLst>
                  <a:ext uri="{FF2B5EF4-FFF2-40B4-BE49-F238E27FC236}">
                    <a16:creationId xmlns:a16="http://schemas.microsoft.com/office/drawing/2014/main" id="{E8131C02-69AB-405B-82D1-978E3C621405}"/>
                  </a:ext>
                </a:extLst>
              </p:cNvPr>
              <p:cNvSpPr/>
              <p:nvPr/>
            </p:nvSpPr>
            <p:spPr>
              <a:xfrm>
                <a:off x="937466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107" name="Rectangle 7106">
                <a:extLst>
                  <a:ext uri="{FF2B5EF4-FFF2-40B4-BE49-F238E27FC236}">
                    <a16:creationId xmlns:a16="http://schemas.microsoft.com/office/drawing/2014/main" id="{F369E73F-6F1E-4CCA-9F58-1EF6C7EB008B}"/>
                  </a:ext>
                </a:extLst>
              </p:cNvPr>
              <p:cNvSpPr/>
              <p:nvPr/>
            </p:nvSpPr>
            <p:spPr>
              <a:xfrm>
                <a:off x="1117298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108" name="Rectangle 7107">
                <a:extLst>
                  <a:ext uri="{FF2B5EF4-FFF2-40B4-BE49-F238E27FC236}">
                    <a16:creationId xmlns:a16="http://schemas.microsoft.com/office/drawing/2014/main" id="{E4D8B003-AF02-4D34-8F85-57B55CDD3871}"/>
                  </a:ext>
                </a:extLst>
              </p:cNvPr>
              <p:cNvSpPr/>
              <p:nvPr/>
            </p:nvSpPr>
            <p:spPr>
              <a:xfrm>
                <a:off x="1297214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109" name="Rectangle 7108">
                <a:extLst>
                  <a:ext uri="{FF2B5EF4-FFF2-40B4-BE49-F238E27FC236}">
                    <a16:creationId xmlns:a16="http://schemas.microsoft.com/office/drawing/2014/main" id="{14BBDF8A-4682-45D3-ABAD-64B00A4ED731}"/>
                  </a:ext>
                </a:extLst>
              </p:cNvPr>
              <p:cNvSpPr/>
              <p:nvPr/>
            </p:nvSpPr>
            <p:spPr>
              <a:xfrm>
                <a:off x="757466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110" name="Rectangle 7109">
                <a:extLst>
                  <a:ext uri="{FF2B5EF4-FFF2-40B4-BE49-F238E27FC236}">
                    <a16:creationId xmlns:a16="http://schemas.microsoft.com/office/drawing/2014/main" id="{C13E0C4B-1D4F-471E-A5AD-E4BC58BB3024}"/>
                  </a:ext>
                </a:extLst>
              </p:cNvPr>
              <p:cNvSpPr/>
              <p:nvPr/>
            </p:nvSpPr>
            <p:spPr>
              <a:xfrm>
                <a:off x="577550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111" name="Rectangle 7110">
                <a:extLst>
                  <a:ext uri="{FF2B5EF4-FFF2-40B4-BE49-F238E27FC236}">
                    <a16:creationId xmlns:a16="http://schemas.microsoft.com/office/drawing/2014/main" id="{1E8CE2AB-2430-43FD-88E9-634F132AAB31}"/>
                  </a:ext>
                </a:extLst>
              </p:cNvPr>
              <p:cNvSpPr/>
              <p:nvPr/>
            </p:nvSpPr>
            <p:spPr>
              <a:xfrm>
                <a:off x="937382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112" name="Rectangle 7111">
                <a:extLst>
                  <a:ext uri="{FF2B5EF4-FFF2-40B4-BE49-F238E27FC236}">
                    <a16:creationId xmlns:a16="http://schemas.microsoft.com/office/drawing/2014/main" id="{9E64BB36-121D-45B5-AE9E-04F22BB2C216}"/>
                  </a:ext>
                </a:extLst>
              </p:cNvPr>
              <p:cNvSpPr/>
              <p:nvPr/>
            </p:nvSpPr>
            <p:spPr>
              <a:xfrm>
                <a:off x="1117214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113" name="Rectangle 7112">
                <a:extLst>
                  <a:ext uri="{FF2B5EF4-FFF2-40B4-BE49-F238E27FC236}">
                    <a16:creationId xmlns:a16="http://schemas.microsoft.com/office/drawing/2014/main" id="{13321878-5F07-4A14-B23A-57FA538E97B3}"/>
                  </a:ext>
                </a:extLst>
              </p:cNvPr>
              <p:cNvSpPr/>
              <p:nvPr/>
            </p:nvSpPr>
            <p:spPr>
              <a:xfrm>
                <a:off x="1297130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114" name="Rectangle 7113">
                <a:extLst>
                  <a:ext uri="{FF2B5EF4-FFF2-40B4-BE49-F238E27FC236}">
                    <a16:creationId xmlns:a16="http://schemas.microsoft.com/office/drawing/2014/main" id="{3E8B26BB-C162-4CAF-8919-EF4839B4A043}"/>
                  </a:ext>
                </a:extLst>
              </p:cNvPr>
              <p:cNvSpPr/>
              <p:nvPr/>
            </p:nvSpPr>
            <p:spPr>
              <a:xfrm>
                <a:off x="757550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115" name="Rectangle 7114">
                <a:extLst>
                  <a:ext uri="{FF2B5EF4-FFF2-40B4-BE49-F238E27FC236}">
                    <a16:creationId xmlns:a16="http://schemas.microsoft.com/office/drawing/2014/main" id="{C8C38007-7AE0-49F4-AA4F-ED66905690A4}"/>
                  </a:ext>
                </a:extLst>
              </p:cNvPr>
              <p:cNvSpPr/>
              <p:nvPr/>
            </p:nvSpPr>
            <p:spPr>
              <a:xfrm>
                <a:off x="577634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116" name="Rectangle 7115">
                <a:extLst>
                  <a:ext uri="{FF2B5EF4-FFF2-40B4-BE49-F238E27FC236}">
                    <a16:creationId xmlns:a16="http://schemas.microsoft.com/office/drawing/2014/main" id="{5A8361CA-680F-45F3-A21C-8BEEE02F34C3}"/>
                  </a:ext>
                </a:extLst>
              </p:cNvPr>
              <p:cNvSpPr/>
              <p:nvPr/>
            </p:nvSpPr>
            <p:spPr>
              <a:xfrm>
                <a:off x="937466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117" name="Rectangle 7116">
                <a:extLst>
                  <a:ext uri="{FF2B5EF4-FFF2-40B4-BE49-F238E27FC236}">
                    <a16:creationId xmlns:a16="http://schemas.microsoft.com/office/drawing/2014/main" id="{3C722730-A2DD-4CBE-B807-91549D72388A}"/>
                  </a:ext>
                </a:extLst>
              </p:cNvPr>
              <p:cNvSpPr/>
              <p:nvPr/>
            </p:nvSpPr>
            <p:spPr>
              <a:xfrm>
                <a:off x="1117298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118" name="Rectangle 7117">
                <a:extLst>
                  <a:ext uri="{FF2B5EF4-FFF2-40B4-BE49-F238E27FC236}">
                    <a16:creationId xmlns:a16="http://schemas.microsoft.com/office/drawing/2014/main" id="{4B63B2AA-AD7D-4206-AB24-8D005AC5273B}"/>
                  </a:ext>
                </a:extLst>
              </p:cNvPr>
              <p:cNvSpPr/>
              <p:nvPr/>
            </p:nvSpPr>
            <p:spPr>
              <a:xfrm>
                <a:off x="1297214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119" name="Rectangle 7118">
                <a:extLst>
                  <a:ext uri="{FF2B5EF4-FFF2-40B4-BE49-F238E27FC236}">
                    <a16:creationId xmlns:a16="http://schemas.microsoft.com/office/drawing/2014/main" id="{AA6F6B95-5E2C-4B16-9D85-A798791032F6}"/>
                  </a:ext>
                </a:extLst>
              </p:cNvPr>
              <p:cNvSpPr/>
              <p:nvPr/>
            </p:nvSpPr>
            <p:spPr>
              <a:xfrm>
                <a:off x="757466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120" name="Rectangle 7119">
                <a:extLst>
                  <a:ext uri="{FF2B5EF4-FFF2-40B4-BE49-F238E27FC236}">
                    <a16:creationId xmlns:a16="http://schemas.microsoft.com/office/drawing/2014/main" id="{F2D828FA-E322-4A76-B5BA-9F0DD3C3E38E}"/>
                  </a:ext>
                </a:extLst>
              </p:cNvPr>
              <p:cNvSpPr/>
              <p:nvPr/>
            </p:nvSpPr>
            <p:spPr>
              <a:xfrm>
                <a:off x="577550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121" name="Rectangle 7120">
                <a:extLst>
                  <a:ext uri="{FF2B5EF4-FFF2-40B4-BE49-F238E27FC236}">
                    <a16:creationId xmlns:a16="http://schemas.microsoft.com/office/drawing/2014/main" id="{E9E8AA24-7BE4-48CC-9651-A0C0BDCA86BB}"/>
                  </a:ext>
                </a:extLst>
              </p:cNvPr>
              <p:cNvSpPr/>
              <p:nvPr/>
            </p:nvSpPr>
            <p:spPr>
              <a:xfrm>
                <a:off x="937382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122" name="Rectangle 7121">
                <a:extLst>
                  <a:ext uri="{FF2B5EF4-FFF2-40B4-BE49-F238E27FC236}">
                    <a16:creationId xmlns:a16="http://schemas.microsoft.com/office/drawing/2014/main" id="{5AD14553-DFCB-41AC-914D-8BC53D83B4DB}"/>
                  </a:ext>
                </a:extLst>
              </p:cNvPr>
              <p:cNvSpPr/>
              <p:nvPr/>
            </p:nvSpPr>
            <p:spPr>
              <a:xfrm>
                <a:off x="1117214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123" name="Rectangle 7122">
                <a:extLst>
                  <a:ext uri="{FF2B5EF4-FFF2-40B4-BE49-F238E27FC236}">
                    <a16:creationId xmlns:a16="http://schemas.microsoft.com/office/drawing/2014/main" id="{A316032A-87F0-4502-BC7E-864A70483D67}"/>
                  </a:ext>
                </a:extLst>
              </p:cNvPr>
              <p:cNvSpPr/>
              <p:nvPr/>
            </p:nvSpPr>
            <p:spPr>
              <a:xfrm>
                <a:off x="1297130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124" name="Rectangle 7123">
                <a:extLst>
                  <a:ext uri="{FF2B5EF4-FFF2-40B4-BE49-F238E27FC236}">
                    <a16:creationId xmlns:a16="http://schemas.microsoft.com/office/drawing/2014/main" id="{8B04A37E-8D97-4B1D-948B-D23E208A7C8F}"/>
                  </a:ext>
                </a:extLst>
              </p:cNvPr>
              <p:cNvSpPr/>
              <p:nvPr/>
            </p:nvSpPr>
            <p:spPr>
              <a:xfrm>
                <a:off x="757382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125" name="Rectangle 7124">
                <a:extLst>
                  <a:ext uri="{FF2B5EF4-FFF2-40B4-BE49-F238E27FC236}">
                    <a16:creationId xmlns:a16="http://schemas.microsoft.com/office/drawing/2014/main" id="{4E2AC16B-51E1-41D7-850D-089913FA0710}"/>
                  </a:ext>
                </a:extLst>
              </p:cNvPr>
              <p:cNvSpPr/>
              <p:nvPr/>
            </p:nvSpPr>
            <p:spPr>
              <a:xfrm>
                <a:off x="577466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126" name="Rectangle 7125">
                <a:extLst>
                  <a:ext uri="{FF2B5EF4-FFF2-40B4-BE49-F238E27FC236}">
                    <a16:creationId xmlns:a16="http://schemas.microsoft.com/office/drawing/2014/main" id="{ABD2CAC0-2F5A-43BF-9285-075F799C766E}"/>
                  </a:ext>
                </a:extLst>
              </p:cNvPr>
              <p:cNvSpPr/>
              <p:nvPr/>
            </p:nvSpPr>
            <p:spPr>
              <a:xfrm>
                <a:off x="937298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127" name="Rectangle 7126">
                <a:extLst>
                  <a:ext uri="{FF2B5EF4-FFF2-40B4-BE49-F238E27FC236}">
                    <a16:creationId xmlns:a16="http://schemas.microsoft.com/office/drawing/2014/main" id="{999CE40A-43D1-483F-B106-A1856CAA9F04}"/>
                  </a:ext>
                </a:extLst>
              </p:cNvPr>
              <p:cNvSpPr/>
              <p:nvPr/>
            </p:nvSpPr>
            <p:spPr>
              <a:xfrm>
                <a:off x="1117130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128" name="Rectangle 7127">
                <a:extLst>
                  <a:ext uri="{FF2B5EF4-FFF2-40B4-BE49-F238E27FC236}">
                    <a16:creationId xmlns:a16="http://schemas.microsoft.com/office/drawing/2014/main" id="{C0F37D39-5B1E-4FAC-B92D-81898ED4650F}"/>
                  </a:ext>
                </a:extLst>
              </p:cNvPr>
              <p:cNvSpPr/>
              <p:nvPr/>
            </p:nvSpPr>
            <p:spPr>
              <a:xfrm>
                <a:off x="1297046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129" name="Rectangle 7128">
                <a:extLst>
                  <a:ext uri="{FF2B5EF4-FFF2-40B4-BE49-F238E27FC236}">
                    <a16:creationId xmlns:a16="http://schemas.microsoft.com/office/drawing/2014/main" id="{9484DA9C-513E-45E5-8E6A-11E52AC4CEC4}"/>
                  </a:ext>
                </a:extLst>
              </p:cNvPr>
              <p:cNvSpPr/>
              <p:nvPr/>
            </p:nvSpPr>
            <p:spPr>
              <a:xfrm>
                <a:off x="577340" y="167393"/>
                <a:ext cx="900000" cy="974051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3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</p:grpSp>
      </p:grpSp>
      <p:grpSp>
        <p:nvGrpSpPr>
          <p:cNvPr id="7416" name="Groupe 7415"/>
          <p:cNvGrpSpPr/>
          <p:nvPr userDrawn="1"/>
        </p:nvGrpSpPr>
        <p:grpSpPr>
          <a:xfrm>
            <a:off x="778021" y="2984296"/>
            <a:ext cx="10793490" cy="900000"/>
            <a:chOff x="577340" y="118070"/>
            <a:chExt cx="10793490" cy="979831"/>
          </a:xfrm>
        </p:grpSpPr>
        <p:grpSp>
          <p:nvGrpSpPr>
            <p:cNvPr id="7417" name="Groupe 7416"/>
            <p:cNvGrpSpPr/>
            <p:nvPr userDrawn="1"/>
          </p:nvGrpSpPr>
          <p:grpSpPr>
            <a:xfrm>
              <a:off x="577340" y="122885"/>
              <a:ext cx="900000" cy="975016"/>
              <a:chOff x="577340" y="166428"/>
              <a:chExt cx="900000" cy="975016"/>
            </a:xfrm>
          </p:grpSpPr>
          <p:sp>
            <p:nvSpPr>
              <p:cNvPr id="7715" name="Rectangle 7714">
                <a:extLst>
                  <a:ext uri="{FF2B5EF4-FFF2-40B4-BE49-F238E27FC236}">
                    <a16:creationId xmlns:a16="http://schemas.microsoft.com/office/drawing/2014/main" id="{2072BB47-84CB-47FD-8A25-43491CA83C8F}"/>
                  </a:ext>
                </a:extLst>
              </p:cNvPr>
              <p:cNvSpPr/>
              <p:nvPr/>
            </p:nvSpPr>
            <p:spPr>
              <a:xfrm>
                <a:off x="757550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716" name="Rectangle 7715">
                <a:extLst>
                  <a:ext uri="{FF2B5EF4-FFF2-40B4-BE49-F238E27FC236}">
                    <a16:creationId xmlns:a16="http://schemas.microsoft.com/office/drawing/2014/main" id="{FD392A82-503D-4B66-9AF9-9E65B8C12603}"/>
                  </a:ext>
                </a:extLst>
              </p:cNvPr>
              <p:cNvSpPr/>
              <p:nvPr/>
            </p:nvSpPr>
            <p:spPr>
              <a:xfrm>
                <a:off x="577634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717" name="Rectangle 7716">
                <a:extLst>
                  <a:ext uri="{FF2B5EF4-FFF2-40B4-BE49-F238E27FC236}">
                    <a16:creationId xmlns:a16="http://schemas.microsoft.com/office/drawing/2014/main" id="{E8131C02-69AB-405B-82D1-978E3C621405}"/>
                  </a:ext>
                </a:extLst>
              </p:cNvPr>
              <p:cNvSpPr/>
              <p:nvPr/>
            </p:nvSpPr>
            <p:spPr>
              <a:xfrm>
                <a:off x="937466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718" name="Rectangle 7717">
                <a:extLst>
                  <a:ext uri="{FF2B5EF4-FFF2-40B4-BE49-F238E27FC236}">
                    <a16:creationId xmlns:a16="http://schemas.microsoft.com/office/drawing/2014/main" id="{F369E73F-6F1E-4CCA-9F58-1EF6C7EB008B}"/>
                  </a:ext>
                </a:extLst>
              </p:cNvPr>
              <p:cNvSpPr/>
              <p:nvPr/>
            </p:nvSpPr>
            <p:spPr>
              <a:xfrm>
                <a:off x="1117298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719" name="Rectangle 7718">
                <a:extLst>
                  <a:ext uri="{FF2B5EF4-FFF2-40B4-BE49-F238E27FC236}">
                    <a16:creationId xmlns:a16="http://schemas.microsoft.com/office/drawing/2014/main" id="{E4D8B003-AF02-4D34-8F85-57B55CDD3871}"/>
                  </a:ext>
                </a:extLst>
              </p:cNvPr>
              <p:cNvSpPr/>
              <p:nvPr/>
            </p:nvSpPr>
            <p:spPr>
              <a:xfrm>
                <a:off x="1297214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720" name="Rectangle 7719">
                <a:extLst>
                  <a:ext uri="{FF2B5EF4-FFF2-40B4-BE49-F238E27FC236}">
                    <a16:creationId xmlns:a16="http://schemas.microsoft.com/office/drawing/2014/main" id="{14BBDF8A-4682-45D3-ABAD-64B00A4ED731}"/>
                  </a:ext>
                </a:extLst>
              </p:cNvPr>
              <p:cNvSpPr/>
              <p:nvPr/>
            </p:nvSpPr>
            <p:spPr>
              <a:xfrm>
                <a:off x="757466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721" name="Rectangle 7720">
                <a:extLst>
                  <a:ext uri="{FF2B5EF4-FFF2-40B4-BE49-F238E27FC236}">
                    <a16:creationId xmlns:a16="http://schemas.microsoft.com/office/drawing/2014/main" id="{C13E0C4B-1D4F-471E-A5AD-E4BC58BB3024}"/>
                  </a:ext>
                </a:extLst>
              </p:cNvPr>
              <p:cNvSpPr/>
              <p:nvPr/>
            </p:nvSpPr>
            <p:spPr>
              <a:xfrm>
                <a:off x="577550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722" name="Rectangle 7721">
                <a:extLst>
                  <a:ext uri="{FF2B5EF4-FFF2-40B4-BE49-F238E27FC236}">
                    <a16:creationId xmlns:a16="http://schemas.microsoft.com/office/drawing/2014/main" id="{1E8CE2AB-2430-43FD-88E9-634F132AAB31}"/>
                  </a:ext>
                </a:extLst>
              </p:cNvPr>
              <p:cNvSpPr/>
              <p:nvPr/>
            </p:nvSpPr>
            <p:spPr>
              <a:xfrm>
                <a:off x="937382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723" name="Rectangle 7722">
                <a:extLst>
                  <a:ext uri="{FF2B5EF4-FFF2-40B4-BE49-F238E27FC236}">
                    <a16:creationId xmlns:a16="http://schemas.microsoft.com/office/drawing/2014/main" id="{9E64BB36-121D-45B5-AE9E-04F22BB2C216}"/>
                  </a:ext>
                </a:extLst>
              </p:cNvPr>
              <p:cNvSpPr/>
              <p:nvPr/>
            </p:nvSpPr>
            <p:spPr>
              <a:xfrm>
                <a:off x="1117214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724" name="Rectangle 7723">
                <a:extLst>
                  <a:ext uri="{FF2B5EF4-FFF2-40B4-BE49-F238E27FC236}">
                    <a16:creationId xmlns:a16="http://schemas.microsoft.com/office/drawing/2014/main" id="{13321878-5F07-4A14-B23A-57FA538E97B3}"/>
                  </a:ext>
                </a:extLst>
              </p:cNvPr>
              <p:cNvSpPr/>
              <p:nvPr/>
            </p:nvSpPr>
            <p:spPr>
              <a:xfrm>
                <a:off x="1297130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725" name="Rectangle 7724">
                <a:extLst>
                  <a:ext uri="{FF2B5EF4-FFF2-40B4-BE49-F238E27FC236}">
                    <a16:creationId xmlns:a16="http://schemas.microsoft.com/office/drawing/2014/main" id="{3E8B26BB-C162-4CAF-8919-EF4839B4A043}"/>
                  </a:ext>
                </a:extLst>
              </p:cNvPr>
              <p:cNvSpPr/>
              <p:nvPr/>
            </p:nvSpPr>
            <p:spPr>
              <a:xfrm>
                <a:off x="757550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726" name="Rectangle 7725">
                <a:extLst>
                  <a:ext uri="{FF2B5EF4-FFF2-40B4-BE49-F238E27FC236}">
                    <a16:creationId xmlns:a16="http://schemas.microsoft.com/office/drawing/2014/main" id="{C8C38007-7AE0-49F4-AA4F-ED66905690A4}"/>
                  </a:ext>
                </a:extLst>
              </p:cNvPr>
              <p:cNvSpPr/>
              <p:nvPr/>
            </p:nvSpPr>
            <p:spPr>
              <a:xfrm>
                <a:off x="577634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727" name="Rectangle 7726">
                <a:extLst>
                  <a:ext uri="{FF2B5EF4-FFF2-40B4-BE49-F238E27FC236}">
                    <a16:creationId xmlns:a16="http://schemas.microsoft.com/office/drawing/2014/main" id="{5A8361CA-680F-45F3-A21C-8BEEE02F34C3}"/>
                  </a:ext>
                </a:extLst>
              </p:cNvPr>
              <p:cNvSpPr/>
              <p:nvPr/>
            </p:nvSpPr>
            <p:spPr>
              <a:xfrm>
                <a:off x="937466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728" name="Rectangle 7727">
                <a:extLst>
                  <a:ext uri="{FF2B5EF4-FFF2-40B4-BE49-F238E27FC236}">
                    <a16:creationId xmlns:a16="http://schemas.microsoft.com/office/drawing/2014/main" id="{3C722730-A2DD-4CBE-B807-91549D72388A}"/>
                  </a:ext>
                </a:extLst>
              </p:cNvPr>
              <p:cNvSpPr/>
              <p:nvPr/>
            </p:nvSpPr>
            <p:spPr>
              <a:xfrm>
                <a:off x="1117298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729" name="Rectangle 7728">
                <a:extLst>
                  <a:ext uri="{FF2B5EF4-FFF2-40B4-BE49-F238E27FC236}">
                    <a16:creationId xmlns:a16="http://schemas.microsoft.com/office/drawing/2014/main" id="{4B63B2AA-AD7D-4206-AB24-8D005AC5273B}"/>
                  </a:ext>
                </a:extLst>
              </p:cNvPr>
              <p:cNvSpPr/>
              <p:nvPr/>
            </p:nvSpPr>
            <p:spPr>
              <a:xfrm>
                <a:off x="1297214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730" name="Rectangle 7729">
                <a:extLst>
                  <a:ext uri="{FF2B5EF4-FFF2-40B4-BE49-F238E27FC236}">
                    <a16:creationId xmlns:a16="http://schemas.microsoft.com/office/drawing/2014/main" id="{AA6F6B95-5E2C-4B16-9D85-A798791032F6}"/>
                  </a:ext>
                </a:extLst>
              </p:cNvPr>
              <p:cNvSpPr/>
              <p:nvPr/>
            </p:nvSpPr>
            <p:spPr>
              <a:xfrm>
                <a:off x="757466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731" name="Rectangle 7730">
                <a:extLst>
                  <a:ext uri="{FF2B5EF4-FFF2-40B4-BE49-F238E27FC236}">
                    <a16:creationId xmlns:a16="http://schemas.microsoft.com/office/drawing/2014/main" id="{F2D828FA-E322-4A76-B5BA-9F0DD3C3E38E}"/>
                  </a:ext>
                </a:extLst>
              </p:cNvPr>
              <p:cNvSpPr/>
              <p:nvPr/>
            </p:nvSpPr>
            <p:spPr>
              <a:xfrm>
                <a:off x="577550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732" name="Rectangle 7731">
                <a:extLst>
                  <a:ext uri="{FF2B5EF4-FFF2-40B4-BE49-F238E27FC236}">
                    <a16:creationId xmlns:a16="http://schemas.microsoft.com/office/drawing/2014/main" id="{E9E8AA24-7BE4-48CC-9651-A0C0BDCA86BB}"/>
                  </a:ext>
                </a:extLst>
              </p:cNvPr>
              <p:cNvSpPr/>
              <p:nvPr/>
            </p:nvSpPr>
            <p:spPr>
              <a:xfrm>
                <a:off x="937382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733" name="Rectangle 7732">
                <a:extLst>
                  <a:ext uri="{FF2B5EF4-FFF2-40B4-BE49-F238E27FC236}">
                    <a16:creationId xmlns:a16="http://schemas.microsoft.com/office/drawing/2014/main" id="{5AD14553-DFCB-41AC-914D-8BC53D83B4DB}"/>
                  </a:ext>
                </a:extLst>
              </p:cNvPr>
              <p:cNvSpPr/>
              <p:nvPr/>
            </p:nvSpPr>
            <p:spPr>
              <a:xfrm>
                <a:off x="1117214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734" name="Rectangle 7733">
                <a:extLst>
                  <a:ext uri="{FF2B5EF4-FFF2-40B4-BE49-F238E27FC236}">
                    <a16:creationId xmlns:a16="http://schemas.microsoft.com/office/drawing/2014/main" id="{A316032A-87F0-4502-BC7E-864A70483D67}"/>
                  </a:ext>
                </a:extLst>
              </p:cNvPr>
              <p:cNvSpPr/>
              <p:nvPr/>
            </p:nvSpPr>
            <p:spPr>
              <a:xfrm>
                <a:off x="1297130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735" name="Rectangle 7734">
                <a:extLst>
                  <a:ext uri="{FF2B5EF4-FFF2-40B4-BE49-F238E27FC236}">
                    <a16:creationId xmlns:a16="http://schemas.microsoft.com/office/drawing/2014/main" id="{8B04A37E-8D97-4B1D-948B-D23E208A7C8F}"/>
                  </a:ext>
                </a:extLst>
              </p:cNvPr>
              <p:cNvSpPr/>
              <p:nvPr/>
            </p:nvSpPr>
            <p:spPr>
              <a:xfrm>
                <a:off x="757382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736" name="Rectangle 7735">
                <a:extLst>
                  <a:ext uri="{FF2B5EF4-FFF2-40B4-BE49-F238E27FC236}">
                    <a16:creationId xmlns:a16="http://schemas.microsoft.com/office/drawing/2014/main" id="{4E2AC16B-51E1-41D7-850D-089913FA0710}"/>
                  </a:ext>
                </a:extLst>
              </p:cNvPr>
              <p:cNvSpPr/>
              <p:nvPr/>
            </p:nvSpPr>
            <p:spPr>
              <a:xfrm>
                <a:off x="577466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737" name="Rectangle 7736">
                <a:extLst>
                  <a:ext uri="{FF2B5EF4-FFF2-40B4-BE49-F238E27FC236}">
                    <a16:creationId xmlns:a16="http://schemas.microsoft.com/office/drawing/2014/main" id="{ABD2CAC0-2F5A-43BF-9285-075F799C766E}"/>
                  </a:ext>
                </a:extLst>
              </p:cNvPr>
              <p:cNvSpPr/>
              <p:nvPr/>
            </p:nvSpPr>
            <p:spPr>
              <a:xfrm>
                <a:off x="937298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738" name="Rectangle 7737">
                <a:extLst>
                  <a:ext uri="{FF2B5EF4-FFF2-40B4-BE49-F238E27FC236}">
                    <a16:creationId xmlns:a16="http://schemas.microsoft.com/office/drawing/2014/main" id="{999CE40A-43D1-483F-B106-A1856CAA9F04}"/>
                  </a:ext>
                </a:extLst>
              </p:cNvPr>
              <p:cNvSpPr/>
              <p:nvPr/>
            </p:nvSpPr>
            <p:spPr>
              <a:xfrm>
                <a:off x="1117130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739" name="Rectangle 7738">
                <a:extLst>
                  <a:ext uri="{FF2B5EF4-FFF2-40B4-BE49-F238E27FC236}">
                    <a16:creationId xmlns:a16="http://schemas.microsoft.com/office/drawing/2014/main" id="{C0F37D39-5B1E-4FAC-B92D-81898ED4650F}"/>
                  </a:ext>
                </a:extLst>
              </p:cNvPr>
              <p:cNvSpPr/>
              <p:nvPr/>
            </p:nvSpPr>
            <p:spPr>
              <a:xfrm>
                <a:off x="1297046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740" name="Rectangle 7739">
                <a:extLst>
                  <a:ext uri="{FF2B5EF4-FFF2-40B4-BE49-F238E27FC236}">
                    <a16:creationId xmlns:a16="http://schemas.microsoft.com/office/drawing/2014/main" id="{9484DA9C-513E-45E5-8E6A-11E52AC4CEC4}"/>
                  </a:ext>
                </a:extLst>
              </p:cNvPr>
              <p:cNvSpPr/>
              <p:nvPr/>
            </p:nvSpPr>
            <p:spPr>
              <a:xfrm>
                <a:off x="577340" y="167393"/>
                <a:ext cx="900000" cy="974051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3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</p:grpSp>
        <p:grpSp>
          <p:nvGrpSpPr>
            <p:cNvPr id="7418" name="Groupe 7417"/>
            <p:cNvGrpSpPr/>
            <p:nvPr userDrawn="1"/>
          </p:nvGrpSpPr>
          <p:grpSpPr>
            <a:xfrm>
              <a:off x="1476794" y="121922"/>
              <a:ext cx="900000" cy="975016"/>
              <a:chOff x="577340" y="166428"/>
              <a:chExt cx="900000" cy="975016"/>
            </a:xfrm>
          </p:grpSpPr>
          <p:sp>
            <p:nvSpPr>
              <p:cNvPr id="7689" name="Rectangle 7688">
                <a:extLst>
                  <a:ext uri="{FF2B5EF4-FFF2-40B4-BE49-F238E27FC236}">
                    <a16:creationId xmlns:a16="http://schemas.microsoft.com/office/drawing/2014/main" id="{2072BB47-84CB-47FD-8A25-43491CA83C8F}"/>
                  </a:ext>
                </a:extLst>
              </p:cNvPr>
              <p:cNvSpPr/>
              <p:nvPr/>
            </p:nvSpPr>
            <p:spPr>
              <a:xfrm>
                <a:off x="757550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690" name="Rectangle 7689">
                <a:extLst>
                  <a:ext uri="{FF2B5EF4-FFF2-40B4-BE49-F238E27FC236}">
                    <a16:creationId xmlns:a16="http://schemas.microsoft.com/office/drawing/2014/main" id="{FD392A82-503D-4B66-9AF9-9E65B8C12603}"/>
                  </a:ext>
                </a:extLst>
              </p:cNvPr>
              <p:cNvSpPr/>
              <p:nvPr/>
            </p:nvSpPr>
            <p:spPr>
              <a:xfrm>
                <a:off x="577634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691" name="Rectangle 7690">
                <a:extLst>
                  <a:ext uri="{FF2B5EF4-FFF2-40B4-BE49-F238E27FC236}">
                    <a16:creationId xmlns:a16="http://schemas.microsoft.com/office/drawing/2014/main" id="{E8131C02-69AB-405B-82D1-978E3C621405}"/>
                  </a:ext>
                </a:extLst>
              </p:cNvPr>
              <p:cNvSpPr/>
              <p:nvPr/>
            </p:nvSpPr>
            <p:spPr>
              <a:xfrm>
                <a:off x="937466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692" name="Rectangle 7691">
                <a:extLst>
                  <a:ext uri="{FF2B5EF4-FFF2-40B4-BE49-F238E27FC236}">
                    <a16:creationId xmlns:a16="http://schemas.microsoft.com/office/drawing/2014/main" id="{F369E73F-6F1E-4CCA-9F58-1EF6C7EB008B}"/>
                  </a:ext>
                </a:extLst>
              </p:cNvPr>
              <p:cNvSpPr/>
              <p:nvPr/>
            </p:nvSpPr>
            <p:spPr>
              <a:xfrm>
                <a:off x="1117298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693" name="Rectangle 7692">
                <a:extLst>
                  <a:ext uri="{FF2B5EF4-FFF2-40B4-BE49-F238E27FC236}">
                    <a16:creationId xmlns:a16="http://schemas.microsoft.com/office/drawing/2014/main" id="{E4D8B003-AF02-4D34-8F85-57B55CDD3871}"/>
                  </a:ext>
                </a:extLst>
              </p:cNvPr>
              <p:cNvSpPr/>
              <p:nvPr/>
            </p:nvSpPr>
            <p:spPr>
              <a:xfrm>
                <a:off x="1297214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694" name="Rectangle 7693">
                <a:extLst>
                  <a:ext uri="{FF2B5EF4-FFF2-40B4-BE49-F238E27FC236}">
                    <a16:creationId xmlns:a16="http://schemas.microsoft.com/office/drawing/2014/main" id="{14BBDF8A-4682-45D3-ABAD-64B00A4ED731}"/>
                  </a:ext>
                </a:extLst>
              </p:cNvPr>
              <p:cNvSpPr/>
              <p:nvPr/>
            </p:nvSpPr>
            <p:spPr>
              <a:xfrm>
                <a:off x="757466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695" name="Rectangle 7694">
                <a:extLst>
                  <a:ext uri="{FF2B5EF4-FFF2-40B4-BE49-F238E27FC236}">
                    <a16:creationId xmlns:a16="http://schemas.microsoft.com/office/drawing/2014/main" id="{C13E0C4B-1D4F-471E-A5AD-E4BC58BB3024}"/>
                  </a:ext>
                </a:extLst>
              </p:cNvPr>
              <p:cNvSpPr/>
              <p:nvPr/>
            </p:nvSpPr>
            <p:spPr>
              <a:xfrm>
                <a:off x="577550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696" name="Rectangle 7695">
                <a:extLst>
                  <a:ext uri="{FF2B5EF4-FFF2-40B4-BE49-F238E27FC236}">
                    <a16:creationId xmlns:a16="http://schemas.microsoft.com/office/drawing/2014/main" id="{1E8CE2AB-2430-43FD-88E9-634F132AAB31}"/>
                  </a:ext>
                </a:extLst>
              </p:cNvPr>
              <p:cNvSpPr/>
              <p:nvPr/>
            </p:nvSpPr>
            <p:spPr>
              <a:xfrm>
                <a:off x="937382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697" name="Rectangle 7696">
                <a:extLst>
                  <a:ext uri="{FF2B5EF4-FFF2-40B4-BE49-F238E27FC236}">
                    <a16:creationId xmlns:a16="http://schemas.microsoft.com/office/drawing/2014/main" id="{9E64BB36-121D-45B5-AE9E-04F22BB2C216}"/>
                  </a:ext>
                </a:extLst>
              </p:cNvPr>
              <p:cNvSpPr/>
              <p:nvPr/>
            </p:nvSpPr>
            <p:spPr>
              <a:xfrm>
                <a:off x="1117214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698" name="Rectangle 7697">
                <a:extLst>
                  <a:ext uri="{FF2B5EF4-FFF2-40B4-BE49-F238E27FC236}">
                    <a16:creationId xmlns:a16="http://schemas.microsoft.com/office/drawing/2014/main" id="{13321878-5F07-4A14-B23A-57FA538E97B3}"/>
                  </a:ext>
                </a:extLst>
              </p:cNvPr>
              <p:cNvSpPr/>
              <p:nvPr/>
            </p:nvSpPr>
            <p:spPr>
              <a:xfrm>
                <a:off x="1297130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699" name="Rectangle 7698">
                <a:extLst>
                  <a:ext uri="{FF2B5EF4-FFF2-40B4-BE49-F238E27FC236}">
                    <a16:creationId xmlns:a16="http://schemas.microsoft.com/office/drawing/2014/main" id="{3E8B26BB-C162-4CAF-8919-EF4839B4A043}"/>
                  </a:ext>
                </a:extLst>
              </p:cNvPr>
              <p:cNvSpPr/>
              <p:nvPr/>
            </p:nvSpPr>
            <p:spPr>
              <a:xfrm>
                <a:off x="757550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700" name="Rectangle 7699">
                <a:extLst>
                  <a:ext uri="{FF2B5EF4-FFF2-40B4-BE49-F238E27FC236}">
                    <a16:creationId xmlns:a16="http://schemas.microsoft.com/office/drawing/2014/main" id="{C8C38007-7AE0-49F4-AA4F-ED66905690A4}"/>
                  </a:ext>
                </a:extLst>
              </p:cNvPr>
              <p:cNvSpPr/>
              <p:nvPr/>
            </p:nvSpPr>
            <p:spPr>
              <a:xfrm>
                <a:off x="577634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701" name="Rectangle 7700">
                <a:extLst>
                  <a:ext uri="{FF2B5EF4-FFF2-40B4-BE49-F238E27FC236}">
                    <a16:creationId xmlns:a16="http://schemas.microsoft.com/office/drawing/2014/main" id="{5A8361CA-680F-45F3-A21C-8BEEE02F34C3}"/>
                  </a:ext>
                </a:extLst>
              </p:cNvPr>
              <p:cNvSpPr/>
              <p:nvPr/>
            </p:nvSpPr>
            <p:spPr>
              <a:xfrm>
                <a:off x="937466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702" name="Rectangle 7701">
                <a:extLst>
                  <a:ext uri="{FF2B5EF4-FFF2-40B4-BE49-F238E27FC236}">
                    <a16:creationId xmlns:a16="http://schemas.microsoft.com/office/drawing/2014/main" id="{3C722730-A2DD-4CBE-B807-91549D72388A}"/>
                  </a:ext>
                </a:extLst>
              </p:cNvPr>
              <p:cNvSpPr/>
              <p:nvPr/>
            </p:nvSpPr>
            <p:spPr>
              <a:xfrm>
                <a:off x="1117298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703" name="Rectangle 7702">
                <a:extLst>
                  <a:ext uri="{FF2B5EF4-FFF2-40B4-BE49-F238E27FC236}">
                    <a16:creationId xmlns:a16="http://schemas.microsoft.com/office/drawing/2014/main" id="{4B63B2AA-AD7D-4206-AB24-8D005AC5273B}"/>
                  </a:ext>
                </a:extLst>
              </p:cNvPr>
              <p:cNvSpPr/>
              <p:nvPr/>
            </p:nvSpPr>
            <p:spPr>
              <a:xfrm>
                <a:off x="1297214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704" name="Rectangle 7703">
                <a:extLst>
                  <a:ext uri="{FF2B5EF4-FFF2-40B4-BE49-F238E27FC236}">
                    <a16:creationId xmlns:a16="http://schemas.microsoft.com/office/drawing/2014/main" id="{AA6F6B95-5E2C-4B16-9D85-A798791032F6}"/>
                  </a:ext>
                </a:extLst>
              </p:cNvPr>
              <p:cNvSpPr/>
              <p:nvPr/>
            </p:nvSpPr>
            <p:spPr>
              <a:xfrm>
                <a:off x="757466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705" name="Rectangle 7704">
                <a:extLst>
                  <a:ext uri="{FF2B5EF4-FFF2-40B4-BE49-F238E27FC236}">
                    <a16:creationId xmlns:a16="http://schemas.microsoft.com/office/drawing/2014/main" id="{F2D828FA-E322-4A76-B5BA-9F0DD3C3E38E}"/>
                  </a:ext>
                </a:extLst>
              </p:cNvPr>
              <p:cNvSpPr/>
              <p:nvPr/>
            </p:nvSpPr>
            <p:spPr>
              <a:xfrm>
                <a:off x="577550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706" name="Rectangle 7705">
                <a:extLst>
                  <a:ext uri="{FF2B5EF4-FFF2-40B4-BE49-F238E27FC236}">
                    <a16:creationId xmlns:a16="http://schemas.microsoft.com/office/drawing/2014/main" id="{E9E8AA24-7BE4-48CC-9651-A0C0BDCA86BB}"/>
                  </a:ext>
                </a:extLst>
              </p:cNvPr>
              <p:cNvSpPr/>
              <p:nvPr/>
            </p:nvSpPr>
            <p:spPr>
              <a:xfrm>
                <a:off x="937382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707" name="Rectangle 7706">
                <a:extLst>
                  <a:ext uri="{FF2B5EF4-FFF2-40B4-BE49-F238E27FC236}">
                    <a16:creationId xmlns:a16="http://schemas.microsoft.com/office/drawing/2014/main" id="{5AD14553-DFCB-41AC-914D-8BC53D83B4DB}"/>
                  </a:ext>
                </a:extLst>
              </p:cNvPr>
              <p:cNvSpPr/>
              <p:nvPr/>
            </p:nvSpPr>
            <p:spPr>
              <a:xfrm>
                <a:off x="1117214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708" name="Rectangle 7707">
                <a:extLst>
                  <a:ext uri="{FF2B5EF4-FFF2-40B4-BE49-F238E27FC236}">
                    <a16:creationId xmlns:a16="http://schemas.microsoft.com/office/drawing/2014/main" id="{A316032A-87F0-4502-BC7E-864A70483D67}"/>
                  </a:ext>
                </a:extLst>
              </p:cNvPr>
              <p:cNvSpPr/>
              <p:nvPr/>
            </p:nvSpPr>
            <p:spPr>
              <a:xfrm>
                <a:off x="1297130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709" name="Rectangle 7708">
                <a:extLst>
                  <a:ext uri="{FF2B5EF4-FFF2-40B4-BE49-F238E27FC236}">
                    <a16:creationId xmlns:a16="http://schemas.microsoft.com/office/drawing/2014/main" id="{8B04A37E-8D97-4B1D-948B-D23E208A7C8F}"/>
                  </a:ext>
                </a:extLst>
              </p:cNvPr>
              <p:cNvSpPr/>
              <p:nvPr/>
            </p:nvSpPr>
            <p:spPr>
              <a:xfrm>
                <a:off x="757382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710" name="Rectangle 7709">
                <a:extLst>
                  <a:ext uri="{FF2B5EF4-FFF2-40B4-BE49-F238E27FC236}">
                    <a16:creationId xmlns:a16="http://schemas.microsoft.com/office/drawing/2014/main" id="{4E2AC16B-51E1-41D7-850D-089913FA0710}"/>
                  </a:ext>
                </a:extLst>
              </p:cNvPr>
              <p:cNvSpPr/>
              <p:nvPr/>
            </p:nvSpPr>
            <p:spPr>
              <a:xfrm>
                <a:off x="577466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711" name="Rectangle 7710">
                <a:extLst>
                  <a:ext uri="{FF2B5EF4-FFF2-40B4-BE49-F238E27FC236}">
                    <a16:creationId xmlns:a16="http://schemas.microsoft.com/office/drawing/2014/main" id="{ABD2CAC0-2F5A-43BF-9285-075F799C766E}"/>
                  </a:ext>
                </a:extLst>
              </p:cNvPr>
              <p:cNvSpPr/>
              <p:nvPr/>
            </p:nvSpPr>
            <p:spPr>
              <a:xfrm>
                <a:off x="937298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712" name="Rectangle 7711">
                <a:extLst>
                  <a:ext uri="{FF2B5EF4-FFF2-40B4-BE49-F238E27FC236}">
                    <a16:creationId xmlns:a16="http://schemas.microsoft.com/office/drawing/2014/main" id="{999CE40A-43D1-483F-B106-A1856CAA9F04}"/>
                  </a:ext>
                </a:extLst>
              </p:cNvPr>
              <p:cNvSpPr/>
              <p:nvPr/>
            </p:nvSpPr>
            <p:spPr>
              <a:xfrm>
                <a:off x="1117130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713" name="Rectangle 7712">
                <a:extLst>
                  <a:ext uri="{FF2B5EF4-FFF2-40B4-BE49-F238E27FC236}">
                    <a16:creationId xmlns:a16="http://schemas.microsoft.com/office/drawing/2014/main" id="{C0F37D39-5B1E-4FAC-B92D-81898ED4650F}"/>
                  </a:ext>
                </a:extLst>
              </p:cNvPr>
              <p:cNvSpPr/>
              <p:nvPr/>
            </p:nvSpPr>
            <p:spPr>
              <a:xfrm>
                <a:off x="1297046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714" name="Rectangle 7713">
                <a:extLst>
                  <a:ext uri="{FF2B5EF4-FFF2-40B4-BE49-F238E27FC236}">
                    <a16:creationId xmlns:a16="http://schemas.microsoft.com/office/drawing/2014/main" id="{9484DA9C-513E-45E5-8E6A-11E52AC4CEC4}"/>
                  </a:ext>
                </a:extLst>
              </p:cNvPr>
              <p:cNvSpPr/>
              <p:nvPr/>
            </p:nvSpPr>
            <p:spPr>
              <a:xfrm>
                <a:off x="577340" y="167393"/>
                <a:ext cx="900000" cy="974051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3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</p:grpSp>
        <p:grpSp>
          <p:nvGrpSpPr>
            <p:cNvPr id="7419" name="Groupe 7418"/>
            <p:cNvGrpSpPr/>
            <p:nvPr userDrawn="1"/>
          </p:nvGrpSpPr>
          <p:grpSpPr>
            <a:xfrm>
              <a:off x="2376164" y="121922"/>
              <a:ext cx="900000" cy="975016"/>
              <a:chOff x="577340" y="166428"/>
              <a:chExt cx="900000" cy="975016"/>
            </a:xfrm>
          </p:grpSpPr>
          <p:sp>
            <p:nvSpPr>
              <p:cNvPr id="7663" name="Rectangle 7662">
                <a:extLst>
                  <a:ext uri="{FF2B5EF4-FFF2-40B4-BE49-F238E27FC236}">
                    <a16:creationId xmlns:a16="http://schemas.microsoft.com/office/drawing/2014/main" id="{2072BB47-84CB-47FD-8A25-43491CA83C8F}"/>
                  </a:ext>
                </a:extLst>
              </p:cNvPr>
              <p:cNvSpPr/>
              <p:nvPr/>
            </p:nvSpPr>
            <p:spPr>
              <a:xfrm>
                <a:off x="757550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664" name="Rectangle 7663">
                <a:extLst>
                  <a:ext uri="{FF2B5EF4-FFF2-40B4-BE49-F238E27FC236}">
                    <a16:creationId xmlns:a16="http://schemas.microsoft.com/office/drawing/2014/main" id="{FD392A82-503D-4B66-9AF9-9E65B8C12603}"/>
                  </a:ext>
                </a:extLst>
              </p:cNvPr>
              <p:cNvSpPr/>
              <p:nvPr/>
            </p:nvSpPr>
            <p:spPr>
              <a:xfrm>
                <a:off x="577634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665" name="Rectangle 7664">
                <a:extLst>
                  <a:ext uri="{FF2B5EF4-FFF2-40B4-BE49-F238E27FC236}">
                    <a16:creationId xmlns:a16="http://schemas.microsoft.com/office/drawing/2014/main" id="{E8131C02-69AB-405B-82D1-978E3C621405}"/>
                  </a:ext>
                </a:extLst>
              </p:cNvPr>
              <p:cNvSpPr/>
              <p:nvPr/>
            </p:nvSpPr>
            <p:spPr>
              <a:xfrm>
                <a:off x="937466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666" name="Rectangle 7665">
                <a:extLst>
                  <a:ext uri="{FF2B5EF4-FFF2-40B4-BE49-F238E27FC236}">
                    <a16:creationId xmlns:a16="http://schemas.microsoft.com/office/drawing/2014/main" id="{F369E73F-6F1E-4CCA-9F58-1EF6C7EB008B}"/>
                  </a:ext>
                </a:extLst>
              </p:cNvPr>
              <p:cNvSpPr/>
              <p:nvPr/>
            </p:nvSpPr>
            <p:spPr>
              <a:xfrm>
                <a:off x="1117298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667" name="Rectangle 7666">
                <a:extLst>
                  <a:ext uri="{FF2B5EF4-FFF2-40B4-BE49-F238E27FC236}">
                    <a16:creationId xmlns:a16="http://schemas.microsoft.com/office/drawing/2014/main" id="{E4D8B003-AF02-4D34-8F85-57B55CDD3871}"/>
                  </a:ext>
                </a:extLst>
              </p:cNvPr>
              <p:cNvSpPr/>
              <p:nvPr/>
            </p:nvSpPr>
            <p:spPr>
              <a:xfrm>
                <a:off x="1297214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668" name="Rectangle 7667">
                <a:extLst>
                  <a:ext uri="{FF2B5EF4-FFF2-40B4-BE49-F238E27FC236}">
                    <a16:creationId xmlns:a16="http://schemas.microsoft.com/office/drawing/2014/main" id="{14BBDF8A-4682-45D3-ABAD-64B00A4ED731}"/>
                  </a:ext>
                </a:extLst>
              </p:cNvPr>
              <p:cNvSpPr/>
              <p:nvPr/>
            </p:nvSpPr>
            <p:spPr>
              <a:xfrm>
                <a:off x="757466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669" name="Rectangle 7668">
                <a:extLst>
                  <a:ext uri="{FF2B5EF4-FFF2-40B4-BE49-F238E27FC236}">
                    <a16:creationId xmlns:a16="http://schemas.microsoft.com/office/drawing/2014/main" id="{C13E0C4B-1D4F-471E-A5AD-E4BC58BB3024}"/>
                  </a:ext>
                </a:extLst>
              </p:cNvPr>
              <p:cNvSpPr/>
              <p:nvPr/>
            </p:nvSpPr>
            <p:spPr>
              <a:xfrm>
                <a:off x="577550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670" name="Rectangle 7669">
                <a:extLst>
                  <a:ext uri="{FF2B5EF4-FFF2-40B4-BE49-F238E27FC236}">
                    <a16:creationId xmlns:a16="http://schemas.microsoft.com/office/drawing/2014/main" id="{1E8CE2AB-2430-43FD-88E9-634F132AAB31}"/>
                  </a:ext>
                </a:extLst>
              </p:cNvPr>
              <p:cNvSpPr/>
              <p:nvPr/>
            </p:nvSpPr>
            <p:spPr>
              <a:xfrm>
                <a:off x="937382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671" name="Rectangle 7670">
                <a:extLst>
                  <a:ext uri="{FF2B5EF4-FFF2-40B4-BE49-F238E27FC236}">
                    <a16:creationId xmlns:a16="http://schemas.microsoft.com/office/drawing/2014/main" id="{9E64BB36-121D-45B5-AE9E-04F22BB2C216}"/>
                  </a:ext>
                </a:extLst>
              </p:cNvPr>
              <p:cNvSpPr/>
              <p:nvPr/>
            </p:nvSpPr>
            <p:spPr>
              <a:xfrm>
                <a:off x="1117214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672" name="Rectangle 7671">
                <a:extLst>
                  <a:ext uri="{FF2B5EF4-FFF2-40B4-BE49-F238E27FC236}">
                    <a16:creationId xmlns:a16="http://schemas.microsoft.com/office/drawing/2014/main" id="{13321878-5F07-4A14-B23A-57FA538E97B3}"/>
                  </a:ext>
                </a:extLst>
              </p:cNvPr>
              <p:cNvSpPr/>
              <p:nvPr/>
            </p:nvSpPr>
            <p:spPr>
              <a:xfrm>
                <a:off x="1297130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673" name="Rectangle 7672">
                <a:extLst>
                  <a:ext uri="{FF2B5EF4-FFF2-40B4-BE49-F238E27FC236}">
                    <a16:creationId xmlns:a16="http://schemas.microsoft.com/office/drawing/2014/main" id="{3E8B26BB-C162-4CAF-8919-EF4839B4A043}"/>
                  </a:ext>
                </a:extLst>
              </p:cNvPr>
              <p:cNvSpPr/>
              <p:nvPr/>
            </p:nvSpPr>
            <p:spPr>
              <a:xfrm>
                <a:off x="757550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674" name="Rectangle 7673">
                <a:extLst>
                  <a:ext uri="{FF2B5EF4-FFF2-40B4-BE49-F238E27FC236}">
                    <a16:creationId xmlns:a16="http://schemas.microsoft.com/office/drawing/2014/main" id="{C8C38007-7AE0-49F4-AA4F-ED66905690A4}"/>
                  </a:ext>
                </a:extLst>
              </p:cNvPr>
              <p:cNvSpPr/>
              <p:nvPr/>
            </p:nvSpPr>
            <p:spPr>
              <a:xfrm>
                <a:off x="577634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675" name="Rectangle 7674">
                <a:extLst>
                  <a:ext uri="{FF2B5EF4-FFF2-40B4-BE49-F238E27FC236}">
                    <a16:creationId xmlns:a16="http://schemas.microsoft.com/office/drawing/2014/main" id="{5A8361CA-680F-45F3-A21C-8BEEE02F34C3}"/>
                  </a:ext>
                </a:extLst>
              </p:cNvPr>
              <p:cNvSpPr/>
              <p:nvPr/>
            </p:nvSpPr>
            <p:spPr>
              <a:xfrm>
                <a:off x="937466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676" name="Rectangle 7675">
                <a:extLst>
                  <a:ext uri="{FF2B5EF4-FFF2-40B4-BE49-F238E27FC236}">
                    <a16:creationId xmlns:a16="http://schemas.microsoft.com/office/drawing/2014/main" id="{3C722730-A2DD-4CBE-B807-91549D72388A}"/>
                  </a:ext>
                </a:extLst>
              </p:cNvPr>
              <p:cNvSpPr/>
              <p:nvPr/>
            </p:nvSpPr>
            <p:spPr>
              <a:xfrm>
                <a:off x="1117298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677" name="Rectangle 7676">
                <a:extLst>
                  <a:ext uri="{FF2B5EF4-FFF2-40B4-BE49-F238E27FC236}">
                    <a16:creationId xmlns:a16="http://schemas.microsoft.com/office/drawing/2014/main" id="{4B63B2AA-AD7D-4206-AB24-8D005AC5273B}"/>
                  </a:ext>
                </a:extLst>
              </p:cNvPr>
              <p:cNvSpPr/>
              <p:nvPr/>
            </p:nvSpPr>
            <p:spPr>
              <a:xfrm>
                <a:off x="1297214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678" name="Rectangle 7677">
                <a:extLst>
                  <a:ext uri="{FF2B5EF4-FFF2-40B4-BE49-F238E27FC236}">
                    <a16:creationId xmlns:a16="http://schemas.microsoft.com/office/drawing/2014/main" id="{AA6F6B95-5E2C-4B16-9D85-A798791032F6}"/>
                  </a:ext>
                </a:extLst>
              </p:cNvPr>
              <p:cNvSpPr/>
              <p:nvPr/>
            </p:nvSpPr>
            <p:spPr>
              <a:xfrm>
                <a:off x="757466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679" name="Rectangle 7678">
                <a:extLst>
                  <a:ext uri="{FF2B5EF4-FFF2-40B4-BE49-F238E27FC236}">
                    <a16:creationId xmlns:a16="http://schemas.microsoft.com/office/drawing/2014/main" id="{F2D828FA-E322-4A76-B5BA-9F0DD3C3E38E}"/>
                  </a:ext>
                </a:extLst>
              </p:cNvPr>
              <p:cNvSpPr/>
              <p:nvPr/>
            </p:nvSpPr>
            <p:spPr>
              <a:xfrm>
                <a:off x="577550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680" name="Rectangle 7679">
                <a:extLst>
                  <a:ext uri="{FF2B5EF4-FFF2-40B4-BE49-F238E27FC236}">
                    <a16:creationId xmlns:a16="http://schemas.microsoft.com/office/drawing/2014/main" id="{E9E8AA24-7BE4-48CC-9651-A0C0BDCA86BB}"/>
                  </a:ext>
                </a:extLst>
              </p:cNvPr>
              <p:cNvSpPr/>
              <p:nvPr/>
            </p:nvSpPr>
            <p:spPr>
              <a:xfrm>
                <a:off x="937382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681" name="Rectangle 7680">
                <a:extLst>
                  <a:ext uri="{FF2B5EF4-FFF2-40B4-BE49-F238E27FC236}">
                    <a16:creationId xmlns:a16="http://schemas.microsoft.com/office/drawing/2014/main" id="{5AD14553-DFCB-41AC-914D-8BC53D83B4DB}"/>
                  </a:ext>
                </a:extLst>
              </p:cNvPr>
              <p:cNvSpPr/>
              <p:nvPr/>
            </p:nvSpPr>
            <p:spPr>
              <a:xfrm>
                <a:off x="1117214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682" name="Rectangle 7681">
                <a:extLst>
                  <a:ext uri="{FF2B5EF4-FFF2-40B4-BE49-F238E27FC236}">
                    <a16:creationId xmlns:a16="http://schemas.microsoft.com/office/drawing/2014/main" id="{A316032A-87F0-4502-BC7E-864A70483D67}"/>
                  </a:ext>
                </a:extLst>
              </p:cNvPr>
              <p:cNvSpPr/>
              <p:nvPr/>
            </p:nvSpPr>
            <p:spPr>
              <a:xfrm>
                <a:off x="1297130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683" name="Rectangle 7682">
                <a:extLst>
                  <a:ext uri="{FF2B5EF4-FFF2-40B4-BE49-F238E27FC236}">
                    <a16:creationId xmlns:a16="http://schemas.microsoft.com/office/drawing/2014/main" id="{8B04A37E-8D97-4B1D-948B-D23E208A7C8F}"/>
                  </a:ext>
                </a:extLst>
              </p:cNvPr>
              <p:cNvSpPr/>
              <p:nvPr/>
            </p:nvSpPr>
            <p:spPr>
              <a:xfrm>
                <a:off x="757382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684" name="Rectangle 7683">
                <a:extLst>
                  <a:ext uri="{FF2B5EF4-FFF2-40B4-BE49-F238E27FC236}">
                    <a16:creationId xmlns:a16="http://schemas.microsoft.com/office/drawing/2014/main" id="{4E2AC16B-51E1-41D7-850D-089913FA0710}"/>
                  </a:ext>
                </a:extLst>
              </p:cNvPr>
              <p:cNvSpPr/>
              <p:nvPr/>
            </p:nvSpPr>
            <p:spPr>
              <a:xfrm>
                <a:off x="577466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685" name="Rectangle 7684">
                <a:extLst>
                  <a:ext uri="{FF2B5EF4-FFF2-40B4-BE49-F238E27FC236}">
                    <a16:creationId xmlns:a16="http://schemas.microsoft.com/office/drawing/2014/main" id="{ABD2CAC0-2F5A-43BF-9285-075F799C766E}"/>
                  </a:ext>
                </a:extLst>
              </p:cNvPr>
              <p:cNvSpPr/>
              <p:nvPr/>
            </p:nvSpPr>
            <p:spPr>
              <a:xfrm>
                <a:off x="937298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686" name="Rectangle 7685">
                <a:extLst>
                  <a:ext uri="{FF2B5EF4-FFF2-40B4-BE49-F238E27FC236}">
                    <a16:creationId xmlns:a16="http://schemas.microsoft.com/office/drawing/2014/main" id="{999CE40A-43D1-483F-B106-A1856CAA9F04}"/>
                  </a:ext>
                </a:extLst>
              </p:cNvPr>
              <p:cNvSpPr/>
              <p:nvPr/>
            </p:nvSpPr>
            <p:spPr>
              <a:xfrm>
                <a:off x="1117130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687" name="Rectangle 7686">
                <a:extLst>
                  <a:ext uri="{FF2B5EF4-FFF2-40B4-BE49-F238E27FC236}">
                    <a16:creationId xmlns:a16="http://schemas.microsoft.com/office/drawing/2014/main" id="{C0F37D39-5B1E-4FAC-B92D-81898ED4650F}"/>
                  </a:ext>
                </a:extLst>
              </p:cNvPr>
              <p:cNvSpPr/>
              <p:nvPr/>
            </p:nvSpPr>
            <p:spPr>
              <a:xfrm>
                <a:off x="1297046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688" name="Rectangle 7687">
                <a:extLst>
                  <a:ext uri="{FF2B5EF4-FFF2-40B4-BE49-F238E27FC236}">
                    <a16:creationId xmlns:a16="http://schemas.microsoft.com/office/drawing/2014/main" id="{9484DA9C-513E-45E5-8E6A-11E52AC4CEC4}"/>
                  </a:ext>
                </a:extLst>
              </p:cNvPr>
              <p:cNvSpPr/>
              <p:nvPr/>
            </p:nvSpPr>
            <p:spPr>
              <a:xfrm>
                <a:off x="577340" y="167393"/>
                <a:ext cx="900000" cy="974051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3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</p:grpSp>
        <p:grpSp>
          <p:nvGrpSpPr>
            <p:cNvPr id="7420" name="Groupe 7419"/>
            <p:cNvGrpSpPr/>
            <p:nvPr userDrawn="1"/>
          </p:nvGrpSpPr>
          <p:grpSpPr>
            <a:xfrm>
              <a:off x="3275618" y="120959"/>
              <a:ext cx="900000" cy="975016"/>
              <a:chOff x="577340" y="166428"/>
              <a:chExt cx="900000" cy="975016"/>
            </a:xfrm>
          </p:grpSpPr>
          <p:sp>
            <p:nvSpPr>
              <p:cNvPr id="7637" name="Rectangle 7636">
                <a:extLst>
                  <a:ext uri="{FF2B5EF4-FFF2-40B4-BE49-F238E27FC236}">
                    <a16:creationId xmlns:a16="http://schemas.microsoft.com/office/drawing/2014/main" id="{2072BB47-84CB-47FD-8A25-43491CA83C8F}"/>
                  </a:ext>
                </a:extLst>
              </p:cNvPr>
              <p:cNvSpPr/>
              <p:nvPr/>
            </p:nvSpPr>
            <p:spPr>
              <a:xfrm>
                <a:off x="757550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638" name="Rectangle 7637">
                <a:extLst>
                  <a:ext uri="{FF2B5EF4-FFF2-40B4-BE49-F238E27FC236}">
                    <a16:creationId xmlns:a16="http://schemas.microsoft.com/office/drawing/2014/main" id="{FD392A82-503D-4B66-9AF9-9E65B8C12603}"/>
                  </a:ext>
                </a:extLst>
              </p:cNvPr>
              <p:cNvSpPr/>
              <p:nvPr/>
            </p:nvSpPr>
            <p:spPr>
              <a:xfrm>
                <a:off x="577634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639" name="Rectangle 7638">
                <a:extLst>
                  <a:ext uri="{FF2B5EF4-FFF2-40B4-BE49-F238E27FC236}">
                    <a16:creationId xmlns:a16="http://schemas.microsoft.com/office/drawing/2014/main" id="{E8131C02-69AB-405B-82D1-978E3C621405}"/>
                  </a:ext>
                </a:extLst>
              </p:cNvPr>
              <p:cNvSpPr/>
              <p:nvPr/>
            </p:nvSpPr>
            <p:spPr>
              <a:xfrm>
                <a:off x="937466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640" name="Rectangle 7639">
                <a:extLst>
                  <a:ext uri="{FF2B5EF4-FFF2-40B4-BE49-F238E27FC236}">
                    <a16:creationId xmlns:a16="http://schemas.microsoft.com/office/drawing/2014/main" id="{F369E73F-6F1E-4CCA-9F58-1EF6C7EB008B}"/>
                  </a:ext>
                </a:extLst>
              </p:cNvPr>
              <p:cNvSpPr/>
              <p:nvPr/>
            </p:nvSpPr>
            <p:spPr>
              <a:xfrm>
                <a:off x="1117298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641" name="Rectangle 7640">
                <a:extLst>
                  <a:ext uri="{FF2B5EF4-FFF2-40B4-BE49-F238E27FC236}">
                    <a16:creationId xmlns:a16="http://schemas.microsoft.com/office/drawing/2014/main" id="{E4D8B003-AF02-4D34-8F85-57B55CDD3871}"/>
                  </a:ext>
                </a:extLst>
              </p:cNvPr>
              <p:cNvSpPr/>
              <p:nvPr/>
            </p:nvSpPr>
            <p:spPr>
              <a:xfrm>
                <a:off x="1297214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642" name="Rectangle 7641">
                <a:extLst>
                  <a:ext uri="{FF2B5EF4-FFF2-40B4-BE49-F238E27FC236}">
                    <a16:creationId xmlns:a16="http://schemas.microsoft.com/office/drawing/2014/main" id="{14BBDF8A-4682-45D3-ABAD-64B00A4ED731}"/>
                  </a:ext>
                </a:extLst>
              </p:cNvPr>
              <p:cNvSpPr/>
              <p:nvPr/>
            </p:nvSpPr>
            <p:spPr>
              <a:xfrm>
                <a:off x="757466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643" name="Rectangle 7642">
                <a:extLst>
                  <a:ext uri="{FF2B5EF4-FFF2-40B4-BE49-F238E27FC236}">
                    <a16:creationId xmlns:a16="http://schemas.microsoft.com/office/drawing/2014/main" id="{C13E0C4B-1D4F-471E-A5AD-E4BC58BB3024}"/>
                  </a:ext>
                </a:extLst>
              </p:cNvPr>
              <p:cNvSpPr/>
              <p:nvPr/>
            </p:nvSpPr>
            <p:spPr>
              <a:xfrm>
                <a:off x="577550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644" name="Rectangle 7643">
                <a:extLst>
                  <a:ext uri="{FF2B5EF4-FFF2-40B4-BE49-F238E27FC236}">
                    <a16:creationId xmlns:a16="http://schemas.microsoft.com/office/drawing/2014/main" id="{1E8CE2AB-2430-43FD-88E9-634F132AAB31}"/>
                  </a:ext>
                </a:extLst>
              </p:cNvPr>
              <p:cNvSpPr/>
              <p:nvPr/>
            </p:nvSpPr>
            <p:spPr>
              <a:xfrm>
                <a:off x="937382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645" name="Rectangle 7644">
                <a:extLst>
                  <a:ext uri="{FF2B5EF4-FFF2-40B4-BE49-F238E27FC236}">
                    <a16:creationId xmlns:a16="http://schemas.microsoft.com/office/drawing/2014/main" id="{9E64BB36-121D-45B5-AE9E-04F22BB2C216}"/>
                  </a:ext>
                </a:extLst>
              </p:cNvPr>
              <p:cNvSpPr/>
              <p:nvPr/>
            </p:nvSpPr>
            <p:spPr>
              <a:xfrm>
                <a:off x="1117214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646" name="Rectangle 7645">
                <a:extLst>
                  <a:ext uri="{FF2B5EF4-FFF2-40B4-BE49-F238E27FC236}">
                    <a16:creationId xmlns:a16="http://schemas.microsoft.com/office/drawing/2014/main" id="{13321878-5F07-4A14-B23A-57FA538E97B3}"/>
                  </a:ext>
                </a:extLst>
              </p:cNvPr>
              <p:cNvSpPr/>
              <p:nvPr/>
            </p:nvSpPr>
            <p:spPr>
              <a:xfrm>
                <a:off x="1297130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647" name="Rectangle 7646">
                <a:extLst>
                  <a:ext uri="{FF2B5EF4-FFF2-40B4-BE49-F238E27FC236}">
                    <a16:creationId xmlns:a16="http://schemas.microsoft.com/office/drawing/2014/main" id="{3E8B26BB-C162-4CAF-8919-EF4839B4A043}"/>
                  </a:ext>
                </a:extLst>
              </p:cNvPr>
              <p:cNvSpPr/>
              <p:nvPr/>
            </p:nvSpPr>
            <p:spPr>
              <a:xfrm>
                <a:off x="757550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648" name="Rectangle 7647">
                <a:extLst>
                  <a:ext uri="{FF2B5EF4-FFF2-40B4-BE49-F238E27FC236}">
                    <a16:creationId xmlns:a16="http://schemas.microsoft.com/office/drawing/2014/main" id="{C8C38007-7AE0-49F4-AA4F-ED66905690A4}"/>
                  </a:ext>
                </a:extLst>
              </p:cNvPr>
              <p:cNvSpPr/>
              <p:nvPr/>
            </p:nvSpPr>
            <p:spPr>
              <a:xfrm>
                <a:off x="577634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649" name="Rectangle 7648">
                <a:extLst>
                  <a:ext uri="{FF2B5EF4-FFF2-40B4-BE49-F238E27FC236}">
                    <a16:creationId xmlns:a16="http://schemas.microsoft.com/office/drawing/2014/main" id="{5A8361CA-680F-45F3-A21C-8BEEE02F34C3}"/>
                  </a:ext>
                </a:extLst>
              </p:cNvPr>
              <p:cNvSpPr/>
              <p:nvPr/>
            </p:nvSpPr>
            <p:spPr>
              <a:xfrm>
                <a:off x="937466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650" name="Rectangle 7649">
                <a:extLst>
                  <a:ext uri="{FF2B5EF4-FFF2-40B4-BE49-F238E27FC236}">
                    <a16:creationId xmlns:a16="http://schemas.microsoft.com/office/drawing/2014/main" id="{3C722730-A2DD-4CBE-B807-91549D72388A}"/>
                  </a:ext>
                </a:extLst>
              </p:cNvPr>
              <p:cNvSpPr/>
              <p:nvPr/>
            </p:nvSpPr>
            <p:spPr>
              <a:xfrm>
                <a:off x="1117298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651" name="Rectangle 7650">
                <a:extLst>
                  <a:ext uri="{FF2B5EF4-FFF2-40B4-BE49-F238E27FC236}">
                    <a16:creationId xmlns:a16="http://schemas.microsoft.com/office/drawing/2014/main" id="{4B63B2AA-AD7D-4206-AB24-8D005AC5273B}"/>
                  </a:ext>
                </a:extLst>
              </p:cNvPr>
              <p:cNvSpPr/>
              <p:nvPr/>
            </p:nvSpPr>
            <p:spPr>
              <a:xfrm>
                <a:off x="1297214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652" name="Rectangle 7651">
                <a:extLst>
                  <a:ext uri="{FF2B5EF4-FFF2-40B4-BE49-F238E27FC236}">
                    <a16:creationId xmlns:a16="http://schemas.microsoft.com/office/drawing/2014/main" id="{AA6F6B95-5E2C-4B16-9D85-A798791032F6}"/>
                  </a:ext>
                </a:extLst>
              </p:cNvPr>
              <p:cNvSpPr/>
              <p:nvPr/>
            </p:nvSpPr>
            <p:spPr>
              <a:xfrm>
                <a:off x="757466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653" name="Rectangle 7652">
                <a:extLst>
                  <a:ext uri="{FF2B5EF4-FFF2-40B4-BE49-F238E27FC236}">
                    <a16:creationId xmlns:a16="http://schemas.microsoft.com/office/drawing/2014/main" id="{F2D828FA-E322-4A76-B5BA-9F0DD3C3E38E}"/>
                  </a:ext>
                </a:extLst>
              </p:cNvPr>
              <p:cNvSpPr/>
              <p:nvPr/>
            </p:nvSpPr>
            <p:spPr>
              <a:xfrm>
                <a:off x="577550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654" name="Rectangle 7653">
                <a:extLst>
                  <a:ext uri="{FF2B5EF4-FFF2-40B4-BE49-F238E27FC236}">
                    <a16:creationId xmlns:a16="http://schemas.microsoft.com/office/drawing/2014/main" id="{E9E8AA24-7BE4-48CC-9651-A0C0BDCA86BB}"/>
                  </a:ext>
                </a:extLst>
              </p:cNvPr>
              <p:cNvSpPr/>
              <p:nvPr/>
            </p:nvSpPr>
            <p:spPr>
              <a:xfrm>
                <a:off x="937382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655" name="Rectangle 7654">
                <a:extLst>
                  <a:ext uri="{FF2B5EF4-FFF2-40B4-BE49-F238E27FC236}">
                    <a16:creationId xmlns:a16="http://schemas.microsoft.com/office/drawing/2014/main" id="{5AD14553-DFCB-41AC-914D-8BC53D83B4DB}"/>
                  </a:ext>
                </a:extLst>
              </p:cNvPr>
              <p:cNvSpPr/>
              <p:nvPr/>
            </p:nvSpPr>
            <p:spPr>
              <a:xfrm>
                <a:off x="1117214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656" name="Rectangle 7655">
                <a:extLst>
                  <a:ext uri="{FF2B5EF4-FFF2-40B4-BE49-F238E27FC236}">
                    <a16:creationId xmlns:a16="http://schemas.microsoft.com/office/drawing/2014/main" id="{A316032A-87F0-4502-BC7E-864A70483D67}"/>
                  </a:ext>
                </a:extLst>
              </p:cNvPr>
              <p:cNvSpPr/>
              <p:nvPr/>
            </p:nvSpPr>
            <p:spPr>
              <a:xfrm>
                <a:off x="1297130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657" name="Rectangle 7656">
                <a:extLst>
                  <a:ext uri="{FF2B5EF4-FFF2-40B4-BE49-F238E27FC236}">
                    <a16:creationId xmlns:a16="http://schemas.microsoft.com/office/drawing/2014/main" id="{8B04A37E-8D97-4B1D-948B-D23E208A7C8F}"/>
                  </a:ext>
                </a:extLst>
              </p:cNvPr>
              <p:cNvSpPr/>
              <p:nvPr/>
            </p:nvSpPr>
            <p:spPr>
              <a:xfrm>
                <a:off x="757382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658" name="Rectangle 7657">
                <a:extLst>
                  <a:ext uri="{FF2B5EF4-FFF2-40B4-BE49-F238E27FC236}">
                    <a16:creationId xmlns:a16="http://schemas.microsoft.com/office/drawing/2014/main" id="{4E2AC16B-51E1-41D7-850D-089913FA0710}"/>
                  </a:ext>
                </a:extLst>
              </p:cNvPr>
              <p:cNvSpPr/>
              <p:nvPr/>
            </p:nvSpPr>
            <p:spPr>
              <a:xfrm>
                <a:off x="577466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659" name="Rectangle 7658">
                <a:extLst>
                  <a:ext uri="{FF2B5EF4-FFF2-40B4-BE49-F238E27FC236}">
                    <a16:creationId xmlns:a16="http://schemas.microsoft.com/office/drawing/2014/main" id="{ABD2CAC0-2F5A-43BF-9285-075F799C766E}"/>
                  </a:ext>
                </a:extLst>
              </p:cNvPr>
              <p:cNvSpPr/>
              <p:nvPr/>
            </p:nvSpPr>
            <p:spPr>
              <a:xfrm>
                <a:off x="937298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660" name="Rectangle 7659">
                <a:extLst>
                  <a:ext uri="{FF2B5EF4-FFF2-40B4-BE49-F238E27FC236}">
                    <a16:creationId xmlns:a16="http://schemas.microsoft.com/office/drawing/2014/main" id="{999CE40A-43D1-483F-B106-A1856CAA9F04}"/>
                  </a:ext>
                </a:extLst>
              </p:cNvPr>
              <p:cNvSpPr/>
              <p:nvPr/>
            </p:nvSpPr>
            <p:spPr>
              <a:xfrm>
                <a:off x="1117130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661" name="Rectangle 7660">
                <a:extLst>
                  <a:ext uri="{FF2B5EF4-FFF2-40B4-BE49-F238E27FC236}">
                    <a16:creationId xmlns:a16="http://schemas.microsoft.com/office/drawing/2014/main" id="{C0F37D39-5B1E-4FAC-B92D-81898ED4650F}"/>
                  </a:ext>
                </a:extLst>
              </p:cNvPr>
              <p:cNvSpPr/>
              <p:nvPr/>
            </p:nvSpPr>
            <p:spPr>
              <a:xfrm>
                <a:off x="1297046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662" name="Rectangle 7661">
                <a:extLst>
                  <a:ext uri="{FF2B5EF4-FFF2-40B4-BE49-F238E27FC236}">
                    <a16:creationId xmlns:a16="http://schemas.microsoft.com/office/drawing/2014/main" id="{9484DA9C-513E-45E5-8E6A-11E52AC4CEC4}"/>
                  </a:ext>
                </a:extLst>
              </p:cNvPr>
              <p:cNvSpPr/>
              <p:nvPr/>
            </p:nvSpPr>
            <p:spPr>
              <a:xfrm>
                <a:off x="577340" y="167393"/>
                <a:ext cx="900000" cy="974051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3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</p:grpSp>
        <p:grpSp>
          <p:nvGrpSpPr>
            <p:cNvPr id="7421" name="Groupe 7420"/>
            <p:cNvGrpSpPr/>
            <p:nvPr userDrawn="1"/>
          </p:nvGrpSpPr>
          <p:grpSpPr>
            <a:xfrm>
              <a:off x="4175198" y="121922"/>
              <a:ext cx="900000" cy="975016"/>
              <a:chOff x="577340" y="166428"/>
              <a:chExt cx="900000" cy="975016"/>
            </a:xfrm>
          </p:grpSpPr>
          <p:sp>
            <p:nvSpPr>
              <p:cNvPr id="7611" name="Rectangle 7610">
                <a:extLst>
                  <a:ext uri="{FF2B5EF4-FFF2-40B4-BE49-F238E27FC236}">
                    <a16:creationId xmlns:a16="http://schemas.microsoft.com/office/drawing/2014/main" id="{2072BB47-84CB-47FD-8A25-43491CA83C8F}"/>
                  </a:ext>
                </a:extLst>
              </p:cNvPr>
              <p:cNvSpPr/>
              <p:nvPr/>
            </p:nvSpPr>
            <p:spPr>
              <a:xfrm>
                <a:off x="757550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612" name="Rectangle 7611">
                <a:extLst>
                  <a:ext uri="{FF2B5EF4-FFF2-40B4-BE49-F238E27FC236}">
                    <a16:creationId xmlns:a16="http://schemas.microsoft.com/office/drawing/2014/main" id="{FD392A82-503D-4B66-9AF9-9E65B8C12603}"/>
                  </a:ext>
                </a:extLst>
              </p:cNvPr>
              <p:cNvSpPr/>
              <p:nvPr/>
            </p:nvSpPr>
            <p:spPr>
              <a:xfrm>
                <a:off x="577634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613" name="Rectangle 7612">
                <a:extLst>
                  <a:ext uri="{FF2B5EF4-FFF2-40B4-BE49-F238E27FC236}">
                    <a16:creationId xmlns:a16="http://schemas.microsoft.com/office/drawing/2014/main" id="{E8131C02-69AB-405B-82D1-978E3C621405}"/>
                  </a:ext>
                </a:extLst>
              </p:cNvPr>
              <p:cNvSpPr/>
              <p:nvPr/>
            </p:nvSpPr>
            <p:spPr>
              <a:xfrm>
                <a:off x="937466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614" name="Rectangle 7613">
                <a:extLst>
                  <a:ext uri="{FF2B5EF4-FFF2-40B4-BE49-F238E27FC236}">
                    <a16:creationId xmlns:a16="http://schemas.microsoft.com/office/drawing/2014/main" id="{F369E73F-6F1E-4CCA-9F58-1EF6C7EB008B}"/>
                  </a:ext>
                </a:extLst>
              </p:cNvPr>
              <p:cNvSpPr/>
              <p:nvPr/>
            </p:nvSpPr>
            <p:spPr>
              <a:xfrm>
                <a:off x="1117298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615" name="Rectangle 7614">
                <a:extLst>
                  <a:ext uri="{FF2B5EF4-FFF2-40B4-BE49-F238E27FC236}">
                    <a16:creationId xmlns:a16="http://schemas.microsoft.com/office/drawing/2014/main" id="{E4D8B003-AF02-4D34-8F85-57B55CDD3871}"/>
                  </a:ext>
                </a:extLst>
              </p:cNvPr>
              <p:cNvSpPr/>
              <p:nvPr/>
            </p:nvSpPr>
            <p:spPr>
              <a:xfrm>
                <a:off x="1297214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616" name="Rectangle 7615">
                <a:extLst>
                  <a:ext uri="{FF2B5EF4-FFF2-40B4-BE49-F238E27FC236}">
                    <a16:creationId xmlns:a16="http://schemas.microsoft.com/office/drawing/2014/main" id="{14BBDF8A-4682-45D3-ABAD-64B00A4ED731}"/>
                  </a:ext>
                </a:extLst>
              </p:cNvPr>
              <p:cNvSpPr/>
              <p:nvPr/>
            </p:nvSpPr>
            <p:spPr>
              <a:xfrm>
                <a:off x="757466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617" name="Rectangle 7616">
                <a:extLst>
                  <a:ext uri="{FF2B5EF4-FFF2-40B4-BE49-F238E27FC236}">
                    <a16:creationId xmlns:a16="http://schemas.microsoft.com/office/drawing/2014/main" id="{C13E0C4B-1D4F-471E-A5AD-E4BC58BB3024}"/>
                  </a:ext>
                </a:extLst>
              </p:cNvPr>
              <p:cNvSpPr/>
              <p:nvPr/>
            </p:nvSpPr>
            <p:spPr>
              <a:xfrm>
                <a:off x="577550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618" name="Rectangle 7617">
                <a:extLst>
                  <a:ext uri="{FF2B5EF4-FFF2-40B4-BE49-F238E27FC236}">
                    <a16:creationId xmlns:a16="http://schemas.microsoft.com/office/drawing/2014/main" id="{1E8CE2AB-2430-43FD-88E9-634F132AAB31}"/>
                  </a:ext>
                </a:extLst>
              </p:cNvPr>
              <p:cNvSpPr/>
              <p:nvPr/>
            </p:nvSpPr>
            <p:spPr>
              <a:xfrm>
                <a:off x="937382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619" name="Rectangle 7618">
                <a:extLst>
                  <a:ext uri="{FF2B5EF4-FFF2-40B4-BE49-F238E27FC236}">
                    <a16:creationId xmlns:a16="http://schemas.microsoft.com/office/drawing/2014/main" id="{9E64BB36-121D-45B5-AE9E-04F22BB2C216}"/>
                  </a:ext>
                </a:extLst>
              </p:cNvPr>
              <p:cNvSpPr/>
              <p:nvPr/>
            </p:nvSpPr>
            <p:spPr>
              <a:xfrm>
                <a:off x="1117214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620" name="Rectangle 7619">
                <a:extLst>
                  <a:ext uri="{FF2B5EF4-FFF2-40B4-BE49-F238E27FC236}">
                    <a16:creationId xmlns:a16="http://schemas.microsoft.com/office/drawing/2014/main" id="{13321878-5F07-4A14-B23A-57FA538E97B3}"/>
                  </a:ext>
                </a:extLst>
              </p:cNvPr>
              <p:cNvSpPr/>
              <p:nvPr/>
            </p:nvSpPr>
            <p:spPr>
              <a:xfrm>
                <a:off x="1297130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621" name="Rectangle 7620">
                <a:extLst>
                  <a:ext uri="{FF2B5EF4-FFF2-40B4-BE49-F238E27FC236}">
                    <a16:creationId xmlns:a16="http://schemas.microsoft.com/office/drawing/2014/main" id="{3E8B26BB-C162-4CAF-8919-EF4839B4A043}"/>
                  </a:ext>
                </a:extLst>
              </p:cNvPr>
              <p:cNvSpPr/>
              <p:nvPr/>
            </p:nvSpPr>
            <p:spPr>
              <a:xfrm>
                <a:off x="757550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622" name="Rectangle 7621">
                <a:extLst>
                  <a:ext uri="{FF2B5EF4-FFF2-40B4-BE49-F238E27FC236}">
                    <a16:creationId xmlns:a16="http://schemas.microsoft.com/office/drawing/2014/main" id="{C8C38007-7AE0-49F4-AA4F-ED66905690A4}"/>
                  </a:ext>
                </a:extLst>
              </p:cNvPr>
              <p:cNvSpPr/>
              <p:nvPr/>
            </p:nvSpPr>
            <p:spPr>
              <a:xfrm>
                <a:off x="577634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623" name="Rectangle 7622">
                <a:extLst>
                  <a:ext uri="{FF2B5EF4-FFF2-40B4-BE49-F238E27FC236}">
                    <a16:creationId xmlns:a16="http://schemas.microsoft.com/office/drawing/2014/main" id="{5A8361CA-680F-45F3-A21C-8BEEE02F34C3}"/>
                  </a:ext>
                </a:extLst>
              </p:cNvPr>
              <p:cNvSpPr/>
              <p:nvPr/>
            </p:nvSpPr>
            <p:spPr>
              <a:xfrm>
                <a:off x="937466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624" name="Rectangle 7623">
                <a:extLst>
                  <a:ext uri="{FF2B5EF4-FFF2-40B4-BE49-F238E27FC236}">
                    <a16:creationId xmlns:a16="http://schemas.microsoft.com/office/drawing/2014/main" id="{3C722730-A2DD-4CBE-B807-91549D72388A}"/>
                  </a:ext>
                </a:extLst>
              </p:cNvPr>
              <p:cNvSpPr/>
              <p:nvPr/>
            </p:nvSpPr>
            <p:spPr>
              <a:xfrm>
                <a:off x="1117298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625" name="Rectangle 7624">
                <a:extLst>
                  <a:ext uri="{FF2B5EF4-FFF2-40B4-BE49-F238E27FC236}">
                    <a16:creationId xmlns:a16="http://schemas.microsoft.com/office/drawing/2014/main" id="{4B63B2AA-AD7D-4206-AB24-8D005AC5273B}"/>
                  </a:ext>
                </a:extLst>
              </p:cNvPr>
              <p:cNvSpPr/>
              <p:nvPr/>
            </p:nvSpPr>
            <p:spPr>
              <a:xfrm>
                <a:off x="1297214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626" name="Rectangle 7625">
                <a:extLst>
                  <a:ext uri="{FF2B5EF4-FFF2-40B4-BE49-F238E27FC236}">
                    <a16:creationId xmlns:a16="http://schemas.microsoft.com/office/drawing/2014/main" id="{AA6F6B95-5E2C-4B16-9D85-A798791032F6}"/>
                  </a:ext>
                </a:extLst>
              </p:cNvPr>
              <p:cNvSpPr/>
              <p:nvPr/>
            </p:nvSpPr>
            <p:spPr>
              <a:xfrm>
                <a:off x="757466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627" name="Rectangle 7626">
                <a:extLst>
                  <a:ext uri="{FF2B5EF4-FFF2-40B4-BE49-F238E27FC236}">
                    <a16:creationId xmlns:a16="http://schemas.microsoft.com/office/drawing/2014/main" id="{F2D828FA-E322-4A76-B5BA-9F0DD3C3E38E}"/>
                  </a:ext>
                </a:extLst>
              </p:cNvPr>
              <p:cNvSpPr/>
              <p:nvPr/>
            </p:nvSpPr>
            <p:spPr>
              <a:xfrm>
                <a:off x="577550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628" name="Rectangle 7627">
                <a:extLst>
                  <a:ext uri="{FF2B5EF4-FFF2-40B4-BE49-F238E27FC236}">
                    <a16:creationId xmlns:a16="http://schemas.microsoft.com/office/drawing/2014/main" id="{E9E8AA24-7BE4-48CC-9651-A0C0BDCA86BB}"/>
                  </a:ext>
                </a:extLst>
              </p:cNvPr>
              <p:cNvSpPr/>
              <p:nvPr/>
            </p:nvSpPr>
            <p:spPr>
              <a:xfrm>
                <a:off x="937382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629" name="Rectangle 7628">
                <a:extLst>
                  <a:ext uri="{FF2B5EF4-FFF2-40B4-BE49-F238E27FC236}">
                    <a16:creationId xmlns:a16="http://schemas.microsoft.com/office/drawing/2014/main" id="{5AD14553-DFCB-41AC-914D-8BC53D83B4DB}"/>
                  </a:ext>
                </a:extLst>
              </p:cNvPr>
              <p:cNvSpPr/>
              <p:nvPr/>
            </p:nvSpPr>
            <p:spPr>
              <a:xfrm>
                <a:off x="1117214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630" name="Rectangle 7629">
                <a:extLst>
                  <a:ext uri="{FF2B5EF4-FFF2-40B4-BE49-F238E27FC236}">
                    <a16:creationId xmlns:a16="http://schemas.microsoft.com/office/drawing/2014/main" id="{A316032A-87F0-4502-BC7E-864A70483D67}"/>
                  </a:ext>
                </a:extLst>
              </p:cNvPr>
              <p:cNvSpPr/>
              <p:nvPr/>
            </p:nvSpPr>
            <p:spPr>
              <a:xfrm>
                <a:off x="1297130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631" name="Rectangle 7630">
                <a:extLst>
                  <a:ext uri="{FF2B5EF4-FFF2-40B4-BE49-F238E27FC236}">
                    <a16:creationId xmlns:a16="http://schemas.microsoft.com/office/drawing/2014/main" id="{8B04A37E-8D97-4B1D-948B-D23E208A7C8F}"/>
                  </a:ext>
                </a:extLst>
              </p:cNvPr>
              <p:cNvSpPr/>
              <p:nvPr/>
            </p:nvSpPr>
            <p:spPr>
              <a:xfrm>
                <a:off x="757382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632" name="Rectangle 7631">
                <a:extLst>
                  <a:ext uri="{FF2B5EF4-FFF2-40B4-BE49-F238E27FC236}">
                    <a16:creationId xmlns:a16="http://schemas.microsoft.com/office/drawing/2014/main" id="{4E2AC16B-51E1-41D7-850D-089913FA0710}"/>
                  </a:ext>
                </a:extLst>
              </p:cNvPr>
              <p:cNvSpPr/>
              <p:nvPr/>
            </p:nvSpPr>
            <p:spPr>
              <a:xfrm>
                <a:off x="577466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633" name="Rectangle 7632">
                <a:extLst>
                  <a:ext uri="{FF2B5EF4-FFF2-40B4-BE49-F238E27FC236}">
                    <a16:creationId xmlns:a16="http://schemas.microsoft.com/office/drawing/2014/main" id="{ABD2CAC0-2F5A-43BF-9285-075F799C766E}"/>
                  </a:ext>
                </a:extLst>
              </p:cNvPr>
              <p:cNvSpPr/>
              <p:nvPr/>
            </p:nvSpPr>
            <p:spPr>
              <a:xfrm>
                <a:off x="937298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634" name="Rectangle 7633">
                <a:extLst>
                  <a:ext uri="{FF2B5EF4-FFF2-40B4-BE49-F238E27FC236}">
                    <a16:creationId xmlns:a16="http://schemas.microsoft.com/office/drawing/2014/main" id="{999CE40A-43D1-483F-B106-A1856CAA9F04}"/>
                  </a:ext>
                </a:extLst>
              </p:cNvPr>
              <p:cNvSpPr/>
              <p:nvPr/>
            </p:nvSpPr>
            <p:spPr>
              <a:xfrm>
                <a:off x="1117130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635" name="Rectangle 7634">
                <a:extLst>
                  <a:ext uri="{FF2B5EF4-FFF2-40B4-BE49-F238E27FC236}">
                    <a16:creationId xmlns:a16="http://schemas.microsoft.com/office/drawing/2014/main" id="{C0F37D39-5B1E-4FAC-B92D-81898ED4650F}"/>
                  </a:ext>
                </a:extLst>
              </p:cNvPr>
              <p:cNvSpPr/>
              <p:nvPr/>
            </p:nvSpPr>
            <p:spPr>
              <a:xfrm>
                <a:off x="1297046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636" name="Rectangle 7635">
                <a:extLst>
                  <a:ext uri="{FF2B5EF4-FFF2-40B4-BE49-F238E27FC236}">
                    <a16:creationId xmlns:a16="http://schemas.microsoft.com/office/drawing/2014/main" id="{9484DA9C-513E-45E5-8E6A-11E52AC4CEC4}"/>
                  </a:ext>
                </a:extLst>
              </p:cNvPr>
              <p:cNvSpPr/>
              <p:nvPr/>
            </p:nvSpPr>
            <p:spPr>
              <a:xfrm>
                <a:off x="577340" y="167393"/>
                <a:ext cx="900000" cy="974051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3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</p:grpSp>
        <p:grpSp>
          <p:nvGrpSpPr>
            <p:cNvPr id="7422" name="Groupe 7421"/>
            <p:cNvGrpSpPr/>
            <p:nvPr userDrawn="1"/>
          </p:nvGrpSpPr>
          <p:grpSpPr>
            <a:xfrm>
              <a:off x="5074652" y="120959"/>
              <a:ext cx="900000" cy="975016"/>
              <a:chOff x="577340" y="166428"/>
              <a:chExt cx="900000" cy="975016"/>
            </a:xfrm>
          </p:grpSpPr>
          <p:sp>
            <p:nvSpPr>
              <p:cNvPr id="7585" name="Rectangle 7584">
                <a:extLst>
                  <a:ext uri="{FF2B5EF4-FFF2-40B4-BE49-F238E27FC236}">
                    <a16:creationId xmlns:a16="http://schemas.microsoft.com/office/drawing/2014/main" id="{2072BB47-84CB-47FD-8A25-43491CA83C8F}"/>
                  </a:ext>
                </a:extLst>
              </p:cNvPr>
              <p:cNvSpPr/>
              <p:nvPr/>
            </p:nvSpPr>
            <p:spPr>
              <a:xfrm>
                <a:off x="757550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586" name="Rectangle 7585">
                <a:extLst>
                  <a:ext uri="{FF2B5EF4-FFF2-40B4-BE49-F238E27FC236}">
                    <a16:creationId xmlns:a16="http://schemas.microsoft.com/office/drawing/2014/main" id="{FD392A82-503D-4B66-9AF9-9E65B8C12603}"/>
                  </a:ext>
                </a:extLst>
              </p:cNvPr>
              <p:cNvSpPr/>
              <p:nvPr/>
            </p:nvSpPr>
            <p:spPr>
              <a:xfrm>
                <a:off x="577634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587" name="Rectangle 7586">
                <a:extLst>
                  <a:ext uri="{FF2B5EF4-FFF2-40B4-BE49-F238E27FC236}">
                    <a16:creationId xmlns:a16="http://schemas.microsoft.com/office/drawing/2014/main" id="{E8131C02-69AB-405B-82D1-978E3C621405}"/>
                  </a:ext>
                </a:extLst>
              </p:cNvPr>
              <p:cNvSpPr/>
              <p:nvPr/>
            </p:nvSpPr>
            <p:spPr>
              <a:xfrm>
                <a:off x="937466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588" name="Rectangle 7587">
                <a:extLst>
                  <a:ext uri="{FF2B5EF4-FFF2-40B4-BE49-F238E27FC236}">
                    <a16:creationId xmlns:a16="http://schemas.microsoft.com/office/drawing/2014/main" id="{F369E73F-6F1E-4CCA-9F58-1EF6C7EB008B}"/>
                  </a:ext>
                </a:extLst>
              </p:cNvPr>
              <p:cNvSpPr/>
              <p:nvPr/>
            </p:nvSpPr>
            <p:spPr>
              <a:xfrm>
                <a:off x="1117298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589" name="Rectangle 7588">
                <a:extLst>
                  <a:ext uri="{FF2B5EF4-FFF2-40B4-BE49-F238E27FC236}">
                    <a16:creationId xmlns:a16="http://schemas.microsoft.com/office/drawing/2014/main" id="{E4D8B003-AF02-4D34-8F85-57B55CDD3871}"/>
                  </a:ext>
                </a:extLst>
              </p:cNvPr>
              <p:cNvSpPr/>
              <p:nvPr/>
            </p:nvSpPr>
            <p:spPr>
              <a:xfrm>
                <a:off x="1297214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590" name="Rectangle 7589">
                <a:extLst>
                  <a:ext uri="{FF2B5EF4-FFF2-40B4-BE49-F238E27FC236}">
                    <a16:creationId xmlns:a16="http://schemas.microsoft.com/office/drawing/2014/main" id="{14BBDF8A-4682-45D3-ABAD-64B00A4ED731}"/>
                  </a:ext>
                </a:extLst>
              </p:cNvPr>
              <p:cNvSpPr/>
              <p:nvPr/>
            </p:nvSpPr>
            <p:spPr>
              <a:xfrm>
                <a:off x="757466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591" name="Rectangle 7590">
                <a:extLst>
                  <a:ext uri="{FF2B5EF4-FFF2-40B4-BE49-F238E27FC236}">
                    <a16:creationId xmlns:a16="http://schemas.microsoft.com/office/drawing/2014/main" id="{C13E0C4B-1D4F-471E-A5AD-E4BC58BB3024}"/>
                  </a:ext>
                </a:extLst>
              </p:cNvPr>
              <p:cNvSpPr/>
              <p:nvPr/>
            </p:nvSpPr>
            <p:spPr>
              <a:xfrm>
                <a:off x="577550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592" name="Rectangle 7591">
                <a:extLst>
                  <a:ext uri="{FF2B5EF4-FFF2-40B4-BE49-F238E27FC236}">
                    <a16:creationId xmlns:a16="http://schemas.microsoft.com/office/drawing/2014/main" id="{1E8CE2AB-2430-43FD-88E9-634F132AAB31}"/>
                  </a:ext>
                </a:extLst>
              </p:cNvPr>
              <p:cNvSpPr/>
              <p:nvPr/>
            </p:nvSpPr>
            <p:spPr>
              <a:xfrm>
                <a:off x="937382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593" name="Rectangle 7592">
                <a:extLst>
                  <a:ext uri="{FF2B5EF4-FFF2-40B4-BE49-F238E27FC236}">
                    <a16:creationId xmlns:a16="http://schemas.microsoft.com/office/drawing/2014/main" id="{9E64BB36-121D-45B5-AE9E-04F22BB2C216}"/>
                  </a:ext>
                </a:extLst>
              </p:cNvPr>
              <p:cNvSpPr/>
              <p:nvPr/>
            </p:nvSpPr>
            <p:spPr>
              <a:xfrm>
                <a:off x="1117214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594" name="Rectangle 7593">
                <a:extLst>
                  <a:ext uri="{FF2B5EF4-FFF2-40B4-BE49-F238E27FC236}">
                    <a16:creationId xmlns:a16="http://schemas.microsoft.com/office/drawing/2014/main" id="{13321878-5F07-4A14-B23A-57FA538E97B3}"/>
                  </a:ext>
                </a:extLst>
              </p:cNvPr>
              <p:cNvSpPr/>
              <p:nvPr/>
            </p:nvSpPr>
            <p:spPr>
              <a:xfrm>
                <a:off x="1297130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595" name="Rectangle 7594">
                <a:extLst>
                  <a:ext uri="{FF2B5EF4-FFF2-40B4-BE49-F238E27FC236}">
                    <a16:creationId xmlns:a16="http://schemas.microsoft.com/office/drawing/2014/main" id="{3E8B26BB-C162-4CAF-8919-EF4839B4A043}"/>
                  </a:ext>
                </a:extLst>
              </p:cNvPr>
              <p:cNvSpPr/>
              <p:nvPr/>
            </p:nvSpPr>
            <p:spPr>
              <a:xfrm>
                <a:off x="757550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596" name="Rectangle 7595">
                <a:extLst>
                  <a:ext uri="{FF2B5EF4-FFF2-40B4-BE49-F238E27FC236}">
                    <a16:creationId xmlns:a16="http://schemas.microsoft.com/office/drawing/2014/main" id="{C8C38007-7AE0-49F4-AA4F-ED66905690A4}"/>
                  </a:ext>
                </a:extLst>
              </p:cNvPr>
              <p:cNvSpPr/>
              <p:nvPr/>
            </p:nvSpPr>
            <p:spPr>
              <a:xfrm>
                <a:off x="577634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597" name="Rectangle 7596">
                <a:extLst>
                  <a:ext uri="{FF2B5EF4-FFF2-40B4-BE49-F238E27FC236}">
                    <a16:creationId xmlns:a16="http://schemas.microsoft.com/office/drawing/2014/main" id="{5A8361CA-680F-45F3-A21C-8BEEE02F34C3}"/>
                  </a:ext>
                </a:extLst>
              </p:cNvPr>
              <p:cNvSpPr/>
              <p:nvPr/>
            </p:nvSpPr>
            <p:spPr>
              <a:xfrm>
                <a:off x="937466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598" name="Rectangle 7597">
                <a:extLst>
                  <a:ext uri="{FF2B5EF4-FFF2-40B4-BE49-F238E27FC236}">
                    <a16:creationId xmlns:a16="http://schemas.microsoft.com/office/drawing/2014/main" id="{3C722730-A2DD-4CBE-B807-91549D72388A}"/>
                  </a:ext>
                </a:extLst>
              </p:cNvPr>
              <p:cNvSpPr/>
              <p:nvPr/>
            </p:nvSpPr>
            <p:spPr>
              <a:xfrm>
                <a:off x="1117298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599" name="Rectangle 7598">
                <a:extLst>
                  <a:ext uri="{FF2B5EF4-FFF2-40B4-BE49-F238E27FC236}">
                    <a16:creationId xmlns:a16="http://schemas.microsoft.com/office/drawing/2014/main" id="{4B63B2AA-AD7D-4206-AB24-8D005AC5273B}"/>
                  </a:ext>
                </a:extLst>
              </p:cNvPr>
              <p:cNvSpPr/>
              <p:nvPr/>
            </p:nvSpPr>
            <p:spPr>
              <a:xfrm>
                <a:off x="1297214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600" name="Rectangle 7599">
                <a:extLst>
                  <a:ext uri="{FF2B5EF4-FFF2-40B4-BE49-F238E27FC236}">
                    <a16:creationId xmlns:a16="http://schemas.microsoft.com/office/drawing/2014/main" id="{AA6F6B95-5E2C-4B16-9D85-A798791032F6}"/>
                  </a:ext>
                </a:extLst>
              </p:cNvPr>
              <p:cNvSpPr/>
              <p:nvPr/>
            </p:nvSpPr>
            <p:spPr>
              <a:xfrm>
                <a:off x="757466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601" name="Rectangle 7600">
                <a:extLst>
                  <a:ext uri="{FF2B5EF4-FFF2-40B4-BE49-F238E27FC236}">
                    <a16:creationId xmlns:a16="http://schemas.microsoft.com/office/drawing/2014/main" id="{F2D828FA-E322-4A76-B5BA-9F0DD3C3E38E}"/>
                  </a:ext>
                </a:extLst>
              </p:cNvPr>
              <p:cNvSpPr/>
              <p:nvPr/>
            </p:nvSpPr>
            <p:spPr>
              <a:xfrm>
                <a:off x="577550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602" name="Rectangle 7601">
                <a:extLst>
                  <a:ext uri="{FF2B5EF4-FFF2-40B4-BE49-F238E27FC236}">
                    <a16:creationId xmlns:a16="http://schemas.microsoft.com/office/drawing/2014/main" id="{E9E8AA24-7BE4-48CC-9651-A0C0BDCA86BB}"/>
                  </a:ext>
                </a:extLst>
              </p:cNvPr>
              <p:cNvSpPr/>
              <p:nvPr/>
            </p:nvSpPr>
            <p:spPr>
              <a:xfrm>
                <a:off x="937382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603" name="Rectangle 7602">
                <a:extLst>
                  <a:ext uri="{FF2B5EF4-FFF2-40B4-BE49-F238E27FC236}">
                    <a16:creationId xmlns:a16="http://schemas.microsoft.com/office/drawing/2014/main" id="{5AD14553-DFCB-41AC-914D-8BC53D83B4DB}"/>
                  </a:ext>
                </a:extLst>
              </p:cNvPr>
              <p:cNvSpPr/>
              <p:nvPr/>
            </p:nvSpPr>
            <p:spPr>
              <a:xfrm>
                <a:off x="1117214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604" name="Rectangle 7603">
                <a:extLst>
                  <a:ext uri="{FF2B5EF4-FFF2-40B4-BE49-F238E27FC236}">
                    <a16:creationId xmlns:a16="http://schemas.microsoft.com/office/drawing/2014/main" id="{A316032A-87F0-4502-BC7E-864A70483D67}"/>
                  </a:ext>
                </a:extLst>
              </p:cNvPr>
              <p:cNvSpPr/>
              <p:nvPr/>
            </p:nvSpPr>
            <p:spPr>
              <a:xfrm>
                <a:off x="1297130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605" name="Rectangle 7604">
                <a:extLst>
                  <a:ext uri="{FF2B5EF4-FFF2-40B4-BE49-F238E27FC236}">
                    <a16:creationId xmlns:a16="http://schemas.microsoft.com/office/drawing/2014/main" id="{8B04A37E-8D97-4B1D-948B-D23E208A7C8F}"/>
                  </a:ext>
                </a:extLst>
              </p:cNvPr>
              <p:cNvSpPr/>
              <p:nvPr/>
            </p:nvSpPr>
            <p:spPr>
              <a:xfrm>
                <a:off x="757382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606" name="Rectangle 7605">
                <a:extLst>
                  <a:ext uri="{FF2B5EF4-FFF2-40B4-BE49-F238E27FC236}">
                    <a16:creationId xmlns:a16="http://schemas.microsoft.com/office/drawing/2014/main" id="{4E2AC16B-51E1-41D7-850D-089913FA0710}"/>
                  </a:ext>
                </a:extLst>
              </p:cNvPr>
              <p:cNvSpPr/>
              <p:nvPr/>
            </p:nvSpPr>
            <p:spPr>
              <a:xfrm>
                <a:off x="577466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607" name="Rectangle 7606">
                <a:extLst>
                  <a:ext uri="{FF2B5EF4-FFF2-40B4-BE49-F238E27FC236}">
                    <a16:creationId xmlns:a16="http://schemas.microsoft.com/office/drawing/2014/main" id="{ABD2CAC0-2F5A-43BF-9285-075F799C766E}"/>
                  </a:ext>
                </a:extLst>
              </p:cNvPr>
              <p:cNvSpPr/>
              <p:nvPr/>
            </p:nvSpPr>
            <p:spPr>
              <a:xfrm>
                <a:off x="937298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608" name="Rectangle 7607">
                <a:extLst>
                  <a:ext uri="{FF2B5EF4-FFF2-40B4-BE49-F238E27FC236}">
                    <a16:creationId xmlns:a16="http://schemas.microsoft.com/office/drawing/2014/main" id="{999CE40A-43D1-483F-B106-A1856CAA9F04}"/>
                  </a:ext>
                </a:extLst>
              </p:cNvPr>
              <p:cNvSpPr/>
              <p:nvPr/>
            </p:nvSpPr>
            <p:spPr>
              <a:xfrm>
                <a:off x="1117130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609" name="Rectangle 7608">
                <a:extLst>
                  <a:ext uri="{FF2B5EF4-FFF2-40B4-BE49-F238E27FC236}">
                    <a16:creationId xmlns:a16="http://schemas.microsoft.com/office/drawing/2014/main" id="{C0F37D39-5B1E-4FAC-B92D-81898ED4650F}"/>
                  </a:ext>
                </a:extLst>
              </p:cNvPr>
              <p:cNvSpPr/>
              <p:nvPr/>
            </p:nvSpPr>
            <p:spPr>
              <a:xfrm>
                <a:off x="1297046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610" name="Rectangle 7609">
                <a:extLst>
                  <a:ext uri="{FF2B5EF4-FFF2-40B4-BE49-F238E27FC236}">
                    <a16:creationId xmlns:a16="http://schemas.microsoft.com/office/drawing/2014/main" id="{9484DA9C-513E-45E5-8E6A-11E52AC4CEC4}"/>
                  </a:ext>
                </a:extLst>
              </p:cNvPr>
              <p:cNvSpPr/>
              <p:nvPr/>
            </p:nvSpPr>
            <p:spPr>
              <a:xfrm>
                <a:off x="577340" y="167393"/>
                <a:ext cx="900000" cy="974051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3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</p:grpSp>
        <p:grpSp>
          <p:nvGrpSpPr>
            <p:cNvPr id="7423" name="Groupe 7422"/>
            <p:cNvGrpSpPr/>
            <p:nvPr userDrawn="1"/>
          </p:nvGrpSpPr>
          <p:grpSpPr>
            <a:xfrm>
              <a:off x="5974022" y="120959"/>
              <a:ext cx="900000" cy="975016"/>
              <a:chOff x="577340" y="166428"/>
              <a:chExt cx="900000" cy="975016"/>
            </a:xfrm>
          </p:grpSpPr>
          <p:sp>
            <p:nvSpPr>
              <p:cNvPr id="7559" name="Rectangle 7558">
                <a:extLst>
                  <a:ext uri="{FF2B5EF4-FFF2-40B4-BE49-F238E27FC236}">
                    <a16:creationId xmlns:a16="http://schemas.microsoft.com/office/drawing/2014/main" id="{2072BB47-84CB-47FD-8A25-43491CA83C8F}"/>
                  </a:ext>
                </a:extLst>
              </p:cNvPr>
              <p:cNvSpPr/>
              <p:nvPr/>
            </p:nvSpPr>
            <p:spPr>
              <a:xfrm>
                <a:off x="757550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560" name="Rectangle 7559">
                <a:extLst>
                  <a:ext uri="{FF2B5EF4-FFF2-40B4-BE49-F238E27FC236}">
                    <a16:creationId xmlns:a16="http://schemas.microsoft.com/office/drawing/2014/main" id="{FD392A82-503D-4B66-9AF9-9E65B8C12603}"/>
                  </a:ext>
                </a:extLst>
              </p:cNvPr>
              <p:cNvSpPr/>
              <p:nvPr/>
            </p:nvSpPr>
            <p:spPr>
              <a:xfrm>
                <a:off x="577634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561" name="Rectangle 7560">
                <a:extLst>
                  <a:ext uri="{FF2B5EF4-FFF2-40B4-BE49-F238E27FC236}">
                    <a16:creationId xmlns:a16="http://schemas.microsoft.com/office/drawing/2014/main" id="{E8131C02-69AB-405B-82D1-978E3C621405}"/>
                  </a:ext>
                </a:extLst>
              </p:cNvPr>
              <p:cNvSpPr/>
              <p:nvPr/>
            </p:nvSpPr>
            <p:spPr>
              <a:xfrm>
                <a:off x="937466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562" name="Rectangle 7561">
                <a:extLst>
                  <a:ext uri="{FF2B5EF4-FFF2-40B4-BE49-F238E27FC236}">
                    <a16:creationId xmlns:a16="http://schemas.microsoft.com/office/drawing/2014/main" id="{F369E73F-6F1E-4CCA-9F58-1EF6C7EB008B}"/>
                  </a:ext>
                </a:extLst>
              </p:cNvPr>
              <p:cNvSpPr/>
              <p:nvPr/>
            </p:nvSpPr>
            <p:spPr>
              <a:xfrm>
                <a:off x="1117298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563" name="Rectangle 7562">
                <a:extLst>
                  <a:ext uri="{FF2B5EF4-FFF2-40B4-BE49-F238E27FC236}">
                    <a16:creationId xmlns:a16="http://schemas.microsoft.com/office/drawing/2014/main" id="{E4D8B003-AF02-4D34-8F85-57B55CDD3871}"/>
                  </a:ext>
                </a:extLst>
              </p:cNvPr>
              <p:cNvSpPr/>
              <p:nvPr/>
            </p:nvSpPr>
            <p:spPr>
              <a:xfrm>
                <a:off x="1297214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564" name="Rectangle 7563">
                <a:extLst>
                  <a:ext uri="{FF2B5EF4-FFF2-40B4-BE49-F238E27FC236}">
                    <a16:creationId xmlns:a16="http://schemas.microsoft.com/office/drawing/2014/main" id="{14BBDF8A-4682-45D3-ABAD-64B00A4ED731}"/>
                  </a:ext>
                </a:extLst>
              </p:cNvPr>
              <p:cNvSpPr/>
              <p:nvPr/>
            </p:nvSpPr>
            <p:spPr>
              <a:xfrm>
                <a:off x="757466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565" name="Rectangle 7564">
                <a:extLst>
                  <a:ext uri="{FF2B5EF4-FFF2-40B4-BE49-F238E27FC236}">
                    <a16:creationId xmlns:a16="http://schemas.microsoft.com/office/drawing/2014/main" id="{C13E0C4B-1D4F-471E-A5AD-E4BC58BB3024}"/>
                  </a:ext>
                </a:extLst>
              </p:cNvPr>
              <p:cNvSpPr/>
              <p:nvPr/>
            </p:nvSpPr>
            <p:spPr>
              <a:xfrm>
                <a:off x="577550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566" name="Rectangle 7565">
                <a:extLst>
                  <a:ext uri="{FF2B5EF4-FFF2-40B4-BE49-F238E27FC236}">
                    <a16:creationId xmlns:a16="http://schemas.microsoft.com/office/drawing/2014/main" id="{1E8CE2AB-2430-43FD-88E9-634F132AAB31}"/>
                  </a:ext>
                </a:extLst>
              </p:cNvPr>
              <p:cNvSpPr/>
              <p:nvPr/>
            </p:nvSpPr>
            <p:spPr>
              <a:xfrm>
                <a:off x="937382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567" name="Rectangle 7566">
                <a:extLst>
                  <a:ext uri="{FF2B5EF4-FFF2-40B4-BE49-F238E27FC236}">
                    <a16:creationId xmlns:a16="http://schemas.microsoft.com/office/drawing/2014/main" id="{9E64BB36-121D-45B5-AE9E-04F22BB2C216}"/>
                  </a:ext>
                </a:extLst>
              </p:cNvPr>
              <p:cNvSpPr/>
              <p:nvPr/>
            </p:nvSpPr>
            <p:spPr>
              <a:xfrm>
                <a:off x="1117214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568" name="Rectangle 7567">
                <a:extLst>
                  <a:ext uri="{FF2B5EF4-FFF2-40B4-BE49-F238E27FC236}">
                    <a16:creationId xmlns:a16="http://schemas.microsoft.com/office/drawing/2014/main" id="{13321878-5F07-4A14-B23A-57FA538E97B3}"/>
                  </a:ext>
                </a:extLst>
              </p:cNvPr>
              <p:cNvSpPr/>
              <p:nvPr/>
            </p:nvSpPr>
            <p:spPr>
              <a:xfrm>
                <a:off x="1297130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569" name="Rectangle 7568">
                <a:extLst>
                  <a:ext uri="{FF2B5EF4-FFF2-40B4-BE49-F238E27FC236}">
                    <a16:creationId xmlns:a16="http://schemas.microsoft.com/office/drawing/2014/main" id="{3E8B26BB-C162-4CAF-8919-EF4839B4A043}"/>
                  </a:ext>
                </a:extLst>
              </p:cNvPr>
              <p:cNvSpPr/>
              <p:nvPr/>
            </p:nvSpPr>
            <p:spPr>
              <a:xfrm>
                <a:off x="757550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570" name="Rectangle 7569">
                <a:extLst>
                  <a:ext uri="{FF2B5EF4-FFF2-40B4-BE49-F238E27FC236}">
                    <a16:creationId xmlns:a16="http://schemas.microsoft.com/office/drawing/2014/main" id="{C8C38007-7AE0-49F4-AA4F-ED66905690A4}"/>
                  </a:ext>
                </a:extLst>
              </p:cNvPr>
              <p:cNvSpPr/>
              <p:nvPr/>
            </p:nvSpPr>
            <p:spPr>
              <a:xfrm>
                <a:off x="577634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571" name="Rectangle 7570">
                <a:extLst>
                  <a:ext uri="{FF2B5EF4-FFF2-40B4-BE49-F238E27FC236}">
                    <a16:creationId xmlns:a16="http://schemas.microsoft.com/office/drawing/2014/main" id="{5A8361CA-680F-45F3-A21C-8BEEE02F34C3}"/>
                  </a:ext>
                </a:extLst>
              </p:cNvPr>
              <p:cNvSpPr/>
              <p:nvPr/>
            </p:nvSpPr>
            <p:spPr>
              <a:xfrm>
                <a:off x="937466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572" name="Rectangle 7571">
                <a:extLst>
                  <a:ext uri="{FF2B5EF4-FFF2-40B4-BE49-F238E27FC236}">
                    <a16:creationId xmlns:a16="http://schemas.microsoft.com/office/drawing/2014/main" id="{3C722730-A2DD-4CBE-B807-91549D72388A}"/>
                  </a:ext>
                </a:extLst>
              </p:cNvPr>
              <p:cNvSpPr/>
              <p:nvPr/>
            </p:nvSpPr>
            <p:spPr>
              <a:xfrm>
                <a:off x="1117298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573" name="Rectangle 7572">
                <a:extLst>
                  <a:ext uri="{FF2B5EF4-FFF2-40B4-BE49-F238E27FC236}">
                    <a16:creationId xmlns:a16="http://schemas.microsoft.com/office/drawing/2014/main" id="{4B63B2AA-AD7D-4206-AB24-8D005AC5273B}"/>
                  </a:ext>
                </a:extLst>
              </p:cNvPr>
              <p:cNvSpPr/>
              <p:nvPr/>
            </p:nvSpPr>
            <p:spPr>
              <a:xfrm>
                <a:off x="1297214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574" name="Rectangle 7573">
                <a:extLst>
                  <a:ext uri="{FF2B5EF4-FFF2-40B4-BE49-F238E27FC236}">
                    <a16:creationId xmlns:a16="http://schemas.microsoft.com/office/drawing/2014/main" id="{AA6F6B95-5E2C-4B16-9D85-A798791032F6}"/>
                  </a:ext>
                </a:extLst>
              </p:cNvPr>
              <p:cNvSpPr/>
              <p:nvPr/>
            </p:nvSpPr>
            <p:spPr>
              <a:xfrm>
                <a:off x="757466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575" name="Rectangle 7574">
                <a:extLst>
                  <a:ext uri="{FF2B5EF4-FFF2-40B4-BE49-F238E27FC236}">
                    <a16:creationId xmlns:a16="http://schemas.microsoft.com/office/drawing/2014/main" id="{F2D828FA-E322-4A76-B5BA-9F0DD3C3E38E}"/>
                  </a:ext>
                </a:extLst>
              </p:cNvPr>
              <p:cNvSpPr/>
              <p:nvPr/>
            </p:nvSpPr>
            <p:spPr>
              <a:xfrm>
                <a:off x="577550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576" name="Rectangle 7575">
                <a:extLst>
                  <a:ext uri="{FF2B5EF4-FFF2-40B4-BE49-F238E27FC236}">
                    <a16:creationId xmlns:a16="http://schemas.microsoft.com/office/drawing/2014/main" id="{E9E8AA24-7BE4-48CC-9651-A0C0BDCA86BB}"/>
                  </a:ext>
                </a:extLst>
              </p:cNvPr>
              <p:cNvSpPr/>
              <p:nvPr/>
            </p:nvSpPr>
            <p:spPr>
              <a:xfrm>
                <a:off x="937382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577" name="Rectangle 7576">
                <a:extLst>
                  <a:ext uri="{FF2B5EF4-FFF2-40B4-BE49-F238E27FC236}">
                    <a16:creationId xmlns:a16="http://schemas.microsoft.com/office/drawing/2014/main" id="{5AD14553-DFCB-41AC-914D-8BC53D83B4DB}"/>
                  </a:ext>
                </a:extLst>
              </p:cNvPr>
              <p:cNvSpPr/>
              <p:nvPr/>
            </p:nvSpPr>
            <p:spPr>
              <a:xfrm>
                <a:off x="1117214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578" name="Rectangle 7577">
                <a:extLst>
                  <a:ext uri="{FF2B5EF4-FFF2-40B4-BE49-F238E27FC236}">
                    <a16:creationId xmlns:a16="http://schemas.microsoft.com/office/drawing/2014/main" id="{A316032A-87F0-4502-BC7E-864A70483D67}"/>
                  </a:ext>
                </a:extLst>
              </p:cNvPr>
              <p:cNvSpPr/>
              <p:nvPr/>
            </p:nvSpPr>
            <p:spPr>
              <a:xfrm>
                <a:off x="1297130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579" name="Rectangle 7578">
                <a:extLst>
                  <a:ext uri="{FF2B5EF4-FFF2-40B4-BE49-F238E27FC236}">
                    <a16:creationId xmlns:a16="http://schemas.microsoft.com/office/drawing/2014/main" id="{8B04A37E-8D97-4B1D-948B-D23E208A7C8F}"/>
                  </a:ext>
                </a:extLst>
              </p:cNvPr>
              <p:cNvSpPr/>
              <p:nvPr/>
            </p:nvSpPr>
            <p:spPr>
              <a:xfrm>
                <a:off x="757382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580" name="Rectangle 7579">
                <a:extLst>
                  <a:ext uri="{FF2B5EF4-FFF2-40B4-BE49-F238E27FC236}">
                    <a16:creationId xmlns:a16="http://schemas.microsoft.com/office/drawing/2014/main" id="{4E2AC16B-51E1-41D7-850D-089913FA0710}"/>
                  </a:ext>
                </a:extLst>
              </p:cNvPr>
              <p:cNvSpPr/>
              <p:nvPr/>
            </p:nvSpPr>
            <p:spPr>
              <a:xfrm>
                <a:off x="577466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581" name="Rectangle 7580">
                <a:extLst>
                  <a:ext uri="{FF2B5EF4-FFF2-40B4-BE49-F238E27FC236}">
                    <a16:creationId xmlns:a16="http://schemas.microsoft.com/office/drawing/2014/main" id="{ABD2CAC0-2F5A-43BF-9285-075F799C766E}"/>
                  </a:ext>
                </a:extLst>
              </p:cNvPr>
              <p:cNvSpPr/>
              <p:nvPr/>
            </p:nvSpPr>
            <p:spPr>
              <a:xfrm>
                <a:off x="937298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582" name="Rectangle 7581">
                <a:extLst>
                  <a:ext uri="{FF2B5EF4-FFF2-40B4-BE49-F238E27FC236}">
                    <a16:creationId xmlns:a16="http://schemas.microsoft.com/office/drawing/2014/main" id="{999CE40A-43D1-483F-B106-A1856CAA9F04}"/>
                  </a:ext>
                </a:extLst>
              </p:cNvPr>
              <p:cNvSpPr/>
              <p:nvPr/>
            </p:nvSpPr>
            <p:spPr>
              <a:xfrm>
                <a:off x="1117130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583" name="Rectangle 7582">
                <a:extLst>
                  <a:ext uri="{FF2B5EF4-FFF2-40B4-BE49-F238E27FC236}">
                    <a16:creationId xmlns:a16="http://schemas.microsoft.com/office/drawing/2014/main" id="{C0F37D39-5B1E-4FAC-B92D-81898ED4650F}"/>
                  </a:ext>
                </a:extLst>
              </p:cNvPr>
              <p:cNvSpPr/>
              <p:nvPr/>
            </p:nvSpPr>
            <p:spPr>
              <a:xfrm>
                <a:off x="1297046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584" name="Rectangle 7583">
                <a:extLst>
                  <a:ext uri="{FF2B5EF4-FFF2-40B4-BE49-F238E27FC236}">
                    <a16:creationId xmlns:a16="http://schemas.microsoft.com/office/drawing/2014/main" id="{9484DA9C-513E-45E5-8E6A-11E52AC4CEC4}"/>
                  </a:ext>
                </a:extLst>
              </p:cNvPr>
              <p:cNvSpPr/>
              <p:nvPr/>
            </p:nvSpPr>
            <p:spPr>
              <a:xfrm>
                <a:off x="577340" y="167393"/>
                <a:ext cx="900000" cy="974051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3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</p:grpSp>
        <p:grpSp>
          <p:nvGrpSpPr>
            <p:cNvPr id="7424" name="Groupe 7423"/>
            <p:cNvGrpSpPr/>
            <p:nvPr userDrawn="1"/>
          </p:nvGrpSpPr>
          <p:grpSpPr>
            <a:xfrm>
              <a:off x="6873476" y="119996"/>
              <a:ext cx="900000" cy="975016"/>
              <a:chOff x="577340" y="166428"/>
              <a:chExt cx="900000" cy="975016"/>
            </a:xfrm>
          </p:grpSpPr>
          <p:sp>
            <p:nvSpPr>
              <p:cNvPr id="7533" name="Rectangle 7532">
                <a:extLst>
                  <a:ext uri="{FF2B5EF4-FFF2-40B4-BE49-F238E27FC236}">
                    <a16:creationId xmlns:a16="http://schemas.microsoft.com/office/drawing/2014/main" id="{2072BB47-84CB-47FD-8A25-43491CA83C8F}"/>
                  </a:ext>
                </a:extLst>
              </p:cNvPr>
              <p:cNvSpPr/>
              <p:nvPr/>
            </p:nvSpPr>
            <p:spPr>
              <a:xfrm>
                <a:off x="757550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534" name="Rectangle 7533">
                <a:extLst>
                  <a:ext uri="{FF2B5EF4-FFF2-40B4-BE49-F238E27FC236}">
                    <a16:creationId xmlns:a16="http://schemas.microsoft.com/office/drawing/2014/main" id="{FD392A82-503D-4B66-9AF9-9E65B8C12603}"/>
                  </a:ext>
                </a:extLst>
              </p:cNvPr>
              <p:cNvSpPr/>
              <p:nvPr/>
            </p:nvSpPr>
            <p:spPr>
              <a:xfrm>
                <a:off x="577634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535" name="Rectangle 7534">
                <a:extLst>
                  <a:ext uri="{FF2B5EF4-FFF2-40B4-BE49-F238E27FC236}">
                    <a16:creationId xmlns:a16="http://schemas.microsoft.com/office/drawing/2014/main" id="{E8131C02-69AB-405B-82D1-978E3C621405}"/>
                  </a:ext>
                </a:extLst>
              </p:cNvPr>
              <p:cNvSpPr/>
              <p:nvPr/>
            </p:nvSpPr>
            <p:spPr>
              <a:xfrm>
                <a:off x="937466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536" name="Rectangle 7535">
                <a:extLst>
                  <a:ext uri="{FF2B5EF4-FFF2-40B4-BE49-F238E27FC236}">
                    <a16:creationId xmlns:a16="http://schemas.microsoft.com/office/drawing/2014/main" id="{F369E73F-6F1E-4CCA-9F58-1EF6C7EB008B}"/>
                  </a:ext>
                </a:extLst>
              </p:cNvPr>
              <p:cNvSpPr/>
              <p:nvPr/>
            </p:nvSpPr>
            <p:spPr>
              <a:xfrm>
                <a:off x="1117298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537" name="Rectangle 7536">
                <a:extLst>
                  <a:ext uri="{FF2B5EF4-FFF2-40B4-BE49-F238E27FC236}">
                    <a16:creationId xmlns:a16="http://schemas.microsoft.com/office/drawing/2014/main" id="{E4D8B003-AF02-4D34-8F85-57B55CDD3871}"/>
                  </a:ext>
                </a:extLst>
              </p:cNvPr>
              <p:cNvSpPr/>
              <p:nvPr/>
            </p:nvSpPr>
            <p:spPr>
              <a:xfrm>
                <a:off x="1297214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538" name="Rectangle 7537">
                <a:extLst>
                  <a:ext uri="{FF2B5EF4-FFF2-40B4-BE49-F238E27FC236}">
                    <a16:creationId xmlns:a16="http://schemas.microsoft.com/office/drawing/2014/main" id="{14BBDF8A-4682-45D3-ABAD-64B00A4ED731}"/>
                  </a:ext>
                </a:extLst>
              </p:cNvPr>
              <p:cNvSpPr/>
              <p:nvPr/>
            </p:nvSpPr>
            <p:spPr>
              <a:xfrm>
                <a:off x="757466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539" name="Rectangle 7538">
                <a:extLst>
                  <a:ext uri="{FF2B5EF4-FFF2-40B4-BE49-F238E27FC236}">
                    <a16:creationId xmlns:a16="http://schemas.microsoft.com/office/drawing/2014/main" id="{C13E0C4B-1D4F-471E-A5AD-E4BC58BB3024}"/>
                  </a:ext>
                </a:extLst>
              </p:cNvPr>
              <p:cNvSpPr/>
              <p:nvPr/>
            </p:nvSpPr>
            <p:spPr>
              <a:xfrm>
                <a:off x="577550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540" name="Rectangle 7539">
                <a:extLst>
                  <a:ext uri="{FF2B5EF4-FFF2-40B4-BE49-F238E27FC236}">
                    <a16:creationId xmlns:a16="http://schemas.microsoft.com/office/drawing/2014/main" id="{1E8CE2AB-2430-43FD-88E9-634F132AAB31}"/>
                  </a:ext>
                </a:extLst>
              </p:cNvPr>
              <p:cNvSpPr/>
              <p:nvPr/>
            </p:nvSpPr>
            <p:spPr>
              <a:xfrm>
                <a:off x="937382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541" name="Rectangle 7540">
                <a:extLst>
                  <a:ext uri="{FF2B5EF4-FFF2-40B4-BE49-F238E27FC236}">
                    <a16:creationId xmlns:a16="http://schemas.microsoft.com/office/drawing/2014/main" id="{9E64BB36-121D-45B5-AE9E-04F22BB2C216}"/>
                  </a:ext>
                </a:extLst>
              </p:cNvPr>
              <p:cNvSpPr/>
              <p:nvPr/>
            </p:nvSpPr>
            <p:spPr>
              <a:xfrm>
                <a:off x="1117214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542" name="Rectangle 7541">
                <a:extLst>
                  <a:ext uri="{FF2B5EF4-FFF2-40B4-BE49-F238E27FC236}">
                    <a16:creationId xmlns:a16="http://schemas.microsoft.com/office/drawing/2014/main" id="{13321878-5F07-4A14-B23A-57FA538E97B3}"/>
                  </a:ext>
                </a:extLst>
              </p:cNvPr>
              <p:cNvSpPr/>
              <p:nvPr/>
            </p:nvSpPr>
            <p:spPr>
              <a:xfrm>
                <a:off x="1297130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543" name="Rectangle 7542">
                <a:extLst>
                  <a:ext uri="{FF2B5EF4-FFF2-40B4-BE49-F238E27FC236}">
                    <a16:creationId xmlns:a16="http://schemas.microsoft.com/office/drawing/2014/main" id="{3E8B26BB-C162-4CAF-8919-EF4839B4A043}"/>
                  </a:ext>
                </a:extLst>
              </p:cNvPr>
              <p:cNvSpPr/>
              <p:nvPr/>
            </p:nvSpPr>
            <p:spPr>
              <a:xfrm>
                <a:off x="757550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544" name="Rectangle 7543">
                <a:extLst>
                  <a:ext uri="{FF2B5EF4-FFF2-40B4-BE49-F238E27FC236}">
                    <a16:creationId xmlns:a16="http://schemas.microsoft.com/office/drawing/2014/main" id="{C8C38007-7AE0-49F4-AA4F-ED66905690A4}"/>
                  </a:ext>
                </a:extLst>
              </p:cNvPr>
              <p:cNvSpPr/>
              <p:nvPr/>
            </p:nvSpPr>
            <p:spPr>
              <a:xfrm>
                <a:off x="577634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545" name="Rectangle 7544">
                <a:extLst>
                  <a:ext uri="{FF2B5EF4-FFF2-40B4-BE49-F238E27FC236}">
                    <a16:creationId xmlns:a16="http://schemas.microsoft.com/office/drawing/2014/main" id="{5A8361CA-680F-45F3-A21C-8BEEE02F34C3}"/>
                  </a:ext>
                </a:extLst>
              </p:cNvPr>
              <p:cNvSpPr/>
              <p:nvPr/>
            </p:nvSpPr>
            <p:spPr>
              <a:xfrm>
                <a:off x="937466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546" name="Rectangle 7545">
                <a:extLst>
                  <a:ext uri="{FF2B5EF4-FFF2-40B4-BE49-F238E27FC236}">
                    <a16:creationId xmlns:a16="http://schemas.microsoft.com/office/drawing/2014/main" id="{3C722730-A2DD-4CBE-B807-91549D72388A}"/>
                  </a:ext>
                </a:extLst>
              </p:cNvPr>
              <p:cNvSpPr/>
              <p:nvPr/>
            </p:nvSpPr>
            <p:spPr>
              <a:xfrm>
                <a:off x="1117298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547" name="Rectangle 7546">
                <a:extLst>
                  <a:ext uri="{FF2B5EF4-FFF2-40B4-BE49-F238E27FC236}">
                    <a16:creationId xmlns:a16="http://schemas.microsoft.com/office/drawing/2014/main" id="{4B63B2AA-AD7D-4206-AB24-8D005AC5273B}"/>
                  </a:ext>
                </a:extLst>
              </p:cNvPr>
              <p:cNvSpPr/>
              <p:nvPr/>
            </p:nvSpPr>
            <p:spPr>
              <a:xfrm>
                <a:off x="1297214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548" name="Rectangle 7547">
                <a:extLst>
                  <a:ext uri="{FF2B5EF4-FFF2-40B4-BE49-F238E27FC236}">
                    <a16:creationId xmlns:a16="http://schemas.microsoft.com/office/drawing/2014/main" id="{AA6F6B95-5E2C-4B16-9D85-A798791032F6}"/>
                  </a:ext>
                </a:extLst>
              </p:cNvPr>
              <p:cNvSpPr/>
              <p:nvPr/>
            </p:nvSpPr>
            <p:spPr>
              <a:xfrm>
                <a:off x="757466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549" name="Rectangle 7548">
                <a:extLst>
                  <a:ext uri="{FF2B5EF4-FFF2-40B4-BE49-F238E27FC236}">
                    <a16:creationId xmlns:a16="http://schemas.microsoft.com/office/drawing/2014/main" id="{F2D828FA-E322-4A76-B5BA-9F0DD3C3E38E}"/>
                  </a:ext>
                </a:extLst>
              </p:cNvPr>
              <p:cNvSpPr/>
              <p:nvPr/>
            </p:nvSpPr>
            <p:spPr>
              <a:xfrm>
                <a:off x="577550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550" name="Rectangle 7549">
                <a:extLst>
                  <a:ext uri="{FF2B5EF4-FFF2-40B4-BE49-F238E27FC236}">
                    <a16:creationId xmlns:a16="http://schemas.microsoft.com/office/drawing/2014/main" id="{E9E8AA24-7BE4-48CC-9651-A0C0BDCA86BB}"/>
                  </a:ext>
                </a:extLst>
              </p:cNvPr>
              <p:cNvSpPr/>
              <p:nvPr/>
            </p:nvSpPr>
            <p:spPr>
              <a:xfrm>
                <a:off x="937382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551" name="Rectangle 7550">
                <a:extLst>
                  <a:ext uri="{FF2B5EF4-FFF2-40B4-BE49-F238E27FC236}">
                    <a16:creationId xmlns:a16="http://schemas.microsoft.com/office/drawing/2014/main" id="{5AD14553-DFCB-41AC-914D-8BC53D83B4DB}"/>
                  </a:ext>
                </a:extLst>
              </p:cNvPr>
              <p:cNvSpPr/>
              <p:nvPr/>
            </p:nvSpPr>
            <p:spPr>
              <a:xfrm>
                <a:off x="1117214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552" name="Rectangle 7551">
                <a:extLst>
                  <a:ext uri="{FF2B5EF4-FFF2-40B4-BE49-F238E27FC236}">
                    <a16:creationId xmlns:a16="http://schemas.microsoft.com/office/drawing/2014/main" id="{A316032A-87F0-4502-BC7E-864A70483D67}"/>
                  </a:ext>
                </a:extLst>
              </p:cNvPr>
              <p:cNvSpPr/>
              <p:nvPr/>
            </p:nvSpPr>
            <p:spPr>
              <a:xfrm>
                <a:off x="1297130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553" name="Rectangle 7552">
                <a:extLst>
                  <a:ext uri="{FF2B5EF4-FFF2-40B4-BE49-F238E27FC236}">
                    <a16:creationId xmlns:a16="http://schemas.microsoft.com/office/drawing/2014/main" id="{8B04A37E-8D97-4B1D-948B-D23E208A7C8F}"/>
                  </a:ext>
                </a:extLst>
              </p:cNvPr>
              <p:cNvSpPr/>
              <p:nvPr/>
            </p:nvSpPr>
            <p:spPr>
              <a:xfrm>
                <a:off x="757382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554" name="Rectangle 7553">
                <a:extLst>
                  <a:ext uri="{FF2B5EF4-FFF2-40B4-BE49-F238E27FC236}">
                    <a16:creationId xmlns:a16="http://schemas.microsoft.com/office/drawing/2014/main" id="{4E2AC16B-51E1-41D7-850D-089913FA0710}"/>
                  </a:ext>
                </a:extLst>
              </p:cNvPr>
              <p:cNvSpPr/>
              <p:nvPr/>
            </p:nvSpPr>
            <p:spPr>
              <a:xfrm>
                <a:off x="577466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555" name="Rectangle 7554">
                <a:extLst>
                  <a:ext uri="{FF2B5EF4-FFF2-40B4-BE49-F238E27FC236}">
                    <a16:creationId xmlns:a16="http://schemas.microsoft.com/office/drawing/2014/main" id="{ABD2CAC0-2F5A-43BF-9285-075F799C766E}"/>
                  </a:ext>
                </a:extLst>
              </p:cNvPr>
              <p:cNvSpPr/>
              <p:nvPr/>
            </p:nvSpPr>
            <p:spPr>
              <a:xfrm>
                <a:off x="937298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556" name="Rectangle 7555">
                <a:extLst>
                  <a:ext uri="{FF2B5EF4-FFF2-40B4-BE49-F238E27FC236}">
                    <a16:creationId xmlns:a16="http://schemas.microsoft.com/office/drawing/2014/main" id="{999CE40A-43D1-483F-B106-A1856CAA9F04}"/>
                  </a:ext>
                </a:extLst>
              </p:cNvPr>
              <p:cNvSpPr/>
              <p:nvPr/>
            </p:nvSpPr>
            <p:spPr>
              <a:xfrm>
                <a:off x="1117130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557" name="Rectangle 7556">
                <a:extLst>
                  <a:ext uri="{FF2B5EF4-FFF2-40B4-BE49-F238E27FC236}">
                    <a16:creationId xmlns:a16="http://schemas.microsoft.com/office/drawing/2014/main" id="{C0F37D39-5B1E-4FAC-B92D-81898ED4650F}"/>
                  </a:ext>
                </a:extLst>
              </p:cNvPr>
              <p:cNvSpPr/>
              <p:nvPr/>
            </p:nvSpPr>
            <p:spPr>
              <a:xfrm>
                <a:off x="1297046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558" name="Rectangle 7557">
                <a:extLst>
                  <a:ext uri="{FF2B5EF4-FFF2-40B4-BE49-F238E27FC236}">
                    <a16:creationId xmlns:a16="http://schemas.microsoft.com/office/drawing/2014/main" id="{9484DA9C-513E-45E5-8E6A-11E52AC4CEC4}"/>
                  </a:ext>
                </a:extLst>
              </p:cNvPr>
              <p:cNvSpPr/>
              <p:nvPr/>
            </p:nvSpPr>
            <p:spPr>
              <a:xfrm>
                <a:off x="577340" y="167393"/>
                <a:ext cx="900000" cy="974051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3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</p:grpSp>
        <p:grpSp>
          <p:nvGrpSpPr>
            <p:cNvPr id="7425" name="Groupe 7424"/>
            <p:cNvGrpSpPr/>
            <p:nvPr userDrawn="1"/>
          </p:nvGrpSpPr>
          <p:grpSpPr>
            <a:xfrm>
              <a:off x="7772552" y="119996"/>
              <a:ext cx="900000" cy="975016"/>
              <a:chOff x="577340" y="166428"/>
              <a:chExt cx="900000" cy="975016"/>
            </a:xfrm>
          </p:grpSpPr>
          <p:sp>
            <p:nvSpPr>
              <p:cNvPr id="7507" name="Rectangle 7506">
                <a:extLst>
                  <a:ext uri="{FF2B5EF4-FFF2-40B4-BE49-F238E27FC236}">
                    <a16:creationId xmlns:a16="http://schemas.microsoft.com/office/drawing/2014/main" id="{2072BB47-84CB-47FD-8A25-43491CA83C8F}"/>
                  </a:ext>
                </a:extLst>
              </p:cNvPr>
              <p:cNvSpPr/>
              <p:nvPr/>
            </p:nvSpPr>
            <p:spPr>
              <a:xfrm>
                <a:off x="757550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508" name="Rectangle 7507">
                <a:extLst>
                  <a:ext uri="{FF2B5EF4-FFF2-40B4-BE49-F238E27FC236}">
                    <a16:creationId xmlns:a16="http://schemas.microsoft.com/office/drawing/2014/main" id="{FD392A82-503D-4B66-9AF9-9E65B8C12603}"/>
                  </a:ext>
                </a:extLst>
              </p:cNvPr>
              <p:cNvSpPr/>
              <p:nvPr/>
            </p:nvSpPr>
            <p:spPr>
              <a:xfrm>
                <a:off x="577634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509" name="Rectangle 7508">
                <a:extLst>
                  <a:ext uri="{FF2B5EF4-FFF2-40B4-BE49-F238E27FC236}">
                    <a16:creationId xmlns:a16="http://schemas.microsoft.com/office/drawing/2014/main" id="{E8131C02-69AB-405B-82D1-978E3C621405}"/>
                  </a:ext>
                </a:extLst>
              </p:cNvPr>
              <p:cNvSpPr/>
              <p:nvPr/>
            </p:nvSpPr>
            <p:spPr>
              <a:xfrm>
                <a:off x="937466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510" name="Rectangle 7509">
                <a:extLst>
                  <a:ext uri="{FF2B5EF4-FFF2-40B4-BE49-F238E27FC236}">
                    <a16:creationId xmlns:a16="http://schemas.microsoft.com/office/drawing/2014/main" id="{F369E73F-6F1E-4CCA-9F58-1EF6C7EB008B}"/>
                  </a:ext>
                </a:extLst>
              </p:cNvPr>
              <p:cNvSpPr/>
              <p:nvPr/>
            </p:nvSpPr>
            <p:spPr>
              <a:xfrm>
                <a:off x="1117298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511" name="Rectangle 7510">
                <a:extLst>
                  <a:ext uri="{FF2B5EF4-FFF2-40B4-BE49-F238E27FC236}">
                    <a16:creationId xmlns:a16="http://schemas.microsoft.com/office/drawing/2014/main" id="{E4D8B003-AF02-4D34-8F85-57B55CDD3871}"/>
                  </a:ext>
                </a:extLst>
              </p:cNvPr>
              <p:cNvSpPr/>
              <p:nvPr/>
            </p:nvSpPr>
            <p:spPr>
              <a:xfrm>
                <a:off x="1297214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512" name="Rectangle 7511">
                <a:extLst>
                  <a:ext uri="{FF2B5EF4-FFF2-40B4-BE49-F238E27FC236}">
                    <a16:creationId xmlns:a16="http://schemas.microsoft.com/office/drawing/2014/main" id="{14BBDF8A-4682-45D3-ABAD-64B00A4ED731}"/>
                  </a:ext>
                </a:extLst>
              </p:cNvPr>
              <p:cNvSpPr/>
              <p:nvPr/>
            </p:nvSpPr>
            <p:spPr>
              <a:xfrm>
                <a:off x="757466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513" name="Rectangle 7512">
                <a:extLst>
                  <a:ext uri="{FF2B5EF4-FFF2-40B4-BE49-F238E27FC236}">
                    <a16:creationId xmlns:a16="http://schemas.microsoft.com/office/drawing/2014/main" id="{C13E0C4B-1D4F-471E-A5AD-E4BC58BB3024}"/>
                  </a:ext>
                </a:extLst>
              </p:cNvPr>
              <p:cNvSpPr/>
              <p:nvPr/>
            </p:nvSpPr>
            <p:spPr>
              <a:xfrm>
                <a:off x="577550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514" name="Rectangle 7513">
                <a:extLst>
                  <a:ext uri="{FF2B5EF4-FFF2-40B4-BE49-F238E27FC236}">
                    <a16:creationId xmlns:a16="http://schemas.microsoft.com/office/drawing/2014/main" id="{1E8CE2AB-2430-43FD-88E9-634F132AAB31}"/>
                  </a:ext>
                </a:extLst>
              </p:cNvPr>
              <p:cNvSpPr/>
              <p:nvPr/>
            </p:nvSpPr>
            <p:spPr>
              <a:xfrm>
                <a:off x="937382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515" name="Rectangle 7514">
                <a:extLst>
                  <a:ext uri="{FF2B5EF4-FFF2-40B4-BE49-F238E27FC236}">
                    <a16:creationId xmlns:a16="http://schemas.microsoft.com/office/drawing/2014/main" id="{9E64BB36-121D-45B5-AE9E-04F22BB2C216}"/>
                  </a:ext>
                </a:extLst>
              </p:cNvPr>
              <p:cNvSpPr/>
              <p:nvPr/>
            </p:nvSpPr>
            <p:spPr>
              <a:xfrm>
                <a:off x="1117214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516" name="Rectangle 7515">
                <a:extLst>
                  <a:ext uri="{FF2B5EF4-FFF2-40B4-BE49-F238E27FC236}">
                    <a16:creationId xmlns:a16="http://schemas.microsoft.com/office/drawing/2014/main" id="{13321878-5F07-4A14-B23A-57FA538E97B3}"/>
                  </a:ext>
                </a:extLst>
              </p:cNvPr>
              <p:cNvSpPr/>
              <p:nvPr/>
            </p:nvSpPr>
            <p:spPr>
              <a:xfrm>
                <a:off x="1297130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517" name="Rectangle 7516">
                <a:extLst>
                  <a:ext uri="{FF2B5EF4-FFF2-40B4-BE49-F238E27FC236}">
                    <a16:creationId xmlns:a16="http://schemas.microsoft.com/office/drawing/2014/main" id="{3E8B26BB-C162-4CAF-8919-EF4839B4A043}"/>
                  </a:ext>
                </a:extLst>
              </p:cNvPr>
              <p:cNvSpPr/>
              <p:nvPr/>
            </p:nvSpPr>
            <p:spPr>
              <a:xfrm>
                <a:off x="757550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518" name="Rectangle 7517">
                <a:extLst>
                  <a:ext uri="{FF2B5EF4-FFF2-40B4-BE49-F238E27FC236}">
                    <a16:creationId xmlns:a16="http://schemas.microsoft.com/office/drawing/2014/main" id="{C8C38007-7AE0-49F4-AA4F-ED66905690A4}"/>
                  </a:ext>
                </a:extLst>
              </p:cNvPr>
              <p:cNvSpPr/>
              <p:nvPr/>
            </p:nvSpPr>
            <p:spPr>
              <a:xfrm>
                <a:off x="577634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519" name="Rectangle 7518">
                <a:extLst>
                  <a:ext uri="{FF2B5EF4-FFF2-40B4-BE49-F238E27FC236}">
                    <a16:creationId xmlns:a16="http://schemas.microsoft.com/office/drawing/2014/main" id="{5A8361CA-680F-45F3-A21C-8BEEE02F34C3}"/>
                  </a:ext>
                </a:extLst>
              </p:cNvPr>
              <p:cNvSpPr/>
              <p:nvPr/>
            </p:nvSpPr>
            <p:spPr>
              <a:xfrm>
                <a:off x="937466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520" name="Rectangle 7519">
                <a:extLst>
                  <a:ext uri="{FF2B5EF4-FFF2-40B4-BE49-F238E27FC236}">
                    <a16:creationId xmlns:a16="http://schemas.microsoft.com/office/drawing/2014/main" id="{3C722730-A2DD-4CBE-B807-91549D72388A}"/>
                  </a:ext>
                </a:extLst>
              </p:cNvPr>
              <p:cNvSpPr/>
              <p:nvPr/>
            </p:nvSpPr>
            <p:spPr>
              <a:xfrm>
                <a:off x="1117298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521" name="Rectangle 7520">
                <a:extLst>
                  <a:ext uri="{FF2B5EF4-FFF2-40B4-BE49-F238E27FC236}">
                    <a16:creationId xmlns:a16="http://schemas.microsoft.com/office/drawing/2014/main" id="{4B63B2AA-AD7D-4206-AB24-8D005AC5273B}"/>
                  </a:ext>
                </a:extLst>
              </p:cNvPr>
              <p:cNvSpPr/>
              <p:nvPr/>
            </p:nvSpPr>
            <p:spPr>
              <a:xfrm>
                <a:off x="1297214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522" name="Rectangle 7521">
                <a:extLst>
                  <a:ext uri="{FF2B5EF4-FFF2-40B4-BE49-F238E27FC236}">
                    <a16:creationId xmlns:a16="http://schemas.microsoft.com/office/drawing/2014/main" id="{AA6F6B95-5E2C-4B16-9D85-A798791032F6}"/>
                  </a:ext>
                </a:extLst>
              </p:cNvPr>
              <p:cNvSpPr/>
              <p:nvPr/>
            </p:nvSpPr>
            <p:spPr>
              <a:xfrm>
                <a:off x="757466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523" name="Rectangle 7522">
                <a:extLst>
                  <a:ext uri="{FF2B5EF4-FFF2-40B4-BE49-F238E27FC236}">
                    <a16:creationId xmlns:a16="http://schemas.microsoft.com/office/drawing/2014/main" id="{F2D828FA-E322-4A76-B5BA-9F0DD3C3E38E}"/>
                  </a:ext>
                </a:extLst>
              </p:cNvPr>
              <p:cNvSpPr/>
              <p:nvPr/>
            </p:nvSpPr>
            <p:spPr>
              <a:xfrm>
                <a:off x="577550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524" name="Rectangle 7523">
                <a:extLst>
                  <a:ext uri="{FF2B5EF4-FFF2-40B4-BE49-F238E27FC236}">
                    <a16:creationId xmlns:a16="http://schemas.microsoft.com/office/drawing/2014/main" id="{E9E8AA24-7BE4-48CC-9651-A0C0BDCA86BB}"/>
                  </a:ext>
                </a:extLst>
              </p:cNvPr>
              <p:cNvSpPr/>
              <p:nvPr/>
            </p:nvSpPr>
            <p:spPr>
              <a:xfrm>
                <a:off x="937382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525" name="Rectangle 7524">
                <a:extLst>
                  <a:ext uri="{FF2B5EF4-FFF2-40B4-BE49-F238E27FC236}">
                    <a16:creationId xmlns:a16="http://schemas.microsoft.com/office/drawing/2014/main" id="{5AD14553-DFCB-41AC-914D-8BC53D83B4DB}"/>
                  </a:ext>
                </a:extLst>
              </p:cNvPr>
              <p:cNvSpPr/>
              <p:nvPr/>
            </p:nvSpPr>
            <p:spPr>
              <a:xfrm>
                <a:off x="1117214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526" name="Rectangle 7525">
                <a:extLst>
                  <a:ext uri="{FF2B5EF4-FFF2-40B4-BE49-F238E27FC236}">
                    <a16:creationId xmlns:a16="http://schemas.microsoft.com/office/drawing/2014/main" id="{A316032A-87F0-4502-BC7E-864A70483D67}"/>
                  </a:ext>
                </a:extLst>
              </p:cNvPr>
              <p:cNvSpPr/>
              <p:nvPr/>
            </p:nvSpPr>
            <p:spPr>
              <a:xfrm>
                <a:off x="1297130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527" name="Rectangle 7526">
                <a:extLst>
                  <a:ext uri="{FF2B5EF4-FFF2-40B4-BE49-F238E27FC236}">
                    <a16:creationId xmlns:a16="http://schemas.microsoft.com/office/drawing/2014/main" id="{8B04A37E-8D97-4B1D-948B-D23E208A7C8F}"/>
                  </a:ext>
                </a:extLst>
              </p:cNvPr>
              <p:cNvSpPr/>
              <p:nvPr/>
            </p:nvSpPr>
            <p:spPr>
              <a:xfrm>
                <a:off x="757382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528" name="Rectangle 7527">
                <a:extLst>
                  <a:ext uri="{FF2B5EF4-FFF2-40B4-BE49-F238E27FC236}">
                    <a16:creationId xmlns:a16="http://schemas.microsoft.com/office/drawing/2014/main" id="{4E2AC16B-51E1-41D7-850D-089913FA0710}"/>
                  </a:ext>
                </a:extLst>
              </p:cNvPr>
              <p:cNvSpPr/>
              <p:nvPr/>
            </p:nvSpPr>
            <p:spPr>
              <a:xfrm>
                <a:off x="577466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529" name="Rectangle 7528">
                <a:extLst>
                  <a:ext uri="{FF2B5EF4-FFF2-40B4-BE49-F238E27FC236}">
                    <a16:creationId xmlns:a16="http://schemas.microsoft.com/office/drawing/2014/main" id="{ABD2CAC0-2F5A-43BF-9285-075F799C766E}"/>
                  </a:ext>
                </a:extLst>
              </p:cNvPr>
              <p:cNvSpPr/>
              <p:nvPr/>
            </p:nvSpPr>
            <p:spPr>
              <a:xfrm>
                <a:off x="937298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530" name="Rectangle 7529">
                <a:extLst>
                  <a:ext uri="{FF2B5EF4-FFF2-40B4-BE49-F238E27FC236}">
                    <a16:creationId xmlns:a16="http://schemas.microsoft.com/office/drawing/2014/main" id="{999CE40A-43D1-483F-B106-A1856CAA9F04}"/>
                  </a:ext>
                </a:extLst>
              </p:cNvPr>
              <p:cNvSpPr/>
              <p:nvPr/>
            </p:nvSpPr>
            <p:spPr>
              <a:xfrm>
                <a:off x="1117130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531" name="Rectangle 7530">
                <a:extLst>
                  <a:ext uri="{FF2B5EF4-FFF2-40B4-BE49-F238E27FC236}">
                    <a16:creationId xmlns:a16="http://schemas.microsoft.com/office/drawing/2014/main" id="{C0F37D39-5B1E-4FAC-B92D-81898ED4650F}"/>
                  </a:ext>
                </a:extLst>
              </p:cNvPr>
              <p:cNvSpPr/>
              <p:nvPr/>
            </p:nvSpPr>
            <p:spPr>
              <a:xfrm>
                <a:off x="1297046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532" name="Rectangle 7531">
                <a:extLst>
                  <a:ext uri="{FF2B5EF4-FFF2-40B4-BE49-F238E27FC236}">
                    <a16:creationId xmlns:a16="http://schemas.microsoft.com/office/drawing/2014/main" id="{9484DA9C-513E-45E5-8E6A-11E52AC4CEC4}"/>
                  </a:ext>
                </a:extLst>
              </p:cNvPr>
              <p:cNvSpPr/>
              <p:nvPr/>
            </p:nvSpPr>
            <p:spPr>
              <a:xfrm>
                <a:off x="577340" y="167393"/>
                <a:ext cx="900000" cy="974051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3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</p:grpSp>
        <p:grpSp>
          <p:nvGrpSpPr>
            <p:cNvPr id="7426" name="Groupe 7425"/>
            <p:cNvGrpSpPr/>
            <p:nvPr userDrawn="1"/>
          </p:nvGrpSpPr>
          <p:grpSpPr>
            <a:xfrm>
              <a:off x="8672006" y="119033"/>
              <a:ext cx="900000" cy="975016"/>
              <a:chOff x="577340" y="166428"/>
              <a:chExt cx="900000" cy="975016"/>
            </a:xfrm>
          </p:grpSpPr>
          <p:sp>
            <p:nvSpPr>
              <p:cNvPr id="7481" name="Rectangle 7480">
                <a:extLst>
                  <a:ext uri="{FF2B5EF4-FFF2-40B4-BE49-F238E27FC236}">
                    <a16:creationId xmlns:a16="http://schemas.microsoft.com/office/drawing/2014/main" id="{2072BB47-84CB-47FD-8A25-43491CA83C8F}"/>
                  </a:ext>
                </a:extLst>
              </p:cNvPr>
              <p:cNvSpPr/>
              <p:nvPr/>
            </p:nvSpPr>
            <p:spPr>
              <a:xfrm>
                <a:off x="757550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482" name="Rectangle 7481">
                <a:extLst>
                  <a:ext uri="{FF2B5EF4-FFF2-40B4-BE49-F238E27FC236}">
                    <a16:creationId xmlns:a16="http://schemas.microsoft.com/office/drawing/2014/main" id="{FD392A82-503D-4B66-9AF9-9E65B8C12603}"/>
                  </a:ext>
                </a:extLst>
              </p:cNvPr>
              <p:cNvSpPr/>
              <p:nvPr/>
            </p:nvSpPr>
            <p:spPr>
              <a:xfrm>
                <a:off x="577634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483" name="Rectangle 7482">
                <a:extLst>
                  <a:ext uri="{FF2B5EF4-FFF2-40B4-BE49-F238E27FC236}">
                    <a16:creationId xmlns:a16="http://schemas.microsoft.com/office/drawing/2014/main" id="{E8131C02-69AB-405B-82D1-978E3C621405}"/>
                  </a:ext>
                </a:extLst>
              </p:cNvPr>
              <p:cNvSpPr/>
              <p:nvPr/>
            </p:nvSpPr>
            <p:spPr>
              <a:xfrm>
                <a:off x="937466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484" name="Rectangle 7483">
                <a:extLst>
                  <a:ext uri="{FF2B5EF4-FFF2-40B4-BE49-F238E27FC236}">
                    <a16:creationId xmlns:a16="http://schemas.microsoft.com/office/drawing/2014/main" id="{F369E73F-6F1E-4CCA-9F58-1EF6C7EB008B}"/>
                  </a:ext>
                </a:extLst>
              </p:cNvPr>
              <p:cNvSpPr/>
              <p:nvPr/>
            </p:nvSpPr>
            <p:spPr>
              <a:xfrm>
                <a:off x="1117298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485" name="Rectangle 7484">
                <a:extLst>
                  <a:ext uri="{FF2B5EF4-FFF2-40B4-BE49-F238E27FC236}">
                    <a16:creationId xmlns:a16="http://schemas.microsoft.com/office/drawing/2014/main" id="{E4D8B003-AF02-4D34-8F85-57B55CDD3871}"/>
                  </a:ext>
                </a:extLst>
              </p:cNvPr>
              <p:cNvSpPr/>
              <p:nvPr/>
            </p:nvSpPr>
            <p:spPr>
              <a:xfrm>
                <a:off x="1297214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486" name="Rectangle 7485">
                <a:extLst>
                  <a:ext uri="{FF2B5EF4-FFF2-40B4-BE49-F238E27FC236}">
                    <a16:creationId xmlns:a16="http://schemas.microsoft.com/office/drawing/2014/main" id="{14BBDF8A-4682-45D3-ABAD-64B00A4ED731}"/>
                  </a:ext>
                </a:extLst>
              </p:cNvPr>
              <p:cNvSpPr/>
              <p:nvPr/>
            </p:nvSpPr>
            <p:spPr>
              <a:xfrm>
                <a:off x="757466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487" name="Rectangle 7486">
                <a:extLst>
                  <a:ext uri="{FF2B5EF4-FFF2-40B4-BE49-F238E27FC236}">
                    <a16:creationId xmlns:a16="http://schemas.microsoft.com/office/drawing/2014/main" id="{C13E0C4B-1D4F-471E-A5AD-E4BC58BB3024}"/>
                  </a:ext>
                </a:extLst>
              </p:cNvPr>
              <p:cNvSpPr/>
              <p:nvPr/>
            </p:nvSpPr>
            <p:spPr>
              <a:xfrm>
                <a:off x="577550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488" name="Rectangle 7487">
                <a:extLst>
                  <a:ext uri="{FF2B5EF4-FFF2-40B4-BE49-F238E27FC236}">
                    <a16:creationId xmlns:a16="http://schemas.microsoft.com/office/drawing/2014/main" id="{1E8CE2AB-2430-43FD-88E9-634F132AAB31}"/>
                  </a:ext>
                </a:extLst>
              </p:cNvPr>
              <p:cNvSpPr/>
              <p:nvPr/>
            </p:nvSpPr>
            <p:spPr>
              <a:xfrm>
                <a:off x="937382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489" name="Rectangle 7488">
                <a:extLst>
                  <a:ext uri="{FF2B5EF4-FFF2-40B4-BE49-F238E27FC236}">
                    <a16:creationId xmlns:a16="http://schemas.microsoft.com/office/drawing/2014/main" id="{9E64BB36-121D-45B5-AE9E-04F22BB2C216}"/>
                  </a:ext>
                </a:extLst>
              </p:cNvPr>
              <p:cNvSpPr/>
              <p:nvPr/>
            </p:nvSpPr>
            <p:spPr>
              <a:xfrm>
                <a:off x="1117214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490" name="Rectangle 7489">
                <a:extLst>
                  <a:ext uri="{FF2B5EF4-FFF2-40B4-BE49-F238E27FC236}">
                    <a16:creationId xmlns:a16="http://schemas.microsoft.com/office/drawing/2014/main" id="{13321878-5F07-4A14-B23A-57FA538E97B3}"/>
                  </a:ext>
                </a:extLst>
              </p:cNvPr>
              <p:cNvSpPr/>
              <p:nvPr/>
            </p:nvSpPr>
            <p:spPr>
              <a:xfrm>
                <a:off x="1297130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491" name="Rectangle 7490">
                <a:extLst>
                  <a:ext uri="{FF2B5EF4-FFF2-40B4-BE49-F238E27FC236}">
                    <a16:creationId xmlns:a16="http://schemas.microsoft.com/office/drawing/2014/main" id="{3E8B26BB-C162-4CAF-8919-EF4839B4A043}"/>
                  </a:ext>
                </a:extLst>
              </p:cNvPr>
              <p:cNvSpPr/>
              <p:nvPr/>
            </p:nvSpPr>
            <p:spPr>
              <a:xfrm>
                <a:off x="757550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492" name="Rectangle 7491">
                <a:extLst>
                  <a:ext uri="{FF2B5EF4-FFF2-40B4-BE49-F238E27FC236}">
                    <a16:creationId xmlns:a16="http://schemas.microsoft.com/office/drawing/2014/main" id="{C8C38007-7AE0-49F4-AA4F-ED66905690A4}"/>
                  </a:ext>
                </a:extLst>
              </p:cNvPr>
              <p:cNvSpPr/>
              <p:nvPr/>
            </p:nvSpPr>
            <p:spPr>
              <a:xfrm>
                <a:off x="577634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493" name="Rectangle 7492">
                <a:extLst>
                  <a:ext uri="{FF2B5EF4-FFF2-40B4-BE49-F238E27FC236}">
                    <a16:creationId xmlns:a16="http://schemas.microsoft.com/office/drawing/2014/main" id="{5A8361CA-680F-45F3-A21C-8BEEE02F34C3}"/>
                  </a:ext>
                </a:extLst>
              </p:cNvPr>
              <p:cNvSpPr/>
              <p:nvPr/>
            </p:nvSpPr>
            <p:spPr>
              <a:xfrm>
                <a:off x="937466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494" name="Rectangle 7493">
                <a:extLst>
                  <a:ext uri="{FF2B5EF4-FFF2-40B4-BE49-F238E27FC236}">
                    <a16:creationId xmlns:a16="http://schemas.microsoft.com/office/drawing/2014/main" id="{3C722730-A2DD-4CBE-B807-91549D72388A}"/>
                  </a:ext>
                </a:extLst>
              </p:cNvPr>
              <p:cNvSpPr/>
              <p:nvPr/>
            </p:nvSpPr>
            <p:spPr>
              <a:xfrm>
                <a:off x="1117298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495" name="Rectangle 7494">
                <a:extLst>
                  <a:ext uri="{FF2B5EF4-FFF2-40B4-BE49-F238E27FC236}">
                    <a16:creationId xmlns:a16="http://schemas.microsoft.com/office/drawing/2014/main" id="{4B63B2AA-AD7D-4206-AB24-8D005AC5273B}"/>
                  </a:ext>
                </a:extLst>
              </p:cNvPr>
              <p:cNvSpPr/>
              <p:nvPr/>
            </p:nvSpPr>
            <p:spPr>
              <a:xfrm>
                <a:off x="1297214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496" name="Rectangle 7495">
                <a:extLst>
                  <a:ext uri="{FF2B5EF4-FFF2-40B4-BE49-F238E27FC236}">
                    <a16:creationId xmlns:a16="http://schemas.microsoft.com/office/drawing/2014/main" id="{AA6F6B95-5E2C-4B16-9D85-A798791032F6}"/>
                  </a:ext>
                </a:extLst>
              </p:cNvPr>
              <p:cNvSpPr/>
              <p:nvPr/>
            </p:nvSpPr>
            <p:spPr>
              <a:xfrm>
                <a:off x="757466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497" name="Rectangle 7496">
                <a:extLst>
                  <a:ext uri="{FF2B5EF4-FFF2-40B4-BE49-F238E27FC236}">
                    <a16:creationId xmlns:a16="http://schemas.microsoft.com/office/drawing/2014/main" id="{F2D828FA-E322-4A76-B5BA-9F0DD3C3E38E}"/>
                  </a:ext>
                </a:extLst>
              </p:cNvPr>
              <p:cNvSpPr/>
              <p:nvPr/>
            </p:nvSpPr>
            <p:spPr>
              <a:xfrm>
                <a:off x="577550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498" name="Rectangle 7497">
                <a:extLst>
                  <a:ext uri="{FF2B5EF4-FFF2-40B4-BE49-F238E27FC236}">
                    <a16:creationId xmlns:a16="http://schemas.microsoft.com/office/drawing/2014/main" id="{E9E8AA24-7BE4-48CC-9651-A0C0BDCA86BB}"/>
                  </a:ext>
                </a:extLst>
              </p:cNvPr>
              <p:cNvSpPr/>
              <p:nvPr/>
            </p:nvSpPr>
            <p:spPr>
              <a:xfrm>
                <a:off x="937382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499" name="Rectangle 7498">
                <a:extLst>
                  <a:ext uri="{FF2B5EF4-FFF2-40B4-BE49-F238E27FC236}">
                    <a16:creationId xmlns:a16="http://schemas.microsoft.com/office/drawing/2014/main" id="{5AD14553-DFCB-41AC-914D-8BC53D83B4DB}"/>
                  </a:ext>
                </a:extLst>
              </p:cNvPr>
              <p:cNvSpPr/>
              <p:nvPr/>
            </p:nvSpPr>
            <p:spPr>
              <a:xfrm>
                <a:off x="1117214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500" name="Rectangle 7499">
                <a:extLst>
                  <a:ext uri="{FF2B5EF4-FFF2-40B4-BE49-F238E27FC236}">
                    <a16:creationId xmlns:a16="http://schemas.microsoft.com/office/drawing/2014/main" id="{A316032A-87F0-4502-BC7E-864A70483D67}"/>
                  </a:ext>
                </a:extLst>
              </p:cNvPr>
              <p:cNvSpPr/>
              <p:nvPr/>
            </p:nvSpPr>
            <p:spPr>
              <a:xfrm>
                <a:off x="1297130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501" name="Rectangle 7500">
                <a:extLst>
                  <a:ext uri="{FF2B5EF4-FFF2-40B4-BE49-F238E27FC236}">
                    <a16:creationId xmlns:a16="http://schemas.microsoft.com/office/drawing/2014/main" id="{8B04A37E-8D97-4B1D-948B-D23E208A7C8F}"/>
                  </a:ext>
                </a:extLst>
              </p:cNvPr>
              <p:cNvSpPr/>
              <p:nvPr/>
            </p:nvSpPr>
            <p:spPr>
              <a:xfrm>
                <a:off x="757382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502" name="Rectangle 7501">
                <a:extLst>
                  <a:ext uri="{FF2B5EF4-FFF2-40B4-BE49-F238E27FC236}">
                    <a16:creationId xmlns:a16="http://schemas.microsoft.com/office/drawing/2014/main" id="{4E2AC16B-51E1-41D7-850D-089913FA0710}"/>
                  </a:ext>
                </a:extLst>
              </p:cNvPr>
              <p:cNvSpPr/>
              <p:nvPr/>
            </p:nvSpPr>
            <p:spPr>
              <a:xfrm>
                <a:off x="577466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503" name="Rectangle 7502">
                <a:extLst>
                  <a:ext uri="{FF2B5EF4-FFF2-40B4-BE49-F238E27FC236}">
                    <a16:creationId xmlns:a16="http://schemas.microsoft.com/office/drawing/2014/main" id="{ABD2CAC0-2F5A-43BF-9285-075F799C766E}"/>
                  </a:ext>
                </a:extLst>
              </p:cNvPr>
              <p:cNvSpPr/>
              <p:nvPr/>
            </p:nvSpPr>
            <p:spPr>
              <a:xfrm>
                <a:off x="937298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504" name="Rectangle 7503">
                <a:extLst>
                  <a:ext uri="{FF2B5EF4-FFF2-40B4-BE49-F238E27FC236}">
                    <a16:creationId xmlns:a16="http://schemas.microsoft.com/office/drawing/2014/main" id="{999CE40A-43D1-483F-B106-A1856CAA9F04}"/>
                  </a:ext>
                </a:extLst>
              </p:cNvPr>
              <p:cNvSpPr/>
              <p:nvPr/>
            </p:nvSpPr>
            <p:spPr>
              <a:xfrm>
                <a:off x="1117130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505" name="Rectangle 7504">
                <a:extLst>
                  <a:ext uri="{FF2B5EF4-FFF2-40B4-BE49-F238E27FC236}">
                    <a16:creationId xmlns:a16="http://schemas.microsoft.com/office/drawing/2014/main" id="{C0F37D39-5B1E-4FAC-B92D-81898ED4650F}"/>
                  </a:ext>
                </a:extLst>
              </p:cNvPr>
              <p:cNvSpPr/>
              <p:nvPr/>
            </p:nvSpPr>
            <p:spPr>
              <a:xfrm>
                <a:off x="1297046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506" name="Rectangle 7505">
                <a:extLst>
                  <a:ext uri="{FF2B5EF4-FFF2-40B4-BE49-F238E27FC236}">
                    <a16:creationId xmlns:a16="http://schemas.microsoft.com/office/drawing/2014/main" id="{9484DA9C-513E-45E5-8E6A-11E52AC4CEC4}"/>
                  </a:ext>
                </a:extLst>
              </p:cNvPr>
              <p:cNvSpPr/>
              <p:nvPr/>
            </p:nvSpPr>
            <p:spPr>
              <a:xfrm>
                <a:off x="577340" y="167393"/>
                <a:ext cx="900000" cy="974051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3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</p:grpSp>
        <p:grpSp>
          <p:nvGrpSpPr>
            <p:cNvPr id="7427" name="Groupe 7426"/>
            <p:cNvGrpSpPr/>
            <p:nvPr userDrawn="1"/>
          </p:nvGrpSpPr>
          <p:grpSpPr>
            <a:xfrm>
              <a:off x="9571376" y="119033"/>
              <a:ext cx="900000" cy="975016"/>
              <a:chOff x="577340" y="166428"/>
              <a:chExt cx="900000" cy="975016"/>
            </a:xfrm>
          </p:grpSpPr>
          <p:sp>
            <p:nvSpPr>
              <p:cNvPr id="7455" name="Rectangle 7454">
                <a:extLst>
                  <a:ext uri="{FF2B5EF4-FFF2-40B4-BE49-F238E27FC236}">
                    <a16:creationId xmlns:a16="http://schemas.microsoft.com/office/drawing/2014/main" id="{2072BB47-84CB-47FD-8A25-43491CA83C8F}"/>
                  </a:ext>
                </a:extLst>
              </p:cNvPr>
              <p:cNvSpPr/>
              <p:nvPr/>
            </p:nvSpPr>
            <p:spPr>
              <a:xfrm>
                <a:off x="757550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456" name="Rectangle 7455">
                <a:extLst>
                  <a:ext uri="{FF2B5EF4-FFF2-40B4-BE49-F238E27FC236}">
                    <a16:creationId xmlns:a16="http://schemas.microsoft.com/office/drawing/2014/main" id="{FD392A82-503D-4B66-9AF9-9E65B8C12603}"/>
                  </a:ext>
                </a:extLst>
              </p:cNvPr>
              <p:cNvSpPr/>
              <p:nvPr/>
            </p:nvSpPr>
            <p:spPr>
              <a:xfrm>
                <a:off x="577634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457" name="Rectangle 7456">
                <a:extLst>
                  <a:ext uri="{FF2B5EF4-FFF2-40B4-BE49-F238E27FC236}">
                    <a16:creationId xmlns:a16="http://schemas.microsoft.com/office/drawing/2014/main" id="{E8131C02-69AB-405B-82D1-978E3C621405}"/>
                  </a:ext>
                </a:extLst>
              </p:cNvPr>
              <p:cNvSpPr/>
              <p:nvPr/>
            </p:nvSpPr>
            <p:spPr>
              <a:xfrm>
                <a:off x="937466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458" name="Rectangle 7457">
                <a:extLst>
                  <a:ext uri="{FF2B5EF4-FFF2-40B4-BE49-F238E27FC236}">
                    <a16:creationId xmlns:a16="http://schemas.microsoft.com/office/drawing/2014/main" id="{F369E73F-6F1E-4CCA-9F58-1EF6C7EB008B}"/>
                  </a:ext>
                </a:extLst>
              </p:cNvPr>
              <p:cNvSpPr/>
              <p:nvPr/>
            </p:nvSpPr>
            <p:spPr>
              <a:xfrm>
                <a:off x="1117298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459" name="Rectangle 7458">
                <a:extLst>
                  <a:ext uri="{FF2B5EF4-FFF2-40B4-BE49-F238E27FC236}">
                    <a16:creationId xmlns:a16="http://schemas.microsoft.com/office/drawing/2014/main" id="{E4D8B003-AF02-4D34-8F85-57B55CDD3871}"/>
                  </a:ext>
                </a:extLst>
              </p:cNvPr>
              <p:cNvSpPr/>
              <p:nvPr/>
            </p:nvSpPr>
            <p:spPr>
              <a:xfrm>
                <a:off x="1297214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460" name="Rectangle 7459">
                <a:extLst>
                  <a:ext uri="{FF2B5EF4-FFF2-40B4-BE49-F238E27FC236}">
                    <a16:creationId xmlns:a16="http://schemas.microsoft.com/office/drawing/2014/main" id="{14BBDF8A-4682-45D3-ABAD-64B00A4ED731}"/>
                  </a:ext>
                </a:extLst>
              </p:cNvPr>
              <p:cNvSpPr/>
              <p:nvPr/>
            </p:nvSpPr>
            <p:spPr>
              <a:xfrm>
                <a:off x="757466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461" name="Rectangle 7460">
                <a:extLst>
                  <a:ext uri="{FF2B5EF4-FFF2-40B4-BE49-F238E27FC236}">
                    <a16:creationId xmlns:a16="http://schemas.microsoft.com/office/drawing/2014/main" id="{C13E0C4B-1D4F-471E-A5AD-E4BC58BB3024}"/>
                  </a:ext>
                </a:extLst>
              </p:cNvPr>
              <p:cNvSpPr/>
              <p:nvPr/>
            </p:nvSpPr>
            <p:spPr>
              <a:xfrm>
                <a:off x="577550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462" name="Rectangle 7461">
                <a:extLst>
                  <a:ext uri="{FF2B5EF4-FFF2-40B4-BE49-F238E27FC236}">
                    <a16:creationId xmlns:a16="http://schemas.microsoft.com/office/drawing/2014/main" id="{1E8CE2AB-2430-43FD-88E9-634F132AAB31}"/>
                  </a:ext>
                </a:extLst>
              </p:cNvPr>
              <p:cNvSpPr/>
              <p:nvPr/>
            </p:nvSpPr>
            <p:spPr>
              <a:xfrm>
                <a:off x="937382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463" name="Rectangle 7462">
                <a:extLst>
                  <a:ext uri="{FF2B5EF4-FFF2-40B4-BE49-F238E27FC236}">
                    <a16:creationId xmlns:a16="http://schemas.microsoft.com/office/drawing/2014/main" id="{9E64BB36-121D-45B5-AE9E-04F22BB2C216}"/>
                  </a:ext>
                </a:extLst>
              </p:cNvPr>
              <p:cNvSpPr/>
              <p:nvPr/>
            </p:nvSpPr>
            <p:spPr>
              <a:xfrm>
                <a:off x="1117214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464" name="Rectangle 7463">
                <a:extLst>
                  <a:ext uri="{FF2B5EF4-FFF2-40B4-BE49-F238E27FC236}">
                    <a16:creationId xmlns:a16="http://schemas.microsoft.com/office/drawing/2014/main" id="{13321878-5F07-4A14-B23A-57FA538E97B3}"/>
                  </a:ext>
                </a:extLst>
              </p:cNvPr>
              <p:cNvSpPr/>
              <p:nvPr/>
            </p:nvSpPr>
            <p:spPr>
              <a:xfrm>
                <a:off x="1297130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465" name="Rectangle 7464">
                <a:extLst>
                  <a:ext uri="{FF2B5EF4-FFF2-40B4-BE49-F238E27FC236}">
                    <a16:creationId xmlns:a16="http://schemas.microsoft.com/office/drawing/2014/main" id="{3E8B26BB-C162-4CAF-8919-EF4839B4A043}"/>
                  </a:ext>
                </a:extLst>
              </p:cNvPr>
              <p:cNvSpPr/>
              <p:nvPr/>
            </p:nvSpPr>
            <p:spPr>
              <a:xfrm>
                <a:off x="757550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466" name="Rectangle 7465">
                <a:extLst>
                  <a:ext uri="{FF2B5EF4-FFF2-40B4-BE49-F238E27FC236}">
                    <a16:creationId xmlns:a16="http://schemas.microsoft.com/office/drawing/2014/main" id="{C8C38007-7AE0-49F4-AA4F-ED66905690A4}"/>
                  </a:ext>
                </a:extLst>
              </p:cNvPr>
              <p:cNvSpPr/>
              <p:nvPr/>
            </p:nvSpPr>
            <p:spPr>
              <a:xfrm>
                <a:off x="577634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467" name="Rectangle 7466">
                <a:extLst>
                  <a:ext uri="{FF2B5EF4-FFF2-40B4-BE49-F238E27FC236}">
                    <a16:creationId xmlns:a16="http://schemas.microsoft.com/office/drawing/2014/main" id="{5A8361CA-680F-45F3-A21C-8BEEE02F34C3}"/>
                  </a:ext>
                </a:extLst>
              </p:cNvPr>
              <p:cNvSpPr/>
              <p:nvPr/>
            </p:nvSpPr>
            <p:spPr>
              <a:xfrm>
                <a:off x="937466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468" name="Rectangle 7467">
                <a:extLst>
                  <a:ext uri="{FF2B5EF4-FFF2-40B4-BE49-F238E27FC236}">
                    <a16:creationId xmlns:a16="http://schemas.microsoft.com/office/drawing/2014/main" id="{3C722730-A2DD-4CBE-B807-91549D72388A}"/>
                  </a:ext>
                </a:extLst>
              </p:cNvPr>
              <p:cNvSpPr/>
              <p:nvPr/>
            </p:nvSpPr>
            <p:spPr>
              <a:xfrm>
                <a:off x="1117298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469" name="Rectangle 7468">
                <a:extLst>
                  <a:ext uri="{FF2B5EF4-FFF2-40B4-BE49-F238E27FC236}">
                    <a16:creationId xmlns:a16="http://schemas.microsoft.com/office/drawing/2014/main" id="{4B63B2AA-AD7D-4206-AB24-8D005AC5273B}"/>
                  </a:ext>
                </a:extLst>
              </p:cNvPr>
              <p:cNvSpPr/>
              <p:nvPr/>
            </p:nvSpPr>
            <p:spPr>
              <a:xfrm>
                <a:off x="1297214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470" name="Rectangle 7469">
                <a:extLst>
                  <a:ext uri="{FF2B5EF4-FFF2-40B4-BE49-F238E27FC236}">
                    <a16:creationId xmlns:a16="http://schemas.microsoft.com/office/drawing/2014/main" id="{AA6F6B95-5E2C-4B16-9D85-A798791032F6}"/>
                  </a:ext>
                </a:extLst>
              </p:cNvPr>
              <p:cNvSpPr/>
              <p:nvPr/>
            </p:nvSpPr>
            <p:spPr>
              <a:xfrm>
                <a:off x="757466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471" name="Rectangle 7470">
                <a:extLst>
                  <a:ext uri="{FF2B5EF4-FFF2-40B4-BE49-F238E27FC236}">
                    <a16:creationId xmlns:a16="http://schemas.microsoft.com/office/drawing/2014/main" id="{F2D828FA-E322-4A76-B5BA-9F0DD3C3E38E}"/>
                  </a:ext>
                </a:extLst>
              </p:cNvPr>
              <p:cNvSpPr/>
              <p:nvPr/>
            </p:nvSpPr>
            <p:spPr>
              <a:xfrm>
                <a:off x="577550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472" name="Rectangle 7471">
                <a:extLst>
                  <a:ext uri="{FF2B5EF4-FFF2-40B4-BE49-F238E27FC236}">
                    <a16:creationId xmlns:a16="http://schemas.microsoft.com/office/drawing/2014/main" id="{E9E8AA24-7BE4-48CC-9651-A0C0BDCA86BB}"/>
                  </a:ext>
                </a:extLst>
              </p:cNvPr>
              <p:cNvSpPr/>
              <p:nvPr/>
            </p:nvSpPr>
            <p:spPr>
              <a:xfrm>
                <a:off x="937382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473" name="Rectangle 7472">
                <a:extLst>
                  <a:ext uri="{FF2B5EF4-FFF2-40B4-BE49-F238E27FC236}">
                    <a16:creationId xmlns:a16="http://schemas.microsoft.com/office/drawing/2014/main" id="{5AD14553-DFCB-41AC-914D-8BC53D83B4DB}"/>
                  </a:ext>
                </a:extLst>
              </p:cNvPr>
              <p:cNvSpPr/>
              <p:nvPr/>
            </p:nvSpPr>
            <p:spPr>
              <a:xfrm>
                <a:off x="1117214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474" name="Rectangle 7473">
                <a:extLst>
                  <a:ext uri="{FF2B5EF4-FFF2-40B4-BE49-F238E27FC236}">
                    <a16:creationId xmlns:a16="http://schemas.microsoft.com/office/drawing/2014/main" id="{A316032A-87F0-4502-BC7E-864A70483D67}"/>
                  </a:ext>
                </a:extLst>
              </p:cNvPr>
              <p:cNvSpPr/>
              <p:nvPr/>
            </p:nvSpPr>
            <p:spPr>
              <a:xfrm>
                <a:off x="1297130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475" name="Rectangle 7474">
                <a:extLst>
                  <a:ext uri="{FF2B5EF4-FFF2-40B4-BE49-F238E27FC236}">
                    <a16:creationId xmlns:a16="http://schemas.microsoft.com/office/drawing/2014/main" id="{8B04A37E-8D97-4B1D-948B-D23E208A7C8F}"/>
                  </a:ext>
                </a:extLst>
              </p:cNvPr>
              <p:cNvSpPr/>
              <p:nvPr/>
            </p:nvSpPr>
            <p:spPr>
              <a:xfrm>
                <a:off x="757382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476" name="Rectangle 7475">
                <a:extLst>
                  <a:ext uri="{FF2B5EF4-FFF2-40B4-BE49-F238E27FC236}">
                    <a16:creationId xmlns:a16="http://schemas.microsoft.com/office/drawing/2014/main" id="{4E2AC16B-51E1-41D7-850D-089913FA0710}"/>
                  </a:ext>
                </a:extLst>
              </p:cNvPr>
              <p:cNvSpPr/>
              <p:nvPr/>
            </p:nvSpPr>
            <p:spPr>
              <a:xfrm>
                <a:off x="577466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477" name="Rectangle 7476">
                <a:extLst>
                  <a:ext uri="{FF2B5EF4-FFF2-40B4-BE49-F238E27FC236}">
                    <a16:creationId xmlns:a16="http://schemas.microsoft.com/office/drawing/2014/main" id="{ABD2CAC0-2F5A-43BF-9285-075F799C766E}"/>
                  </a:ext>
                </a:extLst>
              </p:cNvPr>
              <p:cNvSpPr/>
              <p:nvPr/>
            </p:nvSpPr>
            <p:spPr>
              <a:xfrm>
                <a:off x="937298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478" name="Rectangle 7477">
                <a:extLst>
                  <a:ext uri="{FF2B5EF4-FFF2-40B4-BE49-F238E27FC236}">
                    <a16:creationId xmlns:a16="http://schemas.microsoft.com/office/drawing/2014/main" id="{999CE40A-43D1-483F-B106-A1856CAA9F04}"/>
                  </a:ext>
                </a:extLst>
              </p:cNvPr>
              <p:cNvSpPr/>
              <p:nvPr/>
            </p:nvSpPr>
            <p:spPr>
              <a:xfrm>
                <a:off x="1117130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479" name="Rectangle 7478">
                <a:extLst>
                  <a:ext uri="{FF2B5EF4-FFF2-40B4-BE49-F238E27FC236}">
                    <a16:creationId xmlns:a16="http://schemas.microsoft.com/office/drawing/2014/main" id="{C0F37D39-5B1E-4FAC-B92D-81898ED4650F}"/>
                  </a:ext>
                </a:extLst>
              </p:cNvPr>
              <p:cNvSpPr/>
              <p:nvPr/>
            </p:nvSpPr>
            <p:spPr>
              <a:xfrm>
                <a:off x="1297046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480" name="Rectangle 7479">
                <a:extLst>
                  <a:ext uri="{FF2B5EF4-FFF2-40B4-BE49-F238E27FC236}">
                    <a16:creationId xmlns:a16="http://schemas.microsoft.com/office/drawing/2014/main" id="{9484DA9C-513E-45E5-8E6A-11E52AC4CEC4}"/>
                  </a:ext>
                </a:extLst>
              </p:cNvPr>
              <p:cNvSpPr/>
              <p:nvPr/>
            </p:nvSpPr>
            <p:spPr>
              <a:xfrm>
                <a:off x="577340" y="167393"/>
                <a:ext cx="900000" cy="974051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3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</p:grpSp>
        <p:grpSp>
          <p:nvGrpSpPr>
            <p:cNvPr id="7428" name="Groupe 7427"/>
            <p:cNvGrpSpPr/>
            <p:nvPr userDrawn="1"/>
          </p:nvGrpSpPr>
          <p:grpSpPr>
            <a:xfrm>
              <a:off x="10470830" y="118070"/>
              <a:ext cx="900000" cy="975016"/>
              <a:chOff x="577340" y="166428"/>
              <a:chExt cx="900000" cy="975016"/>
            </a:xfrm>
          </p:grpSpPr>
          <p:sp>
            <p:nvSpPr>
              <p:cNvPr id="7429" name="Rectangle 7428">
                <a:extLst>
                  <a:ext uri="{FF2B5EF4-FFF2-40B4-BE49-F238E27FC236}">
                    <a16:creationId xmlns:a16="http://schemas.microsoft.com/office/drawing/2014/main" id="{2072BB47-84CB-47FD-8A25-43491CA83C8F}"/>
                  </a:ext>
                </a:extLst>
              </p:cNvPr>
              <p:cNvSpPr/>
              <p:nvPr/>
            </p:nvSpPr>
            <p:spPr>
              <a:xfrm>
                <a:off x="757550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430" name="Rectangle 7429">
                <a:extLst>
                  <a:ext uri="{FF2B5EF4-FFF2-40B4-BE49-F238E27FC236}">
                    <a16:creationId xmlns:a16="http://schemas.microsoft.com/office/drawing/2014/main" id="{FD392A82-503D-4B66-9AF9-9E65B8C12603}"/>
                  </a:ext>
                </a:extLst>
              </p:cNvPr>
              <p:cNvSpPr/>
              <p:nvPr/>
            </p:nvSpPr>
            <p:spPr>
              <a:xfrm>
                <a:off x="577634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431" name="Rectangle 7430">
                <a:extLst>
                  <a:ext uri="{FF2B5EF4-FFF2-40B4-BE49-F238E27FC236}">
                    <a16:creationId xmlns:a16="http://schemas.microsoft.com/office/drawing/2014/main" id="{E8131C02-69AB-405B-82D1-978E3C621405}"/>
                  </a:ext>
                </a:extLst>
              </p:cNvPr>
              <p:cNvSpPr/>
              <p:nvPr/>
            </p:nvSpPr>
            <p:spPr>
              <a:xfrm>
                <a:off x="937466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432" name="Rectangle 7431">
                <a:extLst>
                  <a:ext uri="{FF2B5EF4-FFF2-40B4-BE49-F238E27FC236}">
                    <a16:creationId xmlns:a16="http://schemas.microsoft.com/office/drawing/2014/main" id="{F369E73F-6F1E-4CCA-9F58-1EF6C7EB008B}"/>
                  </a:ext>
                </a:extLst>
              </p:cNvPr>
              <p:cNvSpPr/>
              <p:nvPr/>
            </p:nvSpPr>
            <p:spPr>
              <a:xfrm>
                <a:off x="1117298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433" name="Rectangle 7432">
                <a:extLst>
                  <a:ext uri="{FF2B5EF4-FFF2-40B4-BE49-F238E27FC236}">
                    <a16:creationId xmlns:a16="http://schemas.microsoft.com/office/drawing/2014/main" id="{E4D8B003-AF02-4D34-8F85-57B55CDD3871}"/>
                  </a:ext>
                </a:extLst>
              </p:cNvPr>
              <p:cNvSpPr/>
              <p:nvPr/>
            </p:nvSpPr>
            <p:spPr>
              <a:xfrm>
                <a:off x="1297214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434" name="Rectangle 7433">
                <a:extLst>
                  <a:ext uri="{FF2B5EF4-FFF2-40B4-BE49-F238E27FC236}">
                    <a16:creationId xmlns:a16="http://schemas.microsoft.com/office/drawing/2014/main" id="{14BBDF8A-4682-45D3-ABAD-64B00A4ED731}"/>
                  </a:ext>
                </a:extLst>
              </p:cNvPr>
              <p:cNvSpPr/>
              <p:nvPr/>
            </p:nvSpPr>
            <p:spPr>
              <a:xfrm>
                <a:off x="757466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435" name="Rectangle 7434">
                <a:extLst>
                  <a:ext uri="{FF2B5EF4-FFF2-40B4-BE49-F238E27FC236}">
                    <a16:creationId xmlns:a16="http://schemas.microsoft.com/office/drawing/2014/main" id="{C13E0C4B-1D4F-471E-A5AD-E4BC58BB3024}"/>
                  </a:ext>
                </a:extLst>
              </p:cNvPr>
              <p:cNvSpPr/>
              <p:nvPr/>
            </p:nvSpPr>
            <p:spPr>
              <a:xfrm>
                <a:off x="577550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436" name="Rectangle 7435">
                <a:extLst>
                  <a:ext uri="{FF2B5EF4-FFF2-40B4-BE49-F238E27FC236}">
                    <a16:creationId xmlns:a16="http://schemas.microsoft.com/office/drawing/2014/main" id="{1E8CE2AB-2430-43FD-88E9-634F132AAB31}"/>
                  </a:ext>
                </a:extLst>
              </p:cNvPr>
              <p:cNvSpPr/>
              <p:nvPr/>
            </p:nvSpPr>
            <p:spPr>
              <a:xfrm>
                <a:off x="937382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437" name="Rectangle 7436">
                <a:extLst>
                  <a:ext uri="{FF2B5EF4-FFF2-40B4-BE49-F238E27FC236}">
                    <a16:creationId xmlns:a16="http://schemas.microsoft.com/office/drawing/2014/main" id="{9E64BB36-121D-45B5-AE9E-04F22BB2C216}"/>
                  </a:ext>
                </a:extLst>
              </p:cNvPr>
              <p:cNvSpPr/>
              <p:nvPr/>
            </p:nvSpPr>
            <p:spPr>
              <a:xfrm>
                <a:off x="1117214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438" name="Rectangle 7437">
                <a:extLst>
                  <a:ext uri="{FF2B5EF4-FFF2-40B4-BE49-F238E27FC236}">
                    <a16:creationId xmlns:a16="http://schemas.microsoft.com/office/drawing/2014/main" id="{13321878-5F07-4A14-B23A-57FA538E97B3}"/>
                  </a:ext>
                </a:extLst>
              </p:cNvPr>
              <p:cNvSpPr/>
              <p:nvPr/>
            </p:nvSpPr>
            <p:spPr>
              <a:xfrm>
                <a:off x="1297130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439" name="Rectangle 7438">
                <a:extLst>
                  <a:ext uri="{FF2B5EF4-FFF2-40B4-BE49-F238E27FC236}">
                    <a16:creationId xmlns:a16="http://schemas.microsoft.com/office/drawing/2014/main" id="{3E8B26BB-C162-4CAF-8919-EF4839B4A043}"/>
                  </a:ext>
                </a:extLst>
              </p:cNvPr>
              <p:cNvSpPr/>
              <p:nvPr/>
            </p:nvSpPr>
            <p:spPr>
              <a:xfrm>
                <a:off x="757550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440" name="Rectangle 7439">
                <a:extLst>
                  <a:ext uri="{FF2B5EF4-FFF2-40B4-BE49-F238E27FC236}">
                    <a16:creationId xmlns:a16="http://schemas.microsoft.com/office/drawing/2014/main" id="{C8C38007-7AE0-49F4-AA4F-ED66905690A4}"/>
                  </a:ext>
                </a:extLst>
              </p:cNvPr>
              <p:cNvSpPr/>
              <p:nvPr/>
            </p:nvSpPr>
            <p:spPr>
              <a:xfrm>
                <a:off x="577634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441" name="Rectangle 7440">
                <a:extLst>
                  <a:ext uri="{FF2B5EF4-FFF2-40B4-BE49-F238E27FC236}">
                    <a16:creationId xmlns:a16="http://schemas.microsoft.com/office/drawing/2014/main" id="{5A8361CA-680F-45F3-A21C-8BEEE02F34C3}"/>
                  </a:ext>
                </a:extLst>
              </p:cNvPr>
              <p:cNvSpPr/>
              <p:nvPr/>
            </p:nvSpPr>
            <p:spPr>
              <a:xfrm>
                <a:off x="937466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442" name="Rectangle 7441">
                <a:extLst>
                  <a:ext uri="{FF2B5EF4-FFF2-40B4-BE49-F238E27FC236}">
                    <a16:creationId xmlns:a16="http://schemas.microsoft.com/office/drawing/2014/main" id="{3C722730-A2DD-4CBE-B807-91549D72388A}"/>
                  </a:ext>
                </a:extLst>
              </p:cNvPr>
              <p:cNvSpPr/>
              <p:nvPr/>
            </p:nvSpPr>
            <p:spPr>
              <a:xfrm>
                <a:off x="1117298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443" name="Rectangle 7442">
                <a:extLst>
                  <a:ext uri="{FF2B5EF4-FFF2-40B4-BE49-F238E27FC236}">
                    <a16:creationId xmlns:a16="http://schemas.microsoft.com/office/drawing/2014/main" id="{4B63B2AA-AD7D-4206-AB24-8D005AC5273B}"/>
                  </a:ext>
                </a:extLst>
              </p:cNvPr>
              <p:cNvSpPr/>
              <p:nvPr/>
            </p:nvSpPr>
            <p:spPr>
              <a:xfrm>
                <a:off x="1297214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444" name="Rectangle 7443">
                <a:extLst>
                  <a:ext uri="{FF2B5EF4-FFF2-40B4-BE49-F238E27FC236}">
                    <a16:creationId xmlns:a16="http://schemas.microsoft.com/office/drawing/2014/main" id="{AA6F6B95-5E2C-4B16-9D85-A798791032F6}"/>
                  </a:ext>
                </a:extLst>
              </p:cNvPr>
              <p:cNvSpPr/>
              <p:nvPr/>
            </p:nvSpPr>
            <p:spPr>
              <a:xfrm>
                <a:off x="757466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445" name="Rectangle 7444">
                <a:extLst>
                  <a:ext uri="{FF2B5EF4-FFF2-40B4-BE49-F238E27FC236}">
                    <a16:creationId xmlns:a16="http://schemas.microsoft.com/office/drawing/2014/main" id="{F2D828FA-E322-4A76-B5BA-9F0DD3C3E38E}"/>
                  </a:ext>
                </a:extLst>
              </p:cNvPr>
              <p:cNvSpPr/>
              <p:nvPr/>
            </p:nvSpPr>
            <p:spPr>
              <a:xfrm>
                <a:off x="577550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446" name="Rectangle 7445">
                <a:extLst>
                  <a:ext uri="{FF2B5EF4-FFF2-40B4-BE49-F238E27FC236}">
                    <a16:creationId xmlns:a16="http://schemas.microsoft.com/office/drawing/2014/main" id="{E9E8AA24-7BE4-48CC-9651-A0C0BDCA86BB}"/>
                  </a:ext>
                </a:extLst>
              </p:cNvPr>
              <p:cNvSpPr/>
              <p:nvPr/>
            </p:nvSpPr>
            <p:spPr>
              <a:xfrm>
                <a:off x="937382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447" name="Rectangle 7446">
                <a:extLst>
                  <a:ext uri="{FF2B5EF4-FFF2-40B4-BE49-F238E27FC236}">
                    <a16:creationId xmlns:a16="http://schemas.microsoft.com/office/drawing/2014/main" id="{5AD14553-DFCB-41AC-914D-8BC53D83B4DB}"/>
                  </a:ext>
                </a:extLst>
              </p:cNvPr>
              <p:cNvSpPr/>
              <p:nvPr/>
            </p:nvSpPr>
            <p:spPr>
              <a:xfrm>
                <a:off x="1117214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448" name="Rectangle 7447">
                <a:extLst>
                  <a:ext uri="{FF2B5EF4-FFF2-40B4-BE49-F238E27FC236}">
                    <a16:creationId xmlns:a16="http://schemas.microsoft.com/office/drawing/2014/main" id="{A316032A-87F0-4502-BC7E-864A70483D67}"/>
                  </a:ext>
                </a:extLst>
              </p:cNvPr>
              <p:cNvSpPr/>
              <p:nvPr/>
            </p:nvSpPr>
            <p:spPr>
              <a:xfrm>
                <a:off x="1297130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449" name="Rectangle 7448">
                <a:extLst>
                  <a:ext uri="{FF2B5EF4-FFF2-40B4-BE49-F238E27FC236}">
                    <a16:creationId xmlns:a16="http://schemas.microsoft.com/office/drawing/2014/main" id="{8B04A37E-8D97-4B1D-948B-D23E208A7C8F}"/>
                  </a:ext>
                </a:extLst>
              </p:cNvPr>
              <p:cNvSpPr/>
              <p:nvPr/>
            </p:nvSpPr>
            <p:spPr>
              <a:xfrm>
                <a:off x="757382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450" name="Rectangle 7449">
                <a:extLst>
                  <a:ext uri="{FF2B5EF4-FFF2-40B4-BE49-F238E27FC236}">
                    <a16:creationId xmlns:a16="http://schemas.microsoft.com/office/drawing/2014/main" id="{4E2AC16B-51E1-41D7-850D-089913FA0710}"/>
                  </a:ext>
                </a:extLst>
              </p:cNvPr>
              <p:cNvSpPr/>
              <p:nvPr/>
            </p:nvSpPr>
            <p:spPr>
              <a:xfrm>
                <a:off x="577466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451" name="Rectangle 7450">
                <a:extLst>
                  <a:ext uri="{FF2B5EF4-FFF2-40B4-BE49-F238E27FC236}">
                    <a16:creationId xmlns:a16="http://schemas.microsoft.com/office/drawing/2014/main" id="{ABD2CAC0-2F5A-43BF-9285-075F799C766E}"/>
                  </a:ext>
                </a:extLst>
              </p:cNvPr>
              <p:cNvSpPr/>
              <p:nvPr/>
            </p:nvSpPr>
            <p:spPr>
              <a:xfrm>
                <a:off x="937298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452" name="Rectangle 7451">
                <a:extLst>
                  <a:ext uri="{FF2B5EF4-FFF2-40B4-BE49-F238E27FC236}">
                    <a16:creationId xmlns:a16="http://schemas.microsoft.com/office/drawing/2014/main" id="{999CE40A-43D1-483F-B106-A1856CAA9F04}"/>
                  </a:ext>
                </a:extLst>
              </p:cNvPr>
              <p:cNvSpPr/>
              <p:nvPr/>
            </p:nvSpPr>
            <p:spPr>
              <a:xfrm>
                <a:off x="1117130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453" name="Rectangle 7452">
                <a:extLst>
                  <a:ext uri="{FF2B5EF4-FFF2-40B4-BE49-F238E27FC236}">
                    <a16:creationId xmlns:a16="http://schemas.microsoft.com/office/drawing/2014/main" id="{C0F37D39-5B1E-4FAC-B92D-81898ED4650F}"/>
                  </a:ext>
                </a:extLst>
              </p:cNvPr>
              <p:cNvSpPr/>
              <p:nvPr/>
            </p:nvSpPr>
            <p:spPr>
              <a:xfrm>
                <a:off x="1297046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454" name="Rectangle 7453">
                <a:extLst>
                  <a:ext uri="{FF2B5EF4-FFF2-40B4-BE49-F238E27FC236}">
                    <a16:creationId xmlns:a16="http://schemas.microsoft.com/office/drawing/2014/main" id="{9484DA9C-513E-45E5-8E6A-11E52AC4CEC4}"/>
                  </a:ext>
                </a:extLst>
              </p:cNvPr>
              <p:cNvSpPr/>
              <p:nvPr/>
            </p:nvSpPr>
            <p:spPr>
              <a:xfrm>
                <a:off x="577340" y="167393"/>
                <a:ext cx="900000" cy="974051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3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</p:grpSp>
      </p:grpSp>
      <p:grpSp>
        <p:nvGrpSpPr>
          <p:cNvPr id="7741" name="Groupe 7740"/>
          <p:cNvGrpSpPr/>
          <p:nvPr userDrawn="1"/>
        </p:nvGrpSpPr>
        <p:grpSpPr>
          <a:xfrm>
            <a:off x="778021" y="3877747"/>
            <a:ext cx="10793490" cy="900000"/>
            <a:chOff x="577340" y="118070"/>
            <a:chExt cx="10793490" cy="979831"/>
          </a:xfrm>
        </p:grpSpPr>
        <p:grpSp>
          <p:nvGrpSpPr>
            <p:cNvPr id="7742" name="Groupe 7741"/>
            <p:cNvGrpSpPr/>
            <p:nvPr userDrawn="1"/>
          </p:nvGrpSpPr>
          <p:grpSpPr>
            <a:xfrm>
              <a:off x="577340" y="122885"/>
              <a:ext cx="900000" cy="975016"/>
              <a:chOff x="577340" y="166428"/>
              <a:chExt cx="900000" cy="975016"/>
            </a:xfrm>
          </p:grpSpPr>
          <p:sp>
            <p:nvSpPr>
              <p:cNvPr id="8040" name="Rectangle 8039">
                <a:extLst>
                  <a:ext uri="{FF2B5EF4-FFF2-40B4-BE49-F238E27FC236}">
                    <a16:creationId xmlns:a16="http://schemas.microsoft.com/office/drawing/2014/main" id="{2072BB47-84CB-47FD-8A25-43491CA83C8F}"/>
                  </a:ext>
                </a:extLst>
              </p:cNvPr>
              <p:cNvSpPr/>
              <p:nvPr/>
            </p:nvSpPr>
            <p:spPr>
              <a:xfrm>
                <a:off x="757550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041" name="Rectangle 8040">
                <a:extLst>
                  <a:ext uri="{FF2B5EF4-FFF2-40B4-BE49-F238E27FC236}">
                    <a16:creationId xmlns:a16="http://schemas.microsoft.com/office/drawing/2014/main" id="{FD392A82-503D-4B66-9AF9-9E65B8C12603}"/>
                  </a:ext>
                </a:extLst>
              </p:cNvPr>
              <p:cNvSpPr/>
              <p:nvPr/>
            </p:nvSpPr>
            <p:spPr>
              <a:xfrm>
                <a:off x="577634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042" name="Rectangle 8041">
                <a:extLst>
                  <a:ext uri="{FF2B5EF4-FFF2-40B4-BE49-F238E27FC236}">
                    <a16:creationId xmlns:a16="http://schemas.microsoft.com/office/drawing/2014/main" id="{E8131C02-69AB-405B-82D1-978E3C621405}"/>
                  </a:ext>
                </a:extLst>
              </p:cNvPr>
              <p:cNvSpPr/>
              <p:nvPr/>
            </p:nvSpPr>
            <p:spPr>
              <a:xfrm>
                <a:off x="937466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043" name="Rectangle 8042">
                <a:extLst>
                  <a:ext uri="{FF2B5EF4-FFF2-40B4-BE49-F238E27FC236}">
                    <a16:creationId xmlns:a16="http://schemas.microsoft.com/office/drawing/2014/main" id="{F369E73F-6F1E-4CCA-9F58-1EF6C7EB008B}"/>
                  </a:ext>
                </a:extLst>
              </p:cNvPr>
              <p:cNvSpPr/>
              <p:nvPr/>
            </p:nvSpPr>
            <p:spPr>
              <a:xfrm>
                <a:off x="1117298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044" name="Rectangle 8043">
                <a:extLst>
                  <a:ext uri="{FF2B5EF4-FFF2-40B4-BE49-F238E27FC236}">
                    <a16:creationId xmlns:a16="http://schemas.microsoft.com/office/drawing/2014/main" id="{E4D8B003-AF02-4D34-8F85-57B55CDD3871}"/>
                  </a:ext>
                </a:extLst>
              </p:cNvPr>
              <p:cNvSpPr/>
              <p:nvPr/>
            </p:nvSpPr>
            <p:spPr>
              <a:xfrm>
                <a:off x="1297214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045" name="Rectangle 8044">
                <a:extLst>
                  <a:ext uri="{FF2B5EF4-FFF2-40B4-BE49-F238E27FC236}">
                    <a16:creationId xmlns:a16="http://schemas.microsoft.com/office/drawing/2014/main" id="{14BBDF8A-4682-45D3-ABAD-64B00A4ED731}"/>
                  </a:ext>
                </a:extLst>
              </p:cNvPr>
              <p:cNvSpPr/>
              <p:nvPr/>
            </p:nvSpPr>
            <p:spPr>
              <a:xfrm>
                <a:off x="757466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046" name="Rectangle 8045">
                <a:extLst>
                  <a:ext uri="{FF2B5EF4-FFF2-40B4-BE49-F238E27FC236}">
                    <a16:creationId xmlns:a16="http://schemas.microsoft.com/office/drawing/2014/main" id="{C13E0C4B-1D4F-471E-A5AD-E4BC58BB3024}"/>
                  </a:ext>
                </a:extLst>
              </p:cNvPr>
              <p:cNvSpPr/>
              <p:nvPr/>
            </p:nvSpPr>
            <p:spPr>
              <a:xfrm>
                <a:off x="577550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047" name="Rectangle 8046">
                <a:extLst>
                  <a:ext uri="{FF2B5EF4-FFF2-40B4-BE49-F238E27FC236}">
                    <a16:creationId xmlns:a16="http://schemas.microsoft.com/office/drawing/2014/main" id="{1E8CE2AB-2430-43FD-88E9-634F132AAB31}"/>
                  </a:ext>
                </a:extLst>
              </p:cNvPr>
              <p:cNvSpPr/>
              <p:nvPr/>
            </p:nvSpPr>
            <p:spPr>
              <a:xfrm>
                <a:off x="937382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048" name="Rectangle 8047">
                <a:extLst>
                  <a:ext uri="{FF2B5EF4-FFF2-40B4-BE49-F238E27FC236}">
                    <a16:creationId xmlns:a16="http://schemas.microsoft.com/office/drawing/2014/main" id="{9E64BB36-121D-45B5-AE9E-04F22BB2C216}"/>
                  </a:ext>
                </a:extLst>
              </p:cNvPr>
              <p:cNvSpPr/>
              <p:nvPr/>
            </p:nvSpPr>
            <p:spPr>
              <a:xfrm>
                <a:off x="1117214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049" name="Rectangle 8048">
                <a:extLst>
                  <a:ext uri="{FF2B5EF4-FFF2-40B4-BE49-F238E27FC236}">
                    <a16:creationId xmlns:a16="http://schemas.microsoft.com/office/drawing/2014/main" id="{13321878-5F07-4A14-B23A-57FA538E97B3}"/>
                  </a:ext>
                </a:extLst>
              </p:cNvPr>
              <p:cNvSpPr/>
              <p:nvPr/>
            </p:nvSpPr>
            <p:spPr>
              <a:xfrm>
                <a:off x="1297130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050" name="Rectangle 8049">
                <a:extLst>
                  <a:ext uri="{FF2B5EF4-FFF2-40B4-BE49-F238E27FC236}">
                    <a16:creationId xmlns:a16="http://schemas.microsoft.com/office/drawing/2014/main" id="{3E8B26BB-C162-4CAF-8919-EF4839B4A043}"/>
                  </a:ext>
                </a:extLst>
              </p:cNvPr>
              <p:cNvSpPr/>
              <p:nvPr/>
            </p:nvSpPr>
            <p:spPr>
              <a:xfrm>
                <a:off x="757550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051" name="Rectangle 8050">
                <a:extLst>
                  <a:ext uri="{FF2B5EF4-FFF2-40B4-BE49-F238E27FC236}">
                    <a16:creationId xmlns:a16="http://schemas.microsoft.com/office/drawing/2014/main" id="{C8C38007-7AE0-49F4-AA4F-ED66905690A4}"/>
                  </a:ext>
                </a:extLst>
              </p:cNvPr>
              <p:cNvSpPr/>
              <p:nvPr/>
            </p:nvSpPr>
            <p:spPr>
              <a:xfrm>
                <a:off x="577634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052" name="Rectangle 8051">
                <a:extLst>
                  <a:ext uri="{FF2B5EF4-FFF2-40B4-BE49-F238E27FC236}">
                    <a16:creationId xmlns:a16="http://schemas.microsoft.com/office/drawing/2014/main" id="{5A8361CA-680F-45F3-A21C-8BEEE02F34C3}"/>
                  </a:ext>
                </a:extLst>
              </p:cNvPr>
              <p:cNvSpPr/>
              <p:nvPr/>
            </p:nvSpPr>
            <p:spPr>
              <a:xfrm>
                <a:off x="937466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053" name="Rectangle 8052">
                <a:extLst>
                  <a:ext uri="{FF2B5EF4-FFF2-40B4-BE49-F238E27FC236}">
                    <a16:creationId xmlns:a16="http://schemas.microsoft.com/office/drawing/2014/main" id="{3C722730-A2DD-4CBE-B807-91549D72388A}"/>
                  </a:ext>
                </a:extLst>
              </p:cNvPr>
              <p:cNvSpPr/>
              <p:nvPr/>
            </p:nvSpPr>
            <p:spPr>
              <a:xfrm>
                <a:off x="1117298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054" name="Rectangle 8053">
                <a:extLst>
                  <a:ext uri="{FF2B5EF4-FFF2-40B4-BE49-F238E27FC236}">
                    <a16:creationId xmlns:a16="http://schemas.microsoft.com/office/drawing/2014/main" id="{4B63B2AA-AD7D-4206-AB24-8D005AC5273B}"/>
                  </a:ext>
                </a:extLst>
              </p:cNvPr>
              <p:cNvSpPr/>
              <p:nvPr/>
            </p:nvSpPr>
            <p:spPr>
              <a:xfrm>
                <a:off x="1297214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055" name="Rectangle 8054">
                <a:extLst>
                  <a:ext uri="{FF2B5EF4-FFF2-40B4-BE49-F238E27FC236}">
                    <a16:creationId xmlns:a16="http://schemas.microsoft.com/office/drawing/2014/main" id="{AA6F6B95-5E2C-4B16-9D85-A798791032F6}"/>
                  </a:ext>
                </a:extLst>
              </p:cNvPr>
              <p:cNvSpPr/>
              <p:nvPr/>
            </p:nvSpPr>
            <p:spPr>
              <a:xfrm>
                <a:off x="757466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056" name="Rectangle 8055">
                <a:extLst>
                  <a:ext uri="{FF2B5EF4-FFF2-40B4-BE49-F238E27FC236}">
                    <a16:creationId xmlns:a16="http://schemas.microsoft.com/office/drawing/2014/main" id="{F2D828FA-E322-4A76-B5BA-9F0DD3C3E38E}"/>
                  </a:ext>
                </a:extLst>
              </p:cNvPr>
              <p:cNvSpPr/>
              <p:nvPr/>
            </p:nvSpPr>
            <p:spPr>
              <a:xfrm>
                <a:off x="577550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057" name="Rectangle 8056">
                <a:extLst>
                  <a:ext uri="{FF2B5EF4-FFF2-40B4-BE49-F238E27FC236}">
                    <a16:creationId xmlns:a16="http://schemas.microsoft.com/office/drawing/2014/main" id="{E9E8AA24-7BE4-48CC-9651-A0C0BDCA86BB}"/>
                  </a:ext>
                </a:extLst>
              </p:cNvPr>
              <p:cNvSpPr/>
              <p:nvPr/>
            </p:nvSpPr>
            <p:spPr>
              <a:xfrm>
                <a:off x="937382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058" name="Rectangle 8057">
                <a:extLst>
                  <a:ext uri="{FF2B5EF4-FFF2-40B4-BE49-F238E27FC236}">
                    <a16:creationId xmlns:a16="http://schemas.microsoft.com/office/drawing/2014/main" id="{5AD14553-DFCB-41AC-914D-8BC53D83B4DB}"/>
                  </a:ext>
                </a:extLst>
              </p:cNvPr>
              <p:cNvSpPr/>
              <p:nvPr/>
            </p:nvSpPr>
            <p:spPr>
              <a:xfrm>
                <a:off x="1117214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059" name="Rectangle 8058">
                <a:extLst>
                  <a:ext uri="{FF2B5EF4-FFF2-40B4-BE49-F238E27FC236}">
                    <a16:creationId xmlns:a16="http://schemas.microsoft.com/office/drawing/2014/main" id="{A316032A-87F0-4502-BC7E-864A70483D67}"/>
                  </a:ext>
                </a:extLst>
              </p:cNvPr>
              <p:cNvSpPr/>
              <p:nvPr/>
            </p:nvSpPr>
            <p:spPr>
              <a:xfrm>
                <a:off x="1297130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060" name="Rectangle 8059">
                <a:extLst>
                  <a:ext uri="{FF2B5EF4-FFF2-40B4-BE49-F238E27FC236}">
                    <a16:creationId xmlns:a16="http://schemas.microsoft.com/office/drawing/2014/main" id="{8B04A37E-8D97-4B1D-948B-D23E208A7C8F}"/>
                  </a:ext>
                </a:extLst>
              </p:cNvPr>
              <p:cNvSpPr/>
              <p:nvPr/>
            </p:nvSpPr>
            <p:spPr>
              <a:xfrm>
                <a:off x="757382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061" name="Rectangle 8060">
                <a:extLst>
                  <a:ext uri="{FF2B5EF4-FFF2-40B4-BE49-F238E27FC236}">
                    <a16:creationId xmlns:a16="http://schemas.microsoft.com/office/drawing/2014/main" id="{4E2AC16B-51E1-41D7-850D-089913FA0710}"/>
                  </a:ext>
                </a:extLst>
              </p:cNvPr>
              <p:cNvSpPr/>
              <p:nvPr/>
            </p:nvSpPr>
            <p:spPr>
              <a:xfrm>
                <a:off x="577466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062" name="Rectangle 8061">
                <a:extLst>
                  <a:ext uri="{FF2B5EF4-FFF2-40B4-BE49-F238E27FC236}">
                    <a16:creationId xmlns:a16="http://schemas.microsoft.com/office/drawing/2014/main" id="{ABD2CAC0-2F5A-43BF-9285-075F799C766E}"/>
                  </a:ext>
                </a:extLst>
              </p:cNvPr>
              <p:cNvSpPr/>
              <p:nvPr/>
            </p:nvSpPr>
            <p:spPr>
              <a:xfrm>
                <a:off x="937298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063" name="Rectangle 8062">
                <a:extLst>
                  <a:ext uri="{FF2B5EF4-FFF2-40B4-BE49-F238E27FC236}">
                    <a16:creationId xmlns:a16="http://schemas.microsoft.com/office/drawing/2014/main" id="{999CE40A-43D1-483F-B106-A1856CAA9F04}"/>
                  </a:ext>
                </a:extLst>
              </p:cNvPr>
              <p:cNvSpPr/>
              <p:nvPr/>
            </p:nvSpPr>
            <p:spPr>
              <a:xfrm>
                <a:off x="1117130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064" name="Rectangle 8063">
                <a:extLst>
                  <a:ext uri="{FF2B5EF4-FFF2-40B4-BE49-F238E27FC236}">
                    <a16:creationId xmlns:a16="http://schemas.microsoft.com/office/drawing/2014/main" id="{C0F37D39-5B1E-4FAC-B92D-81898ED4650F}"/>
                  </a:ext>
                </a:extLst>
              </p:cNvPr>
              <p:cNvSpPr/>
              <p:nvPr/>
            </p:nvSpPr>
            <p:spPr>
              <a:xfrm>
                <a:off x="1297046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065" name="Rectangle 8064">
                <a:extLst>
                  <a:ext uri="{FF2B5EF4-FFF2-40B4-BE49-F238E27FC236}">
                    <a16:creationId xmlns:a16="http://schemas.microsoft.com/office/drawing/2014/main" id="{9484DA9C-513E-45E5-8E6A-11E52AC4CEC4}"/>
                  </a:ext>
                </a:extLst>
              </p:cNvPr>
              <p:cNvSpPr/>
              <p:nvPr/>
            </p:nvSpPr>
            <p:spPr>
              <a:xfrm>
                <a:off x="577340" y="167393"/>
                <a:ext cx="900000" cy="974051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3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</p:grpSp>
        <p:grpSp>
          <p:nvGrpSpPr>
            <p:cNvPr id="7743" name="Groupe 7742"/>
            <p:cNvGrpSpPr/>
            <p:nvPr userDrawn="1"/>
          </p:nvGrpSpPr>
          <p:grpSpPr>
            <a:xfrm>
              <a:off x="1476794" y="121922"/>
              <a:ext cx="900000" cy="975016"/>
              <a:chOff x="577340" y="166428"/>
              <a:chExt cx="900000" cy="975016"/>
            </a:xfrm>
          </p:grpSpPr>
          <p:sp>
            <p:nvSpPr>
              <p:cNvPr id="8014" name="Rectangle 8013">
                <a:extLst>
                  <a:ext uri="{FF2B5EF4-FFF2-40B4-BE49-F238E27FC236}">
                    <a16:creationId xmlns:a16="http://schemas.microsoft.com/office/drawing/2014/main" id="{2072BB47-84CB-47FD-8A25-43491CA83C8F}"/>
                  </a:ext>
                </a:extLst>
              </p:cNvPr>
              <p:cNvSpPr/>
              <p:nvPr/>
            </p:nvSpPr>
            <p:spPr>
              <a:xfrm>
                <a:off x="757550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015" name="Rectangle 8014">
                <a:extLst>
                  <a:ext uri="{FF2B5EF4-FFF2-40B4-BE49-F238E27FC236}">
                    <a16:creationId xmlns:a16="http://schemas.microsoft.com/office/drawing/2014/main" id="{FD392A82-503D-4B66-9AF9-9E65B8C12603}"/>
                  </a:ext>
                </a:extLst>
              </p:cNvPr>
              <p:cNvSpPr/>
              <p:nvPr/>
            </p:nvSpPr>
            <p:spPr>
              <a:xfrm>
                <a:off x="577634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016" name="Rectangle 8015">
                <a:extLst>
                  <a:ext uri="{FF2B5EF4-FFF2-40B4-BE49-F238E27FC236}">
                    <a16:creationId xmlns:a16="http://schemas.microsoft.com/office/drawing/2014/main" id="{E8131C02-69AB-405B-82D1-978E3C621405}"/>
                  </a:ext>
                </a:extLst>
              </p:cNvPr>
              <p:cNvSpPr/>
              <p:nvPr/>
            </p:nvSpPr>
            <p:spPr>
              <a:xfrm>
                <a:off x="937466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017" name="Rectangle 8016">
                <a:extLst>
                  <a:ext uri="{FF2B5EF4-FFF2-40B4-BE49-F238E27FC236}">
                    <a16:creationId xmlns:a16="http://schemas.microsoft.com/office/drawing/2014/main" id="{F369E73F-6F1E-4CCA-9F58-1EF6C7EB008B}"/>
                  </a:ext>
                </a:extLst>
              </p:cNvPr>
              <p:cNvSpPr/>
              <p:nvPr/>
            </p:nvSpPr>
            <p:spPr>
              <a:xfrm>
                <a:off x="1117298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018" name="Rectangle 8017">
                <a:extLst>
                  <a:ext uri="{FF2B5EF4-FFF2-40B4-BE49-F238E27FC236}">
                    <a16:creationId xmlns:a16="http://schemas.microsoft.com/office/drawing/2014/main" id="{E4D8B003-AF02-4D34-8F85-57B55CDD3871}"/>
                  </a:ext>
                </a:extLst>
              </p:cNvPr>
              <p:cNvSpPr/>
              <p:nvPr/>
            </p:nvSpPr>
            <p:spPr>
              <a:xfrm>
                <a:off x="1297214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019" name="Rectangle 8018">
                <a:extLst>
                  <a:ext uri="{FF2B5EF4-FFF2-40B4-BE49-F238E27FC236}">
                    <a16:creationId xmlns:a16="http://schemas.microsoft.com/office/drawing/2014/main" id="{14BBDF8A-4682-45D3-ABAD-64B00A4ED731}"/>
                  </a:ext>
                </a:extLst>
              </p:cNvPr>
              <p:cNvSpPr/>
              <p:nvPr/>
            </p:nvSpPr>
            <p:spPr>
              <a:xfrm>
                <a:off x="757466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020" name="Rectangle 8019">
                <a:extLst>
                  <a:ext uri="{FF2B5EF4-FFF2-40B4-BE49-F238E27FC236}">
                    <a16:creationId xmlns:a16="http://schemas.microsoft.com/office/drawing/2014/main" id="{C13E0C4B-1D4F-471E-A5AD-E4BC58BB3024}"/>
                  </a:ext>
                </a:extLst>
              </p:cNvPr>
              <p:cNvSpPr/>
              <p:nvPr/>
            </p:nvSpPr>
            <p:spPr>
              <a:xfrm>
                <a:off x="577550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021" name="Rectangle 8020">
                <a:extLst>
                  <a:ext uri="{FF2B5EF4-FFF2-40B4-BE49-F238E27FC236}">
                    <a16:creationId xmlns:a16="http://schemas.microsoft.com/office/drawing/2014/main" id="{1E8CE2AB-2430-43FD-88E9-634F132AAB31}"/>
                  </a:ext>
                </a:extLst>
              </p:cNvPr>
              <p:cNvSpPr/>
              <p:nvPr/>
            </p:nvSpPr>
            <p:spPr>
              <a:xfrm>
                <a:off x="937382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022" name="Rectangle 8021">
                <a:extLst>
                  <a:ext uri="{FF2B5EF4-FFF2-40B4-BE49-F238E27FC236}">
                    <a16:creationId xmlns:a16="http://schemas.microsoft.com/office/drawing/2014/main" id="{9E64BB36-121D-45B5-AE9E-04F22BB2C216}"/>
                  </a:ext>
                </a:extLst>
              </p:cNvPr>
              <p:cNvSpPr/>
              <p:nvPr/>
            </p:nvSpPr>
            <p:spPr>
              <a:xfrm>
                <a:off x="1117214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023" name="Rectangle 8022">
                <a:extLst>
                  <a:ext uri="{FF2B5EF4-FFF2-40B4-BE49-F238E27FC236}">
                    <a16:creationId xmlns:a16="http://schemas.microsoft.com/office/drawing/2014/main" id="{13321878-5F07-4A14-B23A-57FA538E97B3}"/>
                  </a:ext>
                </a:extLst>
              </p:cNvPr>
              <p:cNvSpPr/>
              <p:nvPr/>
            </p:nvSpPr>
            <p:spPr>
              <a:xfrm>
                <a:off x="1297130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024" name="Rectangle 8023">
                <a:extLst>
                  <a:ext uri="{FF2B5EF4-FFF2-40B4-BE49-F238E27FC236}">
                    <a16:creationId xmlns:a16="http://schemas.microsoft.com/office/drawing/2014/main" id="{3E8B26BB-C162-4CAF-8919-EF4839B4A043}"/>
                  </a:ext>
                </a:extLst>
              </p:cNvPr>
              <p:cNvSpPr/>
              <p:nvPr/>
            </p:nvSpPr>
            <p:spPr>
              <a:xfrm>
                <a:off x="757550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025" name="Rectangle 8024">
                <a:extLst>
                  <a:ext uri="{FF2B5EF4-FFF2-40B4-BE49-F238E27FC236}">
                    <a16:creationId xmlns:a16="http://schemas.microsoft.com/office/drawing/2014/main" id="{C8C38007-7AE0-49F4-AA4F-ED66905690A4}"/>
                  </a:ext>
                </a:extLst>
              </p:cNvPr>
              <p:cNvSpPr/>
              <p:nvPr/>
            </p:nvSpPr>
            <p:spPr>
              <a:xfrm>
                <a:off x="577634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026" name="Rectangle 8025">
                <a:extLst>
                  <a:ext uri="{FF2B5EF4-FFF2-40B4-BE49-F238E27FC236}">
                    <a16:creationId xmlns:a16="http://schemas.microsoft.com/office/drawing/2014/main" id="{5A8361CA-680F-45F3-A21C-8BEEE02F34C3}"/>
                  </a:ext>
                </a:extLst>
              </p:cNvPr>
              <p:cNvSpPr/>
              <p:nvPr/>
            </p:nvSpPr>
            <p:spPr>
              <a:xfrm>
                <a:off x="937466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027" name="Rectangle 8026">
                <a:extLst>
                  <a:ext uri="{FF2B5EF4-FFF2-40B4-BE49-F238E27FC236}">
                    <a16:creationId xmlns:a16="http://schemas.microsoft.com/office/drawing/2014/main" id="{3C722730-A2DD-4CBE-B807-91549D72388A}"/>
                  </a:ext>
                </a:extLst>
              </p:cNvPr>
              <p:cNvSpPr/>
              <p:nvPr/>
            </p:nvSpPr>
            <p:spPr>
              <a:xfrm>
                <a:off x="1117298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028" name="Rectangle 8027">
                <a:extLst>
                  <a:ext uri="{FF2B5EF4-FFF2-40B4-BE49-F238E27FC236}">
                    <a16:creationId xmlns:a16="http://schemas.microsoft.com/office/drawing/2014/main" id="{4B63B2AA-AD7D-4206-AB24-8D005AC5273B}"/>
                  </a:ext>
                </a:extLst>
              </p:cNvPr>
              <p:cNvSpPr/>
              <p:nvPr/>
            </p:nvSpPr>
            <p:spPr>
              <a:xfrm>
                <a:off x="1297214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029" name="Rectangle 8028">
                <a:extLst>
                  <a:ext uri="{FF2B5EF4-FFF2-40B4-BE49-F238E27FC236}">
                    <a16:creationId xmlns:a16="http://schemas.microsoft.com/office/drawing/2014/main" id="{AA6F6B95-5E2C-4B16-9D85-A798791032F6}"/>
                  </a:ext>
                </a:extLst>
              </p:cNvPr>
              <p:cNvSpPr/>
              <p:nvPr/>
            </p:nvSpPr>
            <p:spPr>
              <a:xfrm>
                <a:off x="757466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030" name="Rectangle 8029">
                <a:extLst>
                  <a:ext uri="{FF2B5EF4-FFF2-40B4-BE49-F238E27FC236}">
                    <a16:creationId xmlns:a16="http://schemas.microsoft.com/office/drawing/2014/main" id="{F2D828FA-E322-4A76-B5BA-9F0DD3C3E38E}"/>
                  </a:ext>
                </a:extLst>
              </p:cNvPr>
              <p:cNvSpPr/>
              <p:nvPr/>
            </p:nvSpPr>
            <p:spPr>
              <a:xfrm>
                <a:off x="577550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031" name="Rectangle 8030">
                <a:extLst>
                  <a:ext uri="{FF2B5EF4-FFF2-40B4-BE49-F238E27FC236}">
                    <a16:creationId xmlns:a16="http://schemas.microsoft.com/office/drawing/2014/main" id="{E9E8AA24-7BE4-48CC-9651-A0C0BDCA86BB}"/>
                  </a:ext>
                </a:extLst>
              </p:cNvPr>
              <p:cNvSpPr/>
              <p:nvPr/>
            </p:nvSpPr>
            <p:spPr>
              <a:xfrm>
                <a:off x="937382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032" name="Rectangle 8031">
                <a:extLst>
                  <a:ext uri="{FF2B5EF4-FFF2-40B4-BE49-F238E27FC236}">
                    <a16:creationId xmlns:a16="http://schemas.microsoft.com/office/drawing/2014/main" id="{5AD14553-DFCB-41AC-914D-8BC53D83B4DB}"/>
                  </a:ext>
                </a:extLst>
              </p:cNvPr>
              <p:cNvSpPr/>
              <p:nvPr/>
            </p:nvSpPr>
            <p:spPr>
              <a:xfrm>
                <a:off x="1117214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033" name="Rectangle 8032">
                <a:extLst>
                  <a:ext uri="{FF2B5EF4-FFF2-40B4-BE49-F238E27FC236}">
                    <a16:creationId xmlns:a16="http://schemas.microsoft.com/office/drawing/2014/main" id="{A316032A-87F0-4502-BC7E-864A70483D67}"/>
                  </a:ext>
                </a:extLst>
              </p:cNvPr>
              <p:cNvSpPr/>
              <p:nvPr/>
            </p:nvSpPr>
            <p:spPr>
              <a:xfrm>
                <a:off x="1297130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034" name="Rectangle 8033">
                <a:extLst>
                  <a:ext uri="{FF2B5EF4-FFF2-40B4-BE49-F238E27FC236}">
                    <a16:creationId xmlns:a16="http://schemas.microsoft.com/office/drawing/2014/main" id="{8B04A37E-8D97-4B1D-948B-D23E208A7C8F}"/>
                  </a:ext>
                </a:extLst>
              </p:cNvPr>
              <p:cNvSpPr/>
              <p:nvPr/>
            </p:nvSpPr>
            <p:spPr>
              <a:xfrm>
                <a:off x="757382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035" name="Rectangle 8034">
                <a:extLst>
                  <a:ext uri="{FF2B5EF4-FFF2-40B4-BE49-F238E27FC236}">
                    <a16:creationId xmlns:a16="http://schemas.microsoft.com/office/drawing/2014/main" id="{4E2AC16B-51E1-41D7-850D-089913FA0710}"/>
                  </a:ext>
                </a:extLst>
              </p:cNvPr>
              <p:cNvSpPr/>
              <p:nvPr/>
            </p:nvSpPr>
            <p:spPr>
              <a:xfrm>
                <a:off x="577466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036" name="Rectangle 8035">
                <a:extLst>
                  <a:ext uri="{FF2B5EF4-FFF2-40B4-BE49-F238E27FC236}">
                    <a16:creationId xmlns:a16="http://schemas.microsoft.com/office/drawing/2014/main" id="{ABD2CAC0-2F5A-43BF-9285-075F799C766E}"/>
                  </a:ext>
                </a:extLst>
              </p:cNvPr>
              <p:cNvSpPr/>
              <p:nvPr/>
            </p:nvSpPr>
            <p:spPr>
              <a:xfrm>
                <a:off x="937298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037" name="Rectangle 8036">
                <a:extLst>
                  <a:ext uri="{FF2B5EF4-FFF2-40B4-BE49-F238E27FC236}">
                    <a16:creationId xmlns:a16="http://schemas.microsoft.com/office/drawing/2014/main" id="{999CE40A-43D1-483F-B106-A1856CAA9F04}"/>
                  </a:ext>
                </a:extLst>
              </p:cNvPr>
              <p:cNvSpPr/>
              <p:nvPr/>
            </p:nvSpPr>
            <p:spPr>
              <a:xfrm>
                <a:off x="1117130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038" name="Rectangle 8037">
                <a:extLst>
                  <a:ext uri="{FF2B5EF4-FFF2-40B4-BE49-F238E27FC236}">
                    <a16:creationId xmlns:a16="http://schemas.microsoft.com/office/drawing/2014/main" id="{C0F37D39-5B1E-4FAC-B92D-81898ED4650F}"/>
                  </a:ext>
                </a:extLst>
              </p:cNvPr>
              <p:cNvSpPr/>
              <p:nvPr/>
            </p:nvSpPr>
            <p:spPr>
              <a:xfrm>
                <a:off x="1297046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039" name="Rectangle 8038">
                <a:extLst>
                  <a:ext uri="{FF2B5EF4-FFF2-40B4-BE49-F238E27FC236}">
                    <a16:creationId xmlns:a16="http://schemas.microsoft.com/office/drawing/2014/main" id="{9484DA9C-513E-45E5-8E6A-11E52AC4CEC4}"/>
                  </a:ext>
                </a:extLst>
              </p:cNvPr>
              <p:cNvSpPr/>
              <p:nvPr/>
            </p:nvSpPr>
            <p:spPr>
              <a:xfrm>
                <a:off x="577340" y="167393"/>
                <a:ext cx="900000" cy="974051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3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</p:grpSp>
        <p:grpSp>
          <p:nvGrpSpPr>
            <p:cNvPr id="7744" name="Groupe 7743"/>
            <p:cNvGrpSpPr/>
            <p:nvPr userDrawn="1"/>
          </p:nvGrpSpPr>
          <p:grpSpPr>
            <a:xfrm>
              <a:off x="2376164" y="121922"/>
              <a:ext cx="900000" cy="975016"/>
              <a:chOff x="577340" y="166428"/>
              <a:chExt cx="900000" cy="975016"/>
            </a:xfrm>
          </p:grpSpPr>
          <p:sp>
            <p:nvSpPr>
              <p:cNvPr id="7988" name="Rectangle 7987">
                <a:extLst>
                  <a:ext uri="{FF2B5EF4-FFF2-40B4-BE49-F238E27FC236}">
                    <a16:creationId xmlns:a16="http://schemas.microsoft.com/office/drawing/2014/main" id="{2072BB47-84CB-47FD-8A25-43491CA83C8F}"/>
                  </a:ext>
                </a:extLst>
              </p:cNvPr>
              <p:cNvSpPr/>
              <p:nvPr/>
            </p:nvSpPr>
            <p:spPr>
              <a:xfrm>
                <a:off x="757550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989" name="Rectangle 7988">
                <a:extLst>
                  <a:ext uri="{FF2B5EF4-FFF2-40B4-BE49-F238E27FC236}">
                    <a16:creationId xmlns:a16="http://schemas.microsoft.com/office/drawing/2014/main" id="{FD392A82-503D-4B66-9AF9-9E65B8C12603}"/>
                  </a:ext>
                </a:extLst>
              </p:cNvPr>
              <p:cNvSpPr/>
              <p:nvPr/>
            </p:nvSpPr>
            <p:spPr>
              <a:xfrm>
                <a:off x="577634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990" name="Rectangle 7989">
                <a:extLst>
                  <a:ext uri="{FF2B5EF4-FFF2-40B4-BE49-F238E27FC236}">
                    <a16:creationId xmlns:a16="http://schemas.microsoft.com/office/drawing/2014/main" id="{E8131C02-69AB-405B-82D1-978E3C621405}"/>
                  </a:ext>
                </a:extLst>
              </p:cNvPr>
              <p:cNvSpPr/>
              <p:nvPr/>
            </p:nvSpPr>
            <p:spPr>
              <a:xfrm>
                <a:off x="937466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991" name="Rectangle 7990">
                <a:extLst>
                  <a:ext uri="{FF2B5EF4-FFF2-40B4-BE49-F238E27FC236}">
                    <a16:creationId xmlns:a16="http://schemas.microsoft.com/office/drawing/2014/main" id="{F369E73F-6F1E-4CCA-9F58-1EF6C7EB008B}"/>
                  </a:ext>
                </a:extLst>
              </p:cNvPr>
              <p:cNvSpPr/>
              <p:nvPr/>
            </p:nvSpPr>
            <p:spPr>
              <a:xfrm>
                <a:off x="1117298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992" name="Rectangle 7991">
                <a:extLst>
                  <a:ext uri="{FF2B5EF4-FFF2-40B4-BE49-F238E27FC236}">
                    <a16:creationId xmlns:a16="http://schemas.microsoft.com/office/drawing/2014/main" id="{E4D8B003-AF02-4D34-8F85-57B55CDD3871}"/>
                  </a:ext>
                </a:extLst>
              </p:cNvPr>
              <p:cNvSpPr/>
              <p:nvPr/>
            </p:nvSpPr>
            <p:spPr>
              <a:xfrm>
                <a:off x="1297214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993" name="Rectangle 7992">
                <a:extLst>
                  <a:ext uri="{FF2B5EF4-FFF2-40B4-BE49-F238E27FC236}">
                    <a16:creationId xmlns:a16="http://schemas.microsoft.com/office/drawing/2014/main" id="{14BBDF8A-4682-45D3-ABAD-64B00A4ED731}"/>
                  </a:ext>
                </a:extLst>
              </p:cNvPr>
              <p:cNvSpPr/>
              <p:nvPr/>
            </p:nvSpPr>
            <p:spPr>
              <a:xfrm>
                <a:off x="757466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994" name="Rectangle 7993">
                <a:extLst>
                  <a:ext uri="{FF2B5EF4-FFF2-40B4-BE49-F238E27FC236}">
                    <a16:creationId xmlns:a16="http://schemas.microsoft.com/office/drawing/2014/main" id="{C13E0C4B-1D4F-471E-A5AD-E4BC58BB3024}"/>
                  </a:ext>
                </a:extLst>
              </p:cNvPr>
              <p:cNvSpPr/>
              <p:nvPr/>
            </p:nvSpPr>
            <p:spPr>
              <a:xfrm>
                <a:off x="577550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995" name="Rectangle 7994">
                <a:extLst>
                  <a:ext uri="{FF2B5EF4-FFF2-40B4-BE49-F238E27FC236}">
                    <a16:creationId xmlns:a16="http://schemas.microsoft.com/office/drawing/2014/main" id="{1E8CE2AB-2430-43FD-88E9-634F132AAB31}"/>
                  </a:ext>
                </a:extLst>
              </p:cNvPr>
              <p:cNvSpPr/>
              <p:nvPr/>
            </p:nvSpPr>
            <p:spPr>
              <a:xfrm>
                <a:off x="937382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996" name="Rectangle 7995">
                <a:extLst>
                  <a:ext uri="{FF2B5EF4-FFF2-40B4-BE49-F238E27FC236}">
                    <a16:creationId xmlns:a16="http://schemas.microsoft.com/office/drawing/2014/main" id="{9E64BB36-121D-45B5-AE9E-04F22BB2C216}"/>
                  </a:ext>
                </a:extLst>
              </p:cNvPr>
              <p:cNvSpPr/>
              <p:nvPr/>
            </p:nvSpPr>
            <p:spPr>
              <a:xfrm>
                <a:off x="1117214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997" name="Rectangle 7996">
                <a:extLst>
                  <a:ext uri="{FF2B5EF4-FFF2-40B4-BE49-F238E27FC236}">
                    <a16:creationId xmlns:a16="http://schemas.microsoft.com/office/drawing/2014/main" id="{13321878-5F07-4A14-B23A-57FA538E97B3}"/>
                  </a:ext>
                </a:extLst>
              </p:cNvPr>
              <p:cNvSpPr/>
              <p:nvPr/>
            </p:nvSpPr>
            <p:spPr>
              <a:xfrm>
                <a:off x="1297130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998" name="Rectangle 7997">
                <a:extLst>
                  <a:ext uri="{FF2B5EF4-FFF2-40B4-BE49-F238E27FC236}">
                    <a16:creationId xmlns:a16="http://schemas.microsoft.com/office/drawing/2014/main" id="{3E8B26BB-C162-4CAF-8919-EF4839B4A043}"/>
                  </a:ext>
                </a:extLst>
              </p:cNvPr>
              <p:cNvSpPr/>
              <p:nvPr/>
            </p:nvSpPr>
            <p:spPr>
              <a:xfrm>
                <a:off x="757550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999" name="Rectangle 7998">
                <a:extLst>
                  <a:ext uri="{FF2B5EF4-FFF2-40B4-BE49-F238E27FC236}">
                    <a16:creationId xmlns:a16="http://schemas.microsoft.com/office/drawing/2014/main" id="{C8C38007-7AE0-49F4-AA4F-ED66905690A4}"/>
                  </a:ext>
                </a:extLst>
              </p:cNvPr>
              <p:cNvSpPr/>
              <p:nvPr/>
            </p:nvSpPr>
            <p:spPr>
              <a:xfrm>
                <a:off x="577634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000" name="Rectangle 7999">
                <a:extLst>
                  <a:ext uri="{FF2B5EF4-FFF2-40B4-BE49-F238E27FC236}">
                    <a16:creationId xmlns:a16="http://schemas.microsoft.com/office/drawing/2014/main" id="{5A8361CA-680F-45F3-A21C-8BEEE02F34C3}"/>
                  </a:ext>
                </a:extLst>
              </p:cNvPr>
              <p:cNvSpPr/>
              <p:nvPr/>
            </p:nvSpPr>
            <p:spPr>
              <a:xfrm>
                <a:off x="937466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001" name="Rectangle 8000">
                <a:extLst>
                  <a:ext uri="{FF2B5EF4-FFF2-40B4-BE49-F238E27FC236}">
                    <a16:creationId xmlns:a16="http://schemas.microsoft.com/office/drawing/2014/main" id="{3C722730-A2DD-4CBE-B807-91549D72388A}"/>
                  </a:ext>
                </a:extLst>
              </p:cNvPr>
              <p:cNvSpPr/>
              <p:nvPr/>
            </p:nvSpPr>
            <p:spPr>
              <a:xfrm>
                <a:off x="1117298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002" name="Rectangle 8001">
                <a:extLst>
                  <a:ext uri="{FF2B5EF4-FFF2-40B4-BE49-F238E27FC236}">
                    <a16:creationId xmlns:a16="http://schemas.microsoft.com/office/drawing/2014/main" id="{4B63B2AA-AD7D-4206-AB24-8D005AC5273B}"/>
                  </a:ext>
                </a:extLst>
              </p:cNvPr>
              <p:cNvSpPr/>
              <p:nvPr/>
            </p:nvSpPr>
            <p:spPr>
              <a:xfrm>
                <a:off x="1297214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003" name="Rectangle 8002">
                <a:extLst>
                  <a:ext uri="{FF2B5EF4-FFF2-40B4-BE49-F238E27FC236}">
                    <a16:creationId xmlns:a16="http://schemas.microsoft.com/office/drawing/2014/main" id="{AA6F6B95-5E2C-4B16-9D85-A798791032F6}"/>
                  </a:ext>
                </a:extLst>
              </p:cNvPr>
              <p:cNvSpPr/>
              <p:nvPr/>
            </p:nvSpPr>
            <p:spPr>
              <a:xfrm>
                <a:off x="757466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004" name="Rectangle 8003">
                <a:extLst>
                  <a:ext uri="{FF2B5EF4-FFF2-40B4-BE49-F238E27FC236}">
                    <a16:creationId xmlns:a16="http://schemas.microsoft.com/office/drawing/2014/main" id="{F2D828FA-E322-4A76-B5BA-9F0DD3C3E38E}"/>
                  </a:ext>
                </a:extLst>
              </p:cNvPr>
              <p:cNvSpPr/>
              <p:nvPr/>
            </p:nvSpPr>
            <p:spPr>
              <a:xfrm>
                <a:off x="577550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005" name="Rectangle 8004">
                <a:extLst>
                  <a:ext uri="{FF2B5EF4-FFF2-40B4-BE49-F238E27FC236}">
                    <a16:creationId xmlns:a16="http://schemas.microsoft.com/office/drawing/2014/main" id="{E9E8AA24-7BE4-48CC-9651-A0C0BDCA86BB}"/>
                  </a:ext>
                </a:extLst>
              </p:cNvPr>
              <p:cNvSpPr/>
              <p:nvPr/>
            </p:nvSpPr>
            <p:spPr>
              <a:xfrm>
                <a:off x="937382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006" name="Rectangle 8005">
                <a:extLst>
                  <a:ext uri="{FF2B5EF4-FFF2-40B4-BE49-F238E27FC236}">
                    <a16:creationId xmlns:a16="http://schemas.microsoft.com/office/drawing/2014/main" id="{5AD14553-DFCB-41AC-914D-8BC53D83B4DB}"/>
                  </a:ext>
                </a:extLst>
              </p:cNvPr>
              <p:cNvSpPr/>
              <p:nvPr/>
            </p:nvSpPr>
            <p:spPr>
              <a:xfrm>
                <a:off x="1117214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007" name="Rectangle 8006">
                <a:extLst>
                  <a:ext uri="{FF2B5EF4-FFF2-40B4-BE49-F238E27FC236}">
                    <a16:creationId xmlns:a16="http://schemas.microsoft.com/office/drawing/2014/main" id="{A316032A-87F0-4502-BC7E-864A70483D67}"/>
                  </a:ext>
                </a:extLst>
              </p:cNvPr>
              <p:cNvSpPr/>
              <p:nvPr/>
            </p:nvSpPr>
            <p:spPr>
              <a:xfrm>
                <a:off x="1297130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008" name="Rectangle 8007">
                <a:extLst>
                  <a:ext uri="{FF2B5EF4-FFF2-40B4-BE49-F238E27FC236}">
                    <a16:creationId xmlns:a16="http://schemas.microsoft.com/office/drawing/2014/main" id="{8B04A37E-8D97-4B1D-948B-D23E208A7C8F}"/>
                  </a:ext>
                </a:extLst>
              </p:cNvPr>
              <p:cNvSpPr/>
              <p:nvPr/>
            </p:nvSpPr>
            <p:spPr>
              <a:xfrm>
                <a:off x="757382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009" name="Rectangle 8008">
                <a:extLst>
                  <a:ext uri="{FF2B5EF4-FFF2-40B4-BE49-F238E27FC236}">
                    <a16:creationId xmlns:a16="http://schemas.microsoft.com/office/drawing/2014/main" id="{4E2AC16B-51E1-41D7-850D-089913FA0710}"/>
                  </a:ext>
                </a:extLst>
              </p:cNvPr>
              <p:cNvSpPr/>
              <p:nvPr/>
            </p:nvSpPr>
            <p:spPr>
              <a:xfrm>
                <a:off x="577466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010" name="Rectangle 8009">
                <a:extLst>
                  <a:ext uri="{FF2B5EF4-FFF2-40B4-BE49-F238E27FC236}">
                    <a16:creationId xmlns:a16="http://schemas.microsoft.com/office/drawing/2014/main" id="{ABD2CAC0-2F5A-43BF-9285-075F799C766E}"/>
                  </a:ext>
                </a:extLst>
              </p:cNvPr>
              <p:cNvSpPr/>
              <p:nvPr/>
            </p:nvSpPr>
            <p:spPr>
              <a:xfrm>
                <a:off x="937298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011" name="Rectangle 8010">
                <a:extLst>
                  <a:ext uri="{FF2B5EF4-FFF2-40B4-BE49-F238E27FC236}">
                    <a16:creationId xmlns:a16="http://schemas.microsoft.com/office/drawing/2014/main" id="{999CE40A-43D1-483F-B106-A1856CAA9F04}"/>
                  </a:ext>
                </a:extLst>
              </p:cNvPr>
              <p:cNvSpPr/>
              <p:nvPr/>
            </p:nvSpPr>
            <p:spPr>
              <a:xfrm>
                <a:off x="1117130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012" name="Rectangle 8011">
                <a:extLst>
                  <a:ext uri="{FF2B5EF4-FFF2-40B4-BE49-F238E27FC236}">
                    <a16:creationId xmlns:a16="http://schemas.microsoft.com/office/drawing/2014/main" id="{C0F37D39-5B1E-4FAC-B92D-81898ED4650F}"/>
                  </a:ext>
                </a:extLst>
              </p:cNvPr>
              <p:cNvSpPr/>
              <p:nvPr/>
            </p:nvSpPr>
            <p:spPr>
              <a:xfrm>
                <a:off x="1297046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013" name="Rectangle 8012">
                <a:extLst>
                  <a:ext uri="{FF2B5EF4-FFF2-40B4-BE49-F238E27FC236}">
                    <a16:creationId xmlns:a16="http://schemas.microsoft.com/office/drawing/2014/main" id="{9484DA9C-513E-45E5-8E6A-11E52AC4CEC4}"/>
                  </a:ext>
                </a:extLst>
              </p:cNvPr>
              <p:cNvSpPr/>
              <p:nvPr/>
            </p:nvSpPr>
            <p:spPr>
              <a:xfrm>
                <a:off x="577340" y="167393"/>
                <a:ext cx="900000" cy="974051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3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</p:grpSp>
        <p:grpSp>
          <p:nvGrpSpPr>
            <p:cNvPr id="7745" name="Groupe 7744"/>
            <p:cNvGrpSpPr/>
            <p:nvPr userDrawn="1"/>
          </p:nvGrpSpPr>
          <p:grpSpPr>
            <a:xfrm>
              <a:off x="3275618" y="120959"/>
              <a:ext cx="900000" cy="975016"/>
              <a:chOff x="577340" y="166428"/>
              <a:chExt cx="900000" cy="975016"/>
            </a:xfrm>
          </p:grpSpPr>
          <p:sp>
            <p:nvSpPr>
              <p:cNvPr id="7962" name="Rectangle 7961">
                <a:extLst>
                  <a:ext uri="{FF2B5EF4-FFF2-40B4-BE49-F238E27FC236}">
                    <a16:creationId xmlns:a16="http://schemas.microsoft.com/office/drawing/2014/main" id="{2072BB47-84CB-47FD-8A25-43491CA83C8F}"/>
                  </a:ext>
                </a:extLst>
              </p:cNvPr>
              <p:cNvSpPr/>
              <p:nvPr/>
            </p:nvSpPr>
            <p:spPr>
              <a:xfrm>
                <a:off x="757550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963" name="Rectangle 7962">
                <a:extLst>
                  <a:ext uri="{FF2B5EF4-FFF2-40B4-BE49-F238E27FC236}">
                    <a16:creationId xmlns:a16="http://schemas.microsoft.com/office/drawing/2014/main" id="{FD392A82-503D-4B66-9AF9-9E65B8C12603}"/>
                  </a:ext>
                </a:extLst>
              </p:cNvPr>
              <p:cNvSpPr/>
              <p:nvPr/>
            </p:nvSpPr>
            <p:spPr>
              <a:xfrm>
                <a:off x="577634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964" name="Rectangle 7963">
                <a:extLst>
                  <a:ext uri="{FF2B5EF4-FFF2-40B4-BE49-F238E27FC236}">
                    <a16:creationId xmlns:a16="http://schemas.microsoft.com/office/drawing/2014/main" id="{E8131C02-69AB-405B-82D1-978E3C621405}"/>
                  </a:ext>
                </a:extLst>
              </p:cNvPr>
              <p:cNvSpPr/>
              <p:nvPr/>
            </p:nvSpPr>
            <p:spPr>
              <a:xfrm>
                <a:off x="937466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965" name="Rectangle 7964">
                <a:extLst>
                  <a:ext uri="{FF2B5EF4-FFF2-40B4-BE49-F238E27FC236}">
                    <a16:creationId xmlns:a16="http://schemas.microsoft.com/office/drawing/2014/main" id="{F369E73F-6F1E-4CCA-9F58-1EF6C7EB008B}"/>
                  </a:ext>
                </a:extLst>
              </p:cNvPr>
              <p:cNvSpPr/>
              <p:nvPr/>
            </p:nvSpPr>
            <p:spPr>
              <a:xfrm>
                <a:off x="1117298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966" name="Rectangle 7965">
                <a:extLst>
                  <a:ext uri="{FF2B5EF4-FFF2-40B4-BE49-F238E27FC236}">
                    <a16:creationId xmlns:a16="http://schemas.microsoft.com/office/drawing/2014/main" id="{E4D8B003-AF02-4D34-8F85-57B55CDD3871}"/>
                  </a:ext>
                </a:extLst>
              </p:cNvPr>
              <p:cNvSpPr/>
              <p:nvPr/>
            </p:nvSpPr>
            <p:spPr>
              <a:xfrm>
                <a:off x="1297214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967" name="Rectangle 7966">
                <a:extLst>
                  <a:ext uri="{FF2B5EF4-FFF2-40B4-BE49-F238E27FC236}">
                    <a16:creationId xmlns:a16="http://schemas.microsoft.com/office/drawing/2014/main" id="{14BBDF8A-4682-45D3-ABAD-64B00A4ED731}"/>
                  </a:ext>
                </a:extLst>
              </p:cNvPr>
              <p:cNvSpPr/>
              <p:nvPr/>
            </p:nvSpPr>
            <p:spPr>
              <a:xfrm>
                <a:off x="757466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968" name="Rectangle 7967">
                <a:extLst>
                  <a:ext uri="{FF2B5EF4-FFF2-40B4-BE49-F238E27FC236}">
                    <a16:creationId xmlns:a16="http://schemas.microsoft.com/office/drawing/2014/main" id="{C13E0C4B-1D4F-471E-A5AD-E4BC58BB3024}"/>
                  </a:ext>
                </a:extLst>
              </p:cNvPr>
              <p:cNvSpPr/>
              <p:nvPr/>
            </p:nvSpPr>
            <p:spPr>
              <a:xfrm>
                <a:off x="577550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969" name="Rectangle 7968">
                <a:extLst>
                  <a:ext uri="{FF2B5EF4-FFF2-40B4-BE49-F238E27FC236}">
                    <a16:creationId xmlns:a16="http://schemas.microsoft.com/office/drawing/2014/main" id="{1E8CE2AB-2430-43FD-88E9-634F132AAB31}"/>
                  </a:ext>
                </a:extLst>
              </p:cNvPr>
              <p:cNvSpPr/>
              <p:nvPr/>
            </p:nvSpPr>
            <p:spPr>
              <a:xfrm>
                <a:off x="937382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970" name="Rectangle 7969">
                <a:extLst>
                  <a:ext uri="{FF2B5EF4-FFF2-40B4-BE49-F238E27FC236}">
                    <a16:creationId xmlns:a16="http://schemas.microsoft.com/office/drawing/2014/main" id="{9E64BB36-121D-45B5-AE9E-04F22BB2C216}"/>
                  </a:ext>
                </a:extLst>
              </p:cNvPr>
              <p:cNvSpPr/>
              <p:nvPr/>
            </p:nvSpPr>
            <p:spPr>
              <a:xfrm>
                <a:off x="1117214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971" name="Rectangle 7970">
                <a:extLst>
                  <a:ext uri="{FF2B5EF4-FFF2-40B4-BE49-F238E27FC236}">
                    <a16:creationId xmlns:a16="http://schemas.microsoft.com/office/drawing/2014/main" id="{13321878-5F07-4A14-B23A-57FA538E97B3}"/>
                  </a:ext>
                </a:extLst>
              </p:cNvPr>
              <p:cNvSpPr/>
              <p:nvPr/>
            </p:nvSpPr>
            <p:spPr>
              <a:xfrm>
                <a:off x="1297130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972" name="Rectangle 7971">
                <a:extLst>
                  <a:ext uri="{FF2B5EF4-FFF2-40B4-BE49-F238E27FC236}">
                    <a16:creationId xmlns:a16="http://schemas.microsoft.com/office/drawing/2014/main" id="{3E8B26BB-C162-4CAF-8919-EF4839B4A043}"/>
                  </a:ext>
                </a:extLst>
              </p:cNvPr>
              <p:cNvSpPr/>
              <p:nvPr/>
            </p:nvSpPr>
            <p:spPr>
              <a:xfrm>
                <a:off x="757550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973" name="Rectangle 7972">
                <a:extLst>
                  <a:ext uri="{FF2B5EF4-FFF2-40B4-BE49-F238E27FC236}">
                    <a16:creationId xmlns:a16="http://schemas.microsoft.com/office/drawing/2014/main" id="{C8C38007-7AE0-49F4-AA4F-ED66905690A4}"/>
                  </a:ext>
                </a:extLst>
              </p:cNvPr>
              <p:cNvSpPr/>
              <p:nvPr/>
            </p:nvSpPr>
            <p:spPr>
              <a:xfrm>
                <a:off x="577634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974" name="Rectangle 7973">
                <a:extLst>
                  <a:ext uri="{FF2B5EF4-FFF2-40B4-BE49-F238E27FC236}">
                    <a16:creationId xmlns:a16="http://schemas.microsoft.com/office/drawing/2014/main" id="{5A8361CA-680F-45F3-A21C-8BEEE02F34C3}"/>
                  </a:ext>
                </a:extLst>
              </p:cNvPr>
              <p:cNvSpPr/>
              <p:nvPr/>
            </p:nvSpPr>
            <p:spPr>
              <a:xfrm>
                <a:off x="937466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975" name="Rectangle 7974">
                <a:extLst>
                  <a:ext uri="{FF2B5EF4-FFF2-40B4-BE49-F238E27FC236}">
                    <a16:creationId xmlns:a16="http://schemas.microsoft.com/office/drawing/2014/main" id="{3C722730-A2DD-4CBE-B807-91549D72388A}"/>
                  </a:ext>
                </a:extLst>
              </p:cNvPr>
              <p:cNvSpPr/>
              <p:nvPr/>
            </p:nvSpPr>
            <p:spPr>
              <a:xfrm>
                <a:off x="1117298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976" name="Rectangle 7975">
                <a:extLst>
                  <a:ext uri="{FF2B5EF4-FFF2-40B4-BE49-F238E27FC236}">
                    <a16:creationId xmlns:a16="http://schemas.microsoft.com/office/drawing/2014/main" id="{4B63B2AA-AD7D-4206-AB24-8D005AC5273B}"/>
                  </a:ext>
                </a:extLst>
              </p:cNvPr>
              <p:cNvSpPr/>
              <p:nvPr/>
            </p:nvSpPr>
            <p:spPr>
              <a:xfrm>
                <a:off x="1297214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977" name="Rectangle 7976">
                <a:extLst>
                  <a:ext uri="{FF2B5EF4-FFF2-40B4-BE49-F238E27FC236}">
                    <a16:creationId xmlns:a16="http://schemas.microsoft.com/office/drawing/2014/main" id="{AA6F6B95-5E2C-4B16-9D85-A798791032F6}"/>
                  </a:ext>
                </a:extLst>
              </p:cNvPr>
              <p:cNvSpPr/>
              <p:nvPr/>
            </p:nvSpPr>
            <p:spPr>
              <a:xfrm>
                <a:off x="757466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978" name="Rectangle 7977">
                <a:extLst>
                  <a:ext uri="{FF2B5EF4-FFF2-40B4-BE49-F238E27FC236}">
                    <a16:creationId xmlns:a16="http://schemas.microsoft.com/office/drawing/2014/main" id="{F2D828FA-E322-4A76-B5BA-9F0DD3C3E38E}"/>
                  </a:ext>
                </a:extLst>
              </p:cNvPr>
              <p:cNvSpPr/>
              <p:nvPr/>
            </p:nvSpPr>
            <p:spPr>
              <a:xfrm>
                <a:off x="577550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979" name="Rectangle 7978">
                <a:extLst>
                  <a:ext uri="{FF2B5EF4-FFF2-40B4-BE49-F238E27FC236}">
                    <a16:creationId xmlns:a16="http://schemas.microsoft.com/office/drawing/2014/main" id="{E9E8AA24-7BE4-48CC-9651-A0C0BDCA86BB}"/>
                  </a:ext>
                </a:extLst>
              </p:cNvPr>
              <p:cNvSpPr/>
              <p:nvPr/>
            </p:nvSpPr>
            <p:spPr>
              <a:xfrm>
                <a:off x="937382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980" name="Rectangle 7979">
                <a:extLst>
                  <a:ext uri="{FF2B5EF4-FFF2-40B4-BE49-F238E27FC236}">
                    <a16:creationId xmlns:a16="http://schemas.microsoft.com/office/drawing/2014/main" id="{5AD14553-DFCB-41AC-914D-8BC53D83B4DB}"/>
                  </a:ext>
                </a:extLst>
              </p:cNvPr>
              <p:cNvSpPr/>
              <p:nvPr/>
            </p:nvSpPr>
            <p:spPr>
              <a:xfrm>
                <a:off x="1117214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981" name="Rectangle 7980">
                <a:extLst>
                  <a:ext uri="{FF2B5EF4-FFF2-40B4-BE49-F238E27FC236}">
                    <a16:creationId xmlns:a16="http://schemas.microsoft.com/office/drawing/2014/main" id="{A316032A-87F0-4502-BC7E-864A70483D67}"/>
                  </a:ext>
                </a:extLst>
              </p:cNvPr>
              <p:cNvSpPr/>
              <p:nvPr/>
            </p:nvSpPr>
            <p:spPr>
              <a:xfrm>
                <a:off x="1297130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982" name="Rectangle 7981">
                <a:extLst>
                  <a:ext uri="{FF2B5EF4-FFF2-40B4-BE49-F238E27FC236}">
                    <a16:creationId xmlns:a16="http://schemas.microsoft.com/office/drawing/2014/main" id="{8B04A37E-8D97-4B1D-948B-D23E208A7C8F}"/>
                  </a:ext>
                </a:extLst>
              </p:cNvPr>
              <p:cNvSpPr/>
              <p:nvPr/>
            </p:nvSpPr>
            <p:spPr>
              <a:xfrm>
                <a:off x="757382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983" name="Rectangle 7982">
                <a:extLst>
                  <a:ext uri="{FF2B5EF4-FFF2-40B4-BE49-F238E27FC236}">
                    <a16:creationId xmlns:a16="http://schemas.microsoft.com/office/drawing/2014/main" id="{4E2AC16B-51E1-41D7-850D-089913FA0710}"/>
                  </a:ext>
                </a:extLst>
              </p:cNvPr>
              <p:cNvSpPr/>
              <p:nvPr/>
            </p:nvSpPr>
            <p:spPr>
              <a:xfrm>
                <a:off x="577466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984" name="Rectangle 7983">
                <a:extLst>
                  <a:ext uri="{FF2B5EF4-FFF2-40B4-BE49-F238E27FC236}">
                    <a16:creationId xmlns:a16="http://schemas.microsoft.com/office/drawing/2014/main" id="{ABD2CAC0-2F5A-43BF-9285-075F799C766E}"/>
                  </a:ext>
                </a:extLst>
              </p:cNvPr>
              <p:cNvSpPr/>
              <p:nvPr/>
            </p:nvSpPr>
            <p:spPr>
              <a:xfrm>
                <a:off x="937298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985" name="Rectangle 7984">
                <a:extLst>
                  <a:ext uri="{FF2B5EF4-FFF2-40B4-BE49-F238E27FC236}">
                    <a16:creationId xmlns:a16="http://schemas.microsoft.com/office/drawing/2014/main" id="{999CE40A-43D1-483F-B106-A1856CAA9F04}"/>
                  </a:ext>
                </a:extLst>
              </p:cNvPr>
              <p:cNvSpPr/>
              <p:nvPr/>
            </p:nvSpPr>
            <p:spPr>
              <a:xfrm>
                <a:off x="1117130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986" name="Rectangle 7985">
                <a:extLst>
                  <a:ext uri="{FF2B5EF4-FFF2-40B4-BE49-F238E27FC236}">
                    <a16:creationId xmlns:a16="http://schemas.microsoft.com/office/drawing/2014/main" id="{C0F37D39-5B1E-4FAC-B92D-81898ED4650F}"/>
                  </a:ext>
                </a:extLst>
              </p:cNvPr>
              <p:cNvSpPr/>
              <p:nvPr/>
            </p:nvSpPr>
            <p:spPr>
              <a:xfrm>
                <a:off x="1297046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987" name="Rectangle 7986">
                <a:extLst>
                  <a:ext uri="{FF2B5EF4-FFF2-40B4-BE49-F238E27FC236}">
                    <a16:creationId xmlns:a16="http://schemas.microsoft.com/office/drawing/2014/main" id="{9484DA9C-513E-45E5-8E6A-11E52AC4CEC4}"/>
                  </a:ext>
                </a:extLst>
              </p:cNvPr>
              <p:cNvSpPr/>
              <p:nvPr/>
            </p:nvSpPr>
            <p:spPr>
              <a:xfrm>
                <a:off x="577340" y="167393"/>
                <a:ext cx="900000" cy="974051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3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</p:grpSp>
        <p:grpSp>
          <p:nvGrpSpPr>
            <p:cNvPr id="7746" name="Groupe 7745"/>
            <p:cNvGrpSpPr/>
            <p:nvPr userDrawn="1"/>
          </p:nvGrpSpPr>
          <p:grpSpPr>
            <a:xfrm>
              <a:off x="4175198" y="121922"/>
              <a:ext cx="900000" cy="975016"/>
              <a:chOff x="577340" y="166428"/>
              <a:chExt cx="900000" cy="975016"/>
            </a:xfrm>
          </p:grpSpPr>
          <p:sp>
            <p:nvSpPr>
              <p:cNvPr id="7936" name="Rectangle 7935">
                <a:extLst>
                  <a:ext uri="{FF2B5EF4-FFF2-40B4-BE49-F238E27FC236}">
                    <a16:creationId xmlns:a16="http://schemas.microsoft.com/office/drawing/2014/main" id="{2072BB47-84CB-47FD-8A25-43491CA83C8F}"/>
                  </a:ext>
                </a:extLst>
              </p:cNvPr>
              <p:cNvSpPr/>
              <p:nvPr/>
            </p:nvSpPr>
            <p:spPr>
              <a:xfrm>
                <a:off x="757550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937" name="Rectangle 7936">
                <a:extLst>
                  <a:ext uri="{FF2B5EF4-FFF2-40B4-BE49-F238E27FC236}">
                    <a16:creationId xmlns:a16="http://schemas.microsoft.com/office/drawing/2014/main" id="{FD392A82-503D-4B66-9AF9-9E65B8C12603}"/>
                  </a:ext>
                </a:extLst>
              </p:cNvPr>
              <p:cNvSpPr/>
              <p:nvPr/>
            </p:nvSpPr>
            <p:spPr>
              <a:xfrm>
                <a:off x="577634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938" name="Rectangle 7937">
                <a:extLst>
                  <a:ext uri="{FF2B5EF4-FFF2-40B4-BE49-F238E27FC236}">
                    <a16:creationId xmlns:a16="http://schemas.microsoft.com/office/drawing/2014/main" id="{E8131C02-69AB-405B-82D1-978E3C621405}"/>
                  </a:ext>
                </a:extLst>
              </p:cNvPr>
              <p:cNvSpPr/>
              <p:nvPr/>
            </p:nvSpPr>
            <p:spPr>
              <a:xfrm>
                <a:off x="937466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939" name="Rectangle 7938">
                <a:extLst>
                  <a:ext uri="{FF2B5EF4-FFF2-40B4-BE49-F238E27FC236}">
                    <a16:creationId xmlns:a16="http://schemas.microsoft.com/office/drawing/2014/main" id="{F369E73F-6F1E-4CCA-9F58-1EF6C7EB008B}"/>
                  </a:ext>
                </a:extLst>
              </p:cNvPr>
              <p:cNvSpPr/>
              <p:nvPr/>
            </p:nvSpPr>
            <p:spPr>
              <a:xfrm>
                <a:off x="1117298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940" name="Rectangle 7939">
                <a:extLst>
                  <a:ext uri="{FF2B5EF4-FFF2-40B4-BE49-F238E27FC236}">
                    <a16:creationId xmlns:a16="http://schemas.microsoft.com/office/drawing/2014/main" id="{E4D8B003-AF02-4D34-8F85-57B55CDD3871}"/>
                  </a:ext>
                </a:extLst>
              </p:cNvPr>
              <p:cNvSpPr/>
              <p:nvPr/>
            </p:nvSpPr>
            <p:spPr>
              <a:xfrm>
                <a:off x="1297214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941" name="Rectangle 7940">
                <a:extLst>
                  <a:ext uri="{FF2B5EF4-FFF2-40B4-BE49-F238E27FC236}">
                    <a16:creationId xmlns:a16="http://schemas.microsoft.com/office/drawing/2014/main" id="{14BBDF8A-4682-45D3-ABAD-64B00A4ED731}"/>
                  </a:ext>
                </a:extLst>
              </p:cNvPr>
              <p:cNvSpPr/>
              <p:nvPr/>
            </p:nvSpPr>
            <p:spPr>
              <a:xfrm>
                <a:off x="757466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942" name="Rectangle 7941">
                <a:extLst>
                  <a:ext uri="{FF2B5EF4-FFF2-40B4-BE49-F238E27FC236}">
                    <a16:creationId xmlns:a16="http://schemas.microsoft.com/office/drawing/2014/main" id="{C13E0C4B-1D4F-471E-A5AD-E4BC58BB3024}"/>
                  </a:ext>
                </a:extLst>
              </p:cNvPr>
              <p:cNvSpPr/>
              <p:nvPr/>
            </p:nvSpPr>
            <p:spPr>
              <a:xfrm>
                <a:off x="577550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943" name="Rectangle 7942">
                <a:extLst>
                  <a:ext uri="{FF2B5EF4-FFF2-40B4-BE49-F238E27FC236}">
                    <a16:creationId xmlns:a16="http://schemas.microsoft.com/office/drawing/2014/main" id="{1E8CE2AB-2430-43FD-88E9-634F132AAB31}"/>
                  </a:ext>
                </a:extLst>
              </p:cNvPr>
              <p:cNvSpPr/>
              <p:nvPr/>
            </p:nvSpPr>
            <p:spPr>
              <a:xfrm>
                <a:off x="937382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944" name="Rectangle 7943">
                <a:extLst>
                  <a:ext uri="{FF2B5EF4-FFF2-40B4-BE49-F238E27FC236}">
                    <a16:creationId xmlns:a16="http://schemas.microsoft.com/office/drawing/2014/main" id="{9E64BB36-121D-45B5-AE9E-04F22BB2C216}"/>
                  </a:ext>
                </a:extLst>
              </p:cNvPr>
              <p:cNvSpPr/>
              <p:nvPr/>
            </p:nvSpPr>
            <p:spPr>
              <a:xfrm>
                <a:off x="1117214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945" name="Rectangle 7944">
                <a:extLst>
                  <a:ext uri="{FF2B5EF4-FFF2-40B4-BE49-F238E27FC236}">
                    <a16:creationId xmlns:a16="http://schemas.microsoft.com/office/drawing/2014/main" id="{13321878-5F07-4A14-B23A-57FA538E97B3}"/>
                  </a:ext>
                </a:extLst>
              </p:cNvPr>
              <p:cNvSpPr/>
              <p:nvPr/>
            </p:nvSpPr>
            <p:spPr>
              <a:xfrm>
                <a:off x="1297130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946" name="Rectangle 7945">
                <a:extLst>
                  <a:ext uri="{FF2B5EF4-FFF2-40B4-BE49-F238E27FC236}">
                    <a16:creationId xmlns:a16="http://schemas.microsoft.com/office/drawing/2014/main" id="{3E8B26BB-C162-4CAF-8919-EF4839B4A043}"/>
                  </a:ext>
                </a:extLst>
              </p:cNvPr>
              <p:cNvSpPr/>
              <p:nvPr/>
            </p:nvSpPr>
            <p:spPr>
              <a:xfrm>
                <a:off x="757550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947" name="Rectangle 7946">
                <a:extLst>
                  <a:ext uri="{FF2B5EF4-FFF2-40B4-BE49-F238E27FC236}">
                    <a16:creationId xmlns:a16="http://schemas.microsoft.com/office/drawing/2014/main" id="{C8C38007-7AE0-49F4-AA4F-ED66905690A4}"/>
                  </a:ext>
                </a:extLst>
              </p:cNvPr>
              <p:cNvSpPr/>
              <p:nvPr/>
            </p:nvSpPr>
            <p:spPr>
              <a:xfrm>
                <a:off x="577634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948" name="Rectangle 7947">
                <a:extLst>
                  <a:ext uri="{FF2B5EF4-FFF2-40B4-BE49-F238E27FC236}">
                    <a16:creationId xmlns:a16="http://schemas.microsoft.com/office/drawing/2014/main" id="{5A8361CA-680F-45F3-A21C-8BEEE02F34C3}"/>
                  </a:ext>
                </a:extLst>
              </p:cNvPr>
              <p:cNvSpPr/>
              <p:nvPr/>
            </p:nvSpPr>
            <p:spPr>
              <a:xfrm>
                <a:off x="937466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949" name="Rectangle 7948">
                <a:extLst>
                  <a:ext uri="{FF2B5EF4-FFF2-40B4-BE49-F238E27FC236}">
                    <a16:creationId xmlns:a16="http://schemas.microsoft.com/office/drawing/2014/main" id="{3C722730-A2DD-4CBE-B807-91549D72388A}"/>
                  </a:ext>
                </a:extLst>
              </p:cNvPr>
              <p:cNvSpPr/>
              <p:nvPr/>
            </p:nvSpPr>
            <p:spPr>
              <a:xfrm>
                <a:off x="1117298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950" name="Rectangle 7949">
                <a:extLst>
                  <a:ext uri="{FF2B5EF4-FFF2-40B4-BE49-F238E27FC236}">
                    <a16:creationId xmlns:a16="http://schemas.microsoft.com/office/drawing/2014/main" id="{4B63B2AA-AD7D-4206-AB24-8D005AC5273B}"/>
                  </a:ext>
                </a:extLst>
              </p:cNvPr>
              <p:cNvSpPr/>
              <p:nvPr/>
            </p:nvSpPr>
            <p:spPr>
              <a:xfrm>
                <a:off x="1297214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951" name="Rectangle 7950">
                <a:extLst>
                  <a:ext uri="{FF2B5EF4-FFF2-40B4-BE49-F238E27FC236}">
                    <a16:creationId xmlns:a16="http://schemas.microsoft.com/office/drawing/2014/main" id="{AA6F6B95-5E2C-4B16-9D85-A798791032F6}"/>
                  </a:ext>
                </a:extLst>
              </p:cNvPr>
              <p:cNvSpPr/>
              <p:nvPr/>
            </p:nvSpPr>
            <p:spPr>
              <a:xfrm>
                <a:off x="757466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952" name="Rectangle 7951">
                <a:extLst>
                  <a:ext uri="{FF2B5EF4-FFF2-40B4-BE49-F238E27FC236}">
                    <a16:creationId xmlns:a16="http://schemas.microsoft.com/office/drawing/2014/main" id="{F2D828FA-E322-4A76-B5BA-9F0DD3C3E38E}"/>
                  </a:ext>
                </a:extLst>
              </p:cNvPr>
              <p:cNvSpPr/>
              <p:nvPr/>
            </p:nvSpPr>
            <p:spPr>
              <a:xfrm>
                <a:off x="577550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953" name="Rectangle 7952">
                <a:extLst>
                  <a:ext uri="{FF2B5EF4-FFF2-40B4-BE49-F238E27FC236}">
                    <a16:creationId xmlns:a16="http://schemas.microsoft.com/office/drawing/2014/main" id="{E9E8AA24-7BE4-48CC-9651-A0C0BDCA86BB}"/>
                  </a:ext>
                </a:extLst>
              </p:cNvPr>
              <p:cNvSpPr/>
              <p:nvPr/>
            </p:nvSpPr>
            <p:spPr>
              <a:xfrm>
                <a:off x="937382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954" name="Rectangle 7953">
                <a:extLst>
                  <a:ext uri="{FF2B5EF4-FFF2-40B4-BE49-F238E27FC236}">
                    <a16:creationId xmlns:a16="http://schemas.microsoft.com/office/drawing/2014/main" id="{5AD14553-DFCB-41AC-914D-8BC53D83B4DB}"/>
                  </a:ext>
                </a:extLst>
              </p:cNvPr>
              <p:cNvSpPr/>
              <p:nvPr/>
            </p:nvSpPr>
            <p:spPr>
              <a:xfrm>
                <a:off x="1117214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955" name="Rectangle 7954">
                <a:extLst>
                  <a:ext uri="{FF2B5EF4-FFF2-40B4-BE49-F238E27FC236}">
                    <a16:creationId xmlns:a16="http://schemas.microsoft.com/office/drawing/2014/main" id="{A316032A-87F0-4502-BC7E-864A70483D67}"/>
                  </a:ext>
                </a:extLst>
              </p:cNvPr>
              <p:cNvSpPr/>
              <p:nvPr/>
            </p:nvSpPr>
            <p:spPr>
              <a:xfrm>
                <a:off x="1297130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956" name="Rectangle 7955">
                <a:extLst>
                  <a:ext uri="{FF2B5EF4-FFF2-40B4-BE49-F238E27FC236}">
                    <a16:creationId xmlns:a16="http://schemas.microsoft.com/office/drawing/2014/main" id="{8B04A37E-8D97-4B1D-948B-D23E208A7C8F}"/>
                  </a:ext>
                </a:extLst>
              </p:cNvPr>
              <p:cNvSpPr/>
              <p:nvPr/>
            </p:nvSpPr>
            <p:spPr>
              <a:xfrm>
                <a:off x="757382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957" name="Rectangle 7956">
                <a:extLst>
                  <a:ext uri="{FF2B5EF4-FFF2-40B4-BE49-F238E27FC236}">
                    <a16:creationId xmlns:a16="http://schemas.microsoft.com/office/drawing/2014/main" id="{4E2AC16B-51E1-41D7-850D-089913FA0710}"/>
                  </a:ext>
                </a:extLst>
              </p:cNvPr>
              <p:cNvSpPr/>
              <p:nvPr/>
            </p:nvSpPr>
            <p:spPr>
              <a:xfrm>
                <a:off x="577466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958" name="Rectangle 7957">
                <a:extLst>
                  <a:ext uri="{FF2B5EF4-FFF2-40B4-BE49-F238E27FC236}">
                    <a16:creationId xmlns:a16="http://schemas.microsoft.com/office/drawing/2014/main" id="{ABD2CAC0-2F5A-43BF-9285-075F799C766E}"/>
                  </a:ext>
                </a:extLst>
              </p:cNvPr>
              <p:cNvSpPr/>
              <p:nvPr/>
            </p:nvSpPr>
            <p:spPr>
              <a:xfrm>
                <a:off x="937298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959" name="Rectangle 7958">
                <a:extLst>
                  <a:ext uri="{FF2B5EF4-FFF2-40B4-BE49-F238E27FC236}">
                    <a16:creationId xmlns:a16="http://schemas.microsoft.com/office/drawing/2014/main" id="{999CE40A-43D1-483F-B106-A1856CAA9F04}"/>
                  </a:ext>
                </a:extLst>
              </p:cNvPr>
              <p:cNvSpPr/>
              <p:nvPr/>
            </p:nvSpPr>
            <p:spPr>
              <a:xfrm>
                <a:off x="1117130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960" name="Rectangle 7959">
                <a:extLst>
                  <a:ext uri="{FF2B5EF4-FFF2-40B4-BE49-F238E27FC236}">
                    <a16:creationId xmlns:a16="http://schemas.microsoft.com/office/drawing/2014/main" id="{C0F37D39-5B1E-4FAC-B92D-81898ED4650F}"/>
                  </a:ext>
                </a:extLst>
              </p:cNvPr>
              <p:cNvSpPr/>
              <p:nvPr/>
            </p:nvSpPr>
            <p:spPr>
              <a:xfrm>
                <a:off x="1297046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961" name="Rectangle 7960">
                <a:extLst>
                  <a:ext uri="{FF2B5EF4-FFF2-40B4-BE49-F238E27FC236}">
                    <a16:creationId xmlns:a16="http://schemas.microsoft.com/office/drawing/2014/main" id="{9484DA9C-513E-45E5-8E6A-11E52AC4CEC4}"/>
                  </a:ext>
                </a:extLst>
              </p:cNvPr>
              <p:cNvSpPr/>
              <p:nvPr/>
            </p:nvSpPr>
            <p:spPr>
              <a:xfrm>
                <a:off x="577340" y="167393"/>
                <a:ext cx="900000" cy="974051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3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</p:grpSp>
        <p:grpSp>
          <p:nvGrpSpPr>
            <p:cNvPr id="7747" name="Groupe 7746"/>
            <p:cNvGrpSpPr/>
            <p:nvPr userDrawn="1"/>
          </p:nvGrpSpPr>
          <p:grpSpPr>
            <a:xfrm>
              <a:off x="5074652" y="120959"/>
              <a:ext cx="900000" cy="975016"/>
              <a:chOff x="577340" y="166428"/>
              <a:chExt cx="900000" cy="975016"/>
            </a:xfrm>
          </p:grpSpPr>
          <p:sp>
            <p:nvSpPr>
              <p:cNvPr id="7910" name="Rectangle 7909">
                <a:extLst>
                  <a:ext uri="{FF2B5EF4-FFF2-40B4-BE49-F238E27FC236}">
                    <a16:creationId xmlns:a16="http://schemas.microsoft.com/office/drawing/2014/main" id="{2072BB47-84CB-47FD-8A25-43491CA83C8F}"/>
                  </a:ext>
                </a:extLst>
              </p:cNvPr>
              <p:cNvSpPr/>
              <p:nvPr/>
            </p:nvSpPr>
            <p:spPr>
              <a:xfrm>
                <a:off x="757550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911" name="Rectangle 7910">
                <a:extLst>
                  <a:ext uri="{FF2B5EF4-FFF2-40B4-BE49-F238E27FC236}">
                    <a16:creationId xmlns:a16="http://schemas.microsoft.com/office/drawing/2014/main" id="{FD392A82-503D-4B66-9AF9-9E65B8C12603}"/>
                  </a:ext>
                </a:extLst>
              </p:cNvPr>
              <p:cNvSpPr/>
              <p:nvPr/>
            </p:nvSpPr>
            <p:spPr>
              <a:xfrm>
                <a:off x="577634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912" name="Rectangle 7911">
                <a:extLst>
                  <a:ext uri="{FF2B5EF4-FFF2-40B4-BE49-F238E27FC236}">
                    <a16:creationId xmlns:a16="http://schemas.microsoft.com/office/drawing/2014/main" id="{E8131C02-69AB-405B-82D1-978E3C621405}"/>
                  </a:ext>
                </a:extLst>
              </p:cNvPr>
              <p:cNvSpPr/>
              <p:nvPr/>
            </p:nvSpPr>
            <p:spPr>
              <a:xfrm>
                <a:off x="937466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913" name="Rectangle 7912">
                <a:extLst>
                  <a:ext uri="{FF2B5EF4-FFF2-40B4-BE49-F238E27FC236}">
                    <a16:creationId xmlns:a16="http://schemas.microsoft.com/office/drawing/2014/main" id="{F369E73F-6F1E-4CCA-9F58-1EF6C7EB008B}"/>
                  </a:ext>
                </a:extLst>
              </p:cNvPr>
              <p:cNvSpPr/>
              <p:nvPr/>
            </p:nvSpPr>
            <p:spPr>
              <a:xfrm>
                <a:off x="1117298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914" name="Rectangle 7913">
                <a:extLst>
                  <a:ext uri="{FF2B5EF4-FFF2-40B4-BE49-F238E27FC236}">
                    <a16:creationId xmlns:a16="http://schemas.microsoft.com/office/drawing/2014/main" id="{E4D8B003-AF02-4D34-8F85-57B55CDD3871}"/>
                  </a:ext>
                </a:extLst>
              </p:cNvPr>
              <p:cNvSpPr/>
              <p:nvPr/>
            </p:nvSpPr>
            <p:spPr>
              <a:xfrm>
                <a:off x="1297214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915" name="Rectangle 7914">
                <a:extLst>
                  <a:ext uri="{FF2B5EF4-FFF2-40B4-BE49-F238E27FC236}">
                    <a16:creationId xmlns:a16="http://schemas.microsoft.com/office/drawing/2014/main" id="{14BBDF8A-4682-45D3-ABAD-64B00A4ED731}"/>
                  </a:ext>
                </a:extLst>
              </p:cNvPr>
              <p:cNvSpPr/>
              <p:nvPr/>
            </p:nvSpPr>
            <p:spPr>
              <a:xfrm>
                <a:off x="757466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916" name="Rectangle 7915">
                <a:extLst>
                  <a:ext uri="{FF2B5EF4-FFF2-40B4-BE49-F238E27FC236}">
                    <a16:creationId xmlns:a16="http://schemas.microsoft.com/office/drawing/2014/main" id="{C13E0C4B-1D4F-471E-A5AD-E4BC58BB3024}"/>
                  </a:ext>
                </a:extLst>
              </p:cNvPr>
              <p:cNvSpPr/>
              <p:nvPr/>
            </p:nvSpPr>
            <p:spPr>
              <a:xfrm>
                <a:off x="577550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917" name="Rectangle 7916">
                <a:extLst>
                  <a:ext uri="{FF2B5EF4-FFF2-40B4-BE49-F238E27FC236}">
                    <a16:creationId xmlns:a16="http://schemas.microsoft.com/office/drawing/2014/main" id="{1E8CE2AB-2430-43FD-88E9-634F132AAB31}"/>
                  </a:ext>
                </a:extLst>
              </p:cNvPr>
              <p:cNvSpPr/>
              <p:nvPr/>
            </p:nvSpPr>
            <p:spPr>
              <a:xfrm>
                <a:off x="937382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918" name="Rectangle 7917">
                <a:extLst>
                  <a:ext uri="{FF2B5EF4-FFF2-40B4-BE49-F238E27FC236}">
                    <a16:creationId xmlns:a16="http://schemas.microsoft.com/office/drawing/2014/main" id="{9E64BB36-121D-45B5-AE9E-04F22BB2C216}"/>
                  </a:ext>
                </a:extLst>
              </p:cNvPr>
              <p:cNvSpPr/>
              <p:nvPr/>
            </p:nvSpPr>
            <p:spPr>
              <a:xfrm>
                <a:off x="1117214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919" name="Rectangle 7918">
                <a:extLst>
                  <a:ext uri="{FF2B5EF4-FFF2-40B4-BE49-F238E27FC236}">
                    <a16:creationId xmlns:a16="http://schemas.microsoft.com/office/drawing/2014/main" id="{13321878-5F07-4A14-B23A-57FA538E97B3}"/>
                  </a:ext>
                </a:extLst>
              </p:cNvPr>
              <p:cNvSpPr/>
              <p:nvPr/>
            </p:nvSpPr>
            <p:spPr>
              <a:xfrm>
                <a:off x="1297130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920" name="Rectangle 7919">
                <a:extLst>
                  <a:ext uri="{FF2B5EF4-FFF2-40B4-BE49-F238E27FC236}">
                    <a16:creationId xmlns:a16="http://schemas.microsoft.com/office/drawing/2014/main" id="{3E8B26BB-C162-4CAF-8919-EF4839B4A043}"/>
                  </a:ext>
                </a:extLst>
              </p:cNvPr>
              <p:cNvSpPr/>
              <p:nvPr/>
            </p:nvSpPr>
            <p:spPr>
              <a:xfrm>
                <a:off x="757550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921" name="Rectangle 7920">
                <a:extLst>
                  <a:ext uri="{FF2B5EF4-FFF2-40B4-BE49-F238E27FC236}">
                    <a16:creationId xmlns:a16="http://schemas.microsoft.com/office/drawing/2014/main" id="{C8C38007-7AE0-49F4-AA4F-ED66905690A4}"/>
                  </a:ext>
                </a:extLst>
              </p:cNvPr>
              <p:cNvSpPr/>
              <p:nvPr/>
            </p:nvSpPr>
            <p:spPr>
              <a:xfrm>
                <a:off x="577634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922" name="Rectangle 7921">
                <a:extLst>
                  <a:ext uri="{FF2B5EF4-FFF2-40B4-BE49-F238E27FC236}">
                    <a16:creationId xmlns:a16="http://schemas.microsoft.com/office/drawing/2014/main" id="{5A8361CA-680F-45F3-A21C-8BEEE02F34C3}"/>
                  </a:ext>
                </a:extLst>
              </p:cNvPr>
              <p:cNvSpPr/>
              <p:nvPr/>
            </p:nvSpPr>
            <p:spPr>
              <a:xfrm>
                <a:off x="937466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923" name="Rectangle 7922">
                <a:extLst>
                  <a:ext uri="{FF2B5EF4-FFF2-40B4-BE49-F238E27FC236}">
                    <a16:creationId xmlns:a16="http://schemas.microsoft.com/office/drawing/2014/main" id="{3C722730-A2DD-4CBE-B807-91549D72388A}"/>
                  </a:ext>
                </a:extLst>
              </p:cNvPr>
              <p:cNvSpPr/>
              <p:nvPr/>
            </p:nvSpPr>
            <p:spPr>
              <a:xfrm>
                <a:off x="1117298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924" name="Rectangle 7923">
                <a:extLst>
                  <a:ext uri="{FF2B5EF4-FFF2-40B4-BE49-F238E27FC236}">
                    <a16:creationId xmlns:a16="http://schemas.microsoft.com/office/drawing/2014/main" id="{4B63B2AA-AD7D-4206-AB24-8D005AC5273B}"/>
                  </a:ext>
                </a:extLst>
              </p:cNvPr>
              <p:cNvSpPr/>
              <p:nvPr/>
            </p:nvSpPr>
            <p:spPr>
              <a:xfrm>
                <a:off x="1297214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925" name="Rectangle 7924">
                <a:extLst>
                  <a:ext uri="{FF2B5EF4-FFF2-40B4-BE49-F238E27FC236}">
                    <a16:creationId xmlns:a16="http://schemas.microsoft.com/office/drawing/2014/main" id="{AA6F6B95-5E2C-4B16-9D85-A798791032F6}"/>
                  </a:ext>
                </a:extLst>
              </p:cNvPr>
              <p:cNvSpPr/>
              <p:nvPr/>
            </p:nvSpPr>
            <p:spPr>
              <a:xfrm>
                <a:off x="757466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926" name="Rectangle 7925">
                <a:extLst>
                  <a:ext uri="{FF2B5EF4-FFF2-40B4-BE49-F238E27FC236}">
                    <a16:creationId xmlns:a16="http://schemas.microsoft.com/office/drawing/2014/main" id="{F2D828FA-E322-4A76-B5BA-9F0DD3C3E38E}"/>
                  </a:ext>
                </a:extLst>
              </p:cNvPr>
              <p:cNvSpPr/>
              <p:nvPr/>
            </p:nvSpPr>
            <p:spPr>
              <a:xfrm>
                <a:off x="577550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927" name="Rectangle 7926">
                <a:extLst>
                  <a:ext uri="{FF2B5EF4-FFF2-40B4-BE49-F238E27FC236}">
                    <a16:creationId xmlns:a16="http://schemas.microsoft.com/office/drawing/2014/main" id="{E9E8AA24-7BE4-48CC-9651-A0C0BDCA86BB}"/>
                  </a:ext>
                </a:extLst>
              </p:cNvPr>
              <p:cNvSpPr/>
              <p:nvPr/>
            </p:nvSpPr>
            <p:spPr>
              <a:xfrm>
                <a:off x="937382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928" name="Rectangle 7927">
                <a:extLst>
                  <a:ext uri="{FF2B5EF4-FFF2-40B4-BE49-F238E27FC236}">
                    <a16:creationId xmlns:a16="http://schemas.microsoft.com/office/drawing/2014/main" id="{5AD14553-DFCB-41AC-914D-8BC53D83B4DB}"/>
                  </a:ext>
                </a:extLst>
              </p:cNvPr>
              <p:cNvSpPr/>
              <p:nvPr/>
            </p:nvSpPr>
            <p:spPr>
              <a:xfrm>
                <a:off x="1117214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929" name="Rectangle 7928">
                <a:extLst>
                  <a:ext uri="{FF2B5EF4-FFF2-40B4-BE49-F238E27FC236}">
                    <a16:creationId xmlns:a16="http://schemas.microsoft.com/office/drawing/2014/main" id="{A316032A-87F0-4502-BC7E-864A70483D67}"/>
                  </a:ext>
                </a:extLst>
              </p:cNvPr>
              <p:cNvSpPr/>
              <p:nvPr/>
            </p:nvSpPr>
            <p:spPr>
              <a:xfrm>
                <a:off x="1297130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930" name="Rectangle 7929">
                <a:extLst>
                  <a:ext uri="{FF2B5EF4-FFF2-40B4-BE49-F238E27FC236}">
                    <a16:creationId xmlns:a16="http://schemas.microsoft.com/office/drawing/2014/main" id="{8B04A37E-8D97-4B1D-948B-D23E208A7C8F}"/>
                  </a:ext>
                </a:extLst>
              </p:cNvPr>
              <p:cNvSpPr/>
              <p:nvPr/>
            </p:nvSpPr>
            <p:spPr>
              <a:xfrm>
                <a:off x="757382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931" name="Rectangle 7930">
                <a:extLst>
                  <a:ext uri="{FF2B5EF4-FFF2-40B4-BE49-F238E27FC236}">
                    <a16:creationId xmlns:a16="http://schemas.microsoft.com/office/drawing/2014/main" id="{4E2AC16B-51E1-41D7-850D-089913FA0710}"/>
                  </a:ext>
                </a:extLst>
              </p:cNvPr>
              <p:cNvSpPr/>
              <p:nvPr/>
            </p:nvSpPr>
            <p:spPr>
              <a:xfrm>
                <a:off x="577466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932" name="Rectangle 7931">
                <a:extLst>
                  <a:ext uri="{FF2B5EF4-FFF2-40B4-BE49-F238E27FC236}">
                    <a16:creationId xmlns:a16="http://schemas.microsoft.com/office/drawing/2014/main" id="{ABD2CAC0-2F5A-43BF-9285-075F799C766E}"/>
                  </a:ext>
                </a:extLst>
              </p:cNvPr>
              <p:cNvSpPr/>
              <p:nvPr/>
            </p:nvSpPr>
            <p:spPr>
              <a:xfrm>
                <a:off x="937298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933" name="Rectangle 7932">
                <a:extLst>
                  <a:ext uri="{FF2B5EF4-FFF2-40B4-BE49-F238E27FC236}">
                    <a16:creationId xmlns:a16="http://schemas.microsoft.com/office/drawing/2014/main" id="{999CE40A-43D1-483F-B106-A1856CAA9F04}"/>
                  </a:ext>
                </a:extLst>
              </p:cNvPr>
              <p:cNvSpPr/>
              <p:nvPr/>
            </p:nvSpPr>
            <p:spPr>
              <a:xfrm>
                <a:off x="1117130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934" name="Rectangle 7933">
                <a:extLst>
                  <a:ext uri="{FF2B5EF4-FFF2-40B4-BE49-F238E27FC236}">
                    <a16:creationId xmlns:a16="http://schemas.microsoft.com/office/drawing/2014/main" id="{C0F37D39-5B1E-4FAC-B92D-81898ED4650F}"/>
                  </a:ext>
                </a:extLst>
              </p:cNvPr>
              <p:cNvSpPr/>
              <p:nvPr/>
            </p:nvSpPr>
            <p:spPr>
              <a:xfrm>
                <a:off x="1297046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935" name="Rectangle 7934">
                <a:extLst>
                  <a:ext uri="{FF2B5EF4-FFF2-40B4-BE49-F238E27FC236}">
                    <a16:creationId xmlns:a16="http://schemas.microsoft.com/office/drawing/2014/main" id="{9484DA9C-513E-45E5-8E6A-11E52AC4CEC4}"/>
                  </a:ext>
                </a:extLst>
              </p:cNvPr>
              <p:cNvSpPr/>
              <p:nvPr/>
            </p:nvSpPr>
            <p:spPr>
              <a:xfrm>
                <a:off x="577340" y="167393"/>
                <a:ext cx="900000" cy="974051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3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</p:grpSp>
        <p:grpSp>
          <p:nvGrpSpPr>
            <p:cNvPr id="7748" name="Groupe 7747"/>
            <p:cNvGrpSpPr/>
            <p:nvPr userDrawn="1"/>
          </p:nvGrpSpPr>
          <p:grpSpPr>
            <a:xfrm>
              <a:off x="5974022" y="120959"/>
              <a:ext cx="900000" cy="975016"/>
              <a:chOff x="577340" y="166428"/>
              <a:chExt cx="900000" cy="975016"/>
            </a:xfrm>
          </p:grpSpPr>
          <p:sp>
            <p:nvSpPr>
              <p:cNvPr id="7884" name="Rectangle 7883">
                <a:extLst>
                  <a:ext uri="{FF2B5EF4-FFF2-40B4-BE49-F238E27FC236}">
                    <a16:creationId xmlns:a16="http://schemas.microsoft.com/office/drawing/2014/main" id="{2072BB47-84CB-47FD-8A25-43491CA83C8F}"/>
                  </a:ext>
                </a:extLst>
              </p:cNvPr>
              <p:cNvSpPr/>
              <p:nvPr/>
            </p:nvSpPr>
            <p:spPr>
              <a:xfrm>
                <a:off x="757550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885" name="Rectangle 7884">
                <a:extLst>
                  <a:ext uri="{FF2B5EF4-FFF2-40B4-BE49-F238E27FC236}">
                    <a16:creationId xmlns:a16="http://schemas.microsoft.com/office/drawing/2014/main" id="{FD392A82-503D-4B66-9AF9-9E65B8C12603}"/>
                  </a:ext>
                </a:extLst>
              </p:cNvPr>
              <p:cNvSpPr/>
              <p:nvPr/>
            </p:nvSpPr>
            <p:spPr>
              <a:xfrm>
                <a:off x="577634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886" name="Rectangle 7885">
                <a:extLst>
                  <a:ext uri="{FF2B5EF4-FFF2-40B4-BE49-F238E27FC236}">
                    <a16:creationId xmlns:a16="http://schemas.microsoft.com/office/drawing/2014/main" id="{E8131C02-69AB-405B-82D1-978E3C621405}"/>
                  </a:ext>
                </a:extLst>
              </p:cNvPr>
              <p:cNvSpPr/>
              <p:nvPr/>
            </p:nvSpPr>
            <p:spPr>
              <a:xfrm>
                <a:off x="937466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887" name="Rectangle 7886">
                <a:extLst>
                  <a:ext uri="{FF2B5EF4-FFF2-40B4-BE49-F238E27FC236}">
                    <a16:creationId xmlns:a16="http://schemas.microsoft.com/office/drawing/2014/main" id="{F369E73F-6F1E-4CCA-9F58-1EF6C7EB008B}"/>
                  </a:ext>
                </a:extLst>
              </p:cNvPr>
              <p:cNvSpPr/>
              <p:nvPr/>
            </p:nvSpPr>
            <p:spPr>
              <a:xfrm>
                <a:off x="1117298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888" name="Rectangle 7887">
                <a:extLst>
                  <a:ext uri="{FF2B5EF4-FFF2-40B4-BE49-F238E27FC236}">
                    <a16:creationId xmlns:a16="http://schemas.microsoft.com/office/drawing/2014/main" id="{E4D8B003-AF02-4D34-8F85-57B55CDD3871}"/>
                  </a:ext>
                </a:extLst>
              </p:cNvPr>
              <p:cNvSpPr/>
              <p:nvPr/>
            </p:nvSpPr>
            <p:spPr>
              <a:xfrm>
                <a:off x="1297214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889" name="Rectangle 7888">
                <a:extLst>
                  <a:ext uri="{FF2B5EF4-FFF2-40B4-BE49-F238E27FC236}">
                    <a16:creationId xmlns:a16="http://schemas.microsoft.com/office/drawing/2014/main" id="{14BBDF8A-4682-45D3-ABAD-64B00A4ED731}"/>
                  </a:ext>
                </a:extLst>
              </p:cNvPr>
              <p:cNvSpPr/>
              <p:nvPr/>
            </p:nvSpPr>
            <p:spPr>
              <a:xfrm>
                <a:off x="757466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890" name="Rectangle 7889">
                <a:extLst>
                  <a:ext uri="{FF2B5EF4-FFF2-40B4-BE49-F238E27FC236}">
                    <a16:creationId xmlns:a16="http://schemas.microsoft.com/office/drawing/2014/main" id="{C13E0C4B-1D4F-471E-A5AD-E4BC58BB3024}"/>
                  </a:ext>
                </a:extLst>
              </p:cNvPr>
              <p:cNvSpPr/>
              <p:nvPr/>
            </p:nvSpPr>
            <p:spPr>
              <a:xfrm>
                <a:off x="577550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891" name="Rectangle 7890">
                <a:extLst>
                  <a:ext uri="{FF2B5EF4-FFF2-40B4-BE49-F238E27FC236}">
                    <a16:creationId xmlns:a16="http://schemas.microsoft.com/office/drawing/2014/main" id="{1E8CE2AB-2430-43FD-88E9-634F132AAB31}"/>
                  </a:ext>
                </a:extLst>
              </p:cNvPr>
              <p:cNvSpPr/>
              <p:nvPr/>
            </p:nvSpPr>
            <p:spPr>
              <a:xfrm>
                <a:off x="937382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892" name="Rectangle 7891">
                <a:extLst>
                  <a:ext uri="{FF2B5EF4-FFF2-40B4-BE49-F238E27FC236}">
                    <a16:creationId xmlns:a16="http://schemas.microsoft.com/office/drawing/2014/main" id="{9E64BB36-121D-45B5-AE9E-04F22BB2C216}"/>
                  </a:ext>
                </a:extLst>
              </p:cNvPr>
              <p:cNvSpPr/>
              <p:nvPr/>
            </p:nvSpPr>
            <p:spPr>
              <a:xfrm>
                <a:off x="1117214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893" name="Rectangle 7892">
                <a:extLst>
                  <a:ext uri="{FF2B5EF4-FFF2-40B4-BE49-F238E27FC236}">
                    <a16:creationId xmlns:a16="http://schemas.microsoft.com/office/drawing/2014/main" id="{13321878-5F07-4A14-B23A-57FA538E97B3}"/>
                  </a:ext>
                </a:extLst>
              </p:cNvPr>
              <p:cNvSpPr/>
              <p:nvPr/>
            </p:nvSpPr>
            <p:spPr>
              <a:xfrm>
                <a:off x="1297130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894" name="Rectangle 7893">
                <a:extLst>
                  <a:ext uri="{FF2B5EF4-FFF2-40B4-BE49-F238E27FC236}">
                    <a16:creationId xmlns:a16="http://schemas.microsoft.com/office/drawing/2014/main" id="{3E8B26BB-C162-4CAF-8919-EF4839B4A043}"/>
                  </a:ext>
                </a:extLst>
              </p:cNvPr>
              <p:cNvSpPr/>
              <p:nvPr/>
            </p:nvSpPr>
            <p:spPr>
              <a:xfrm>
                <a:off x="757550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895" name="Rectangle 7894">
                <a:extLst>
                  <a:ext uri="{FF2B5EF4-FFF2-40B4-BE49-F238E27FC236}">
                    <a16:creationId xmlns:a16="http://schemas.microsoft.com/office/drawing/2014/main" id="{C8C38007-7AE0-49F4-AA4F-ED66905690A4}"/>
                  </a:ext>
                </a:extLst>
              </p:cNvPr>
              <p:cNvSpPr/>
              <p:nvPr/>
            </p:nvSpPr>
            <p:spPr>
              <a:xfrm>
                <a:off x="577634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896" name="Rectangle 7895">
                <a:extLst>
                  <a:ext uri="{FF2B5EF4-FFF2-40B4-BE49-F238E27FC236}">
                    <a16:creationId xmlns:a16="http://schemas.microsoft.com/office/drawing/2014/main" id="{5A8361CA-680F-45F3-A21C-8BEEE02F34C3}"/>
                  </a:ext>
                </a:extLst>
              </p:cNvPr>
              <p:cNvSpPr/>
              <p:nvPr/>
            </p:nvSpPr>
            <p:spPr>
              <a:xfrm>
                <a:off x="937466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897" name="Rectangle 7896">
                <a:extLst>
                  <a:ext uri="{FF2B5EF4-FFF2-40B4-BE49-F238E27FC236}">
                    <a16:creationId xmlns:a16="http://schemas.microsoft.com/office/drawing/2014/main" id="{3C722730-A2DD-4CBE-B807-91549D72388A}"/>
                  </a:ext>
                </a:extLst>
              </p:cNvPr>
              <p:cNvSpPr/>
              <p:nvPr/>
            </p:nvSpPr>
            <p:spPr>
              <a:xfrm>
                <a:off x="1117298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898" name="Rectangle 7897">
                <a:extLst>
                  <a:ext uri="{FF2B5EF4-FFF2-40B4-BE49-F238E27FC236}">
                    <a16:creationId xmlns:a16="http://schemas.microsoft.com/office/drawing/2014/main" id="{4B63B2AA-AD7D-4206-AB24-8D005AC5273B}"/>
                  </a:ext>
                </a:extLst>
              </p:cNvPr>
              <p:cNvSpPr/>
              <p:nvPr/>
            </p:nvSpPr>
            <p:spPr>
              <a:xfrm>
                <a:off x="1297214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899" name="Rectangle 7898">
                <a:extLst>
                  <a:ext uri="{FF2B5EF4-FFF2-40B4-BE49-F238E27FC236}">
                    <a16:creationId xmlns:a16="http://schemas.microsoft.com/office/drawing/2014/main" id="{AA6F6B95-5E2C-4B16-9D85-A798791032F6}"/>
                  </a:ext>
                </a:extLst>
              </p:cNvPr>
              <p:cNvSpPr/>
              <p:nvPr/>
            </p:nvSpPr>
            <p:spPr>
              <a:xfrm>
                <a:off x="757466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900" name="Rectangle 7899">
                <a:extLst>
                  <a:ext uri="{FF2B5EF4-FFF2-40B4-BE49-F238E27FC236}">
                    <a16:creationId xmlns:a16="http://schemas.microsoft.com/office/drawing/2014/main" id="{F2D828FA-E322-4A76-B5BA-9F0DD3C3E38E}"/>
                  </a:ext>
                </a:extLst>
              </p:cNvPr>
              <p:cNvSpPr/>
              <p:nvPr/>
            </p:nvSpPr>
            <p:spPr>
              <a:xfrm>
                <a:off x="577550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901" name="Rectangle 7900">
                <a:extLst>
                  <a:ext uri="{FF2B5EF4-FFF2-40B4-BE49-F238E27FC236}">
                    <a16:creationId xmlns:a16="http://schemas.microsoft.com/office/drawing/2014/main" id="{E9E8AA24-7BE4-48CC-9651-A0C0BDCA86BB}"/>
                  </a:ext>
                </a:extLst>
              </p:cNvPr>
              <p:cNvSpPr/>
              <p:nvPr/>
            </p:nvSpPr>
            <p:spPr>
              <a:xfrm>
                <a:off x="937382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902" name="Rectangle 7901">
                <a:extLst>
                  <a:ext uri="{FF2B5EF4-FFF2-40B4-BE49-F238E27FC236}">
                    <a16:creationId xmlns:a16="http://schemas.microsoft.com/office/drawing/2014/main" id="{5AD14553-DFCB-41AC-914D-8BC53D83B4DB}"/>
                  </a:ext>
                </a:extLst>
              </p:cNvPr>
              <p:cNvSpPr/>
              <p:nvPr/>
            </p:nvSpPr>
            <p:spPr>
              <a:xfrm>
                <a:off x="1117214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903" name="Rectangle 7902">
                <a:extLst>
                  <a:ext uri="{FF2B5EF4-FFF2-40B4-BE49-F238E27FC236}">
                    <a16:creationId xmlns:a16="http://schemas.microsoft.com/office/drawing/2014/main" id="{A316032A-87F0-4502-BC7E-864A70483D67}"/>
                  </a:ext>
                </a:extLst>
              </p:cNvPr>
              <p:cNvSpPr/>
              <p:nvPr/>
            </p:nvSpPr>
            <p:spPr>
              <a:xfrm>
                <a:off x="1297130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904" name="Rectangle 7903">
                <a:extLst>
                  <a:ext uri="{FF2B5EF4-FFF2-40B4-BE49-F238E27FC236}">
                    <a16:creationId xmlns:a16="http://schemas.microsoft.com/office/drawing/2014/main" id="{8B04A37E-8D97-4B1D-948B-D23E208A7C8F}"/>
                  </a:ext>
                </a:extLst>
              </p:cNvPr>
              <p:cNvSpPr/>
              <p:nvPr/>
            </p:nvSpPr>
            <p:spPr>
              <a:xfrm>
                <a:off x="757382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905" name="Rectangle 7904">
                <a:extLst>
                  <a:ext uri="{FF2B5EF4-FFF2-40B4-BE49-F238E27FC236}">
                    <a16:creationId xmlns:a16="http://schemas.microsoft.com/office/drawing/2014/main" id="{4E2AC16B-51E1-41D7-850D-089913FA0710}"/>
                  </a:ext>
                </a:extLst>
              </p:cNvPr>
              <p:cNvSpPr/>
              <p:nvPr/>
            </p:nvSpPr>
            <p:spPr>
              <a:xfrm>
                <a:off x="577466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906" name="Rectangle 7905">
                <a:extLst>
                  <a:ext uri="{FF2B5EF4-FFF2-40B4-BE49-F238E27FC236}">
                    <a16:creationId xmlns:a16="http://schemas.microsoft.com/office/drawing/2014/main" id="{ABD2CAC0-2F5A-43BF-9285-075F799C766E}"/>
                  </a:ext>
                </a:extLst>
              </p:cNvPr>
              <p:cNvSpPr/>
              <p:nvPr/>
            </p:nvSpPr>
            <p:spPr>
              <a:xfrm>
                <a:off x="937298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907" name="Rectangle 7906">
                <a:extLst>
                  <a:ext uri="{FF2B5EF4-FFF2-40B4-BE49-F238E27FC236}">
                    <a16:creationId xmlns:a16="http://schemas.microsoft.com/office/drawing/2014/main" id="{999CE40A-43D1-483F-B106-A1856CAA9F04}"/>
                  </a:ext>
                </a:extLst>
              </p:cNvPr>
              <p:cNvSpPr/>
              <p:nvPr/>
            </p:nvSpPr>
            <p:spPr>
              <a:xfrm>
                <a:off x="1117130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908" name="Rectangle 7907">
                <a:extLst>
                  <a:ext uri="{FF2B5EF4-FFF2-40B4-BE49-F238E27FC236}">
                    <a16:creationId xmlns:a16="http://schemas.microsoft.com/office/drawing/2014/main" id="{C0F37D39-5B1E-4FAC-B92D-81898ED4650F}"/>
                  </a:ext>
                </a:extLst>
              </p:cNvPr>
              <p:cNvSpPr/>
              <p:nvPr/>
            </p:nvSpPr>
            <p:spPr>
              <a:xfrm>
                <a:off x="1297046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909" name="Rectangle 7908">
                <a:extLst>
                  <a:ext uri="{FF2B5EF4-FFF2-40B4-BE49-F238E27FC236}">
                    <a16:creationId xmlns:a16="http://schemas.microsoft.com/office/drawing/2014/main" id="{9484DA9C-513E-45E5-8E6A-11E52AC4CEC4}"/>
                  </a:ext>
                </a:extLst>
              </p:cNvPr>
              <p:cNvSpPr/>
              <p:nvPr/>
            </p:nvSpPr>
            <p:spPr>
              <a:xfrm>
                <a:off x="577340" y="167393"/>
                <a:ext cx="900000" cy="974051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3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</p:grpSp>
        <p:grpSp>
          <p:nvGrpSpPr>
            <p:cNvPr id="7749" name="Groupe 7748"/>
            <p:cNvGrpSpPr/>
            <p:nvPr userDrawn="1"/>
          </p:nvGrpSpPr>
          <p:grpSpPr>
            <a:xfrm>
              <a:off x="6873476" y="119996"/>
              <a:ext cx="900000" cy="975016"/>
              <a:chOff x="577340" y="166428"/>
              <a:chExt cx="900000" cy="975016"/>
            </a:xfrm>
          </p:grpSpPr>
          <p:sp>
            <p:nvSpPr>
              <p:cNvPr id="7858" name="Rectangle 7857">
                <a:extLst>
                  <a:ext uri="{FF2B5EF4-FFF2-40B4-BE49-F238E27FC236}">
                    <a16:creationId xmlns:a16="http://schemas.microsoft.com/office/drawing/2014/main" id="{2072BB47-84CB-47FD-8A25-43491CA83C8F}"/>
                  </a:ext>
                </a:extLst>
              </p:cNvPr>
              <p:cNvSpPr/>
              <p:nvPr/>
            </p:nvSpPr>
            <p:spPr>
              <a:xfrm>
                <a:off x="757550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859" name="Rectangle 7858">
                <a:extLst>
                  <a:ext uri="{FF2B5EF4-FFF2-40B4-BE49-F238E27FC236}">
                    <a16:creationId xmlns:a16="http://schemas.microsoft.com/office/drawing/2014/main" id="{FD392A82-503D-4B66-9AF9-9E65B8C12603}"/>
                  </a:ext>
                </a:extLst>
              </p:cNvPr>
              <p:cNvSpPr/>
              <p:nvPr/>
            </p:nvSpPr>
            <p:spPr>
              <a:xfrm>
                <a:off x="577634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860" name="Rectangle 7859">
                <a:extLst>
                  <a:ext uri="{FF2B5EF4-FFF2-40B4-BE49-F238E27FC236}">
                    <a16:creationId xmlns:a16="http://schemas.microsoft.com/office/drawing/2014/main" id="{E8131C02-69AB-405B-82D1-978E3C621405}"/>
                  </a:ext>
                </a:extLst>
              </p:cNvPr>
              <p:cNvSpPr/>
              <p:nvPr/>
            </p:nvSpPr>
            <p:spPr>
              <a:xfrm>
                <a:off x="937466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861" name="Rectangle 7860">
                <a:extLst>
                  <a:ext uri="{FF2B5EF4-FFF2-40B4-BE49-F238E27FC236}">
                    <a16:creationId xmlns:a16="http://schemas.microsoft.com/office/drawing/2014/main" id="{F369E73F-6F1E-4CCA-9F58-1EF6C7EB008B}"/>
                  </a:ext>
                </a:extLst>
              </p:cNvPr>
              <p:cNvSpPr/>
              <p:nvPr/>
            </p:nvSpPr>
            <p:spPr>
              <a:xfrm>
                <a:off x="1117298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862" name="Rectangle 7861">
                <a:extLst>
                  <a:ext uri="{FF2B5EF4-FFF2-40B4-BE49-F238E27FC236}">
                    <a16:creationId xmlns:a16="http://schemas.microsoft.com/office/drawing/2014/main" id="{E4D8B003-AF02-4D34-8F85-57B55CDD3871}"/>
                  </a:ext>
                </a:extLst>
              </p:cNvPr>
              <p:cNvSpPr/>
              <p:nvPr/>
            </p:nvSpPr>
            <p:spPr>
              <a:xfrm>
                <a:off x="1297214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863" name="Rectangle 7862">
                <a:extLst>
                  <a:ext uri="{FF2B5EF4-FFF2-40B4-BE49-F238E27FC236}">
                    <a16:creationId xmlns:a16="http://schemas.microsoft.com/office/drawing/2014/main" id="{14BBDF8A-4682-45D3-ABAD-64B00A4ED731}"/>
                  </a:ext>
                </a:extLst>
              </p:cNvPr>
              <p:cNvSpPr/>
              <p:nvPr/>
            </p:nvSpPr>
            <p:spPr>
              <a:xfrm>
                <a:off x="757466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864" name="Rectangle 7863">
                <a:extLst>
                  <a:ext uri="{FF2B5EF4-FFF2-40B4-BE49-F238E27FC236}">
                    <a16:creationId xmlns:a16="http://schemas.microsoft.com/office/drawing/2014/main" id="{C13E0C4B-1D4F-471E-A5AD-E4BC58BB3024}"/>
                  </a:ext>
                </a:extLst>
              </p:cNvPr>
              <p:cNvSpPr/>
              <p:nvPr/>
            </p:nvSpPr>
            <p:spPr>
              <a:xfrm>
                <a:off x="577550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865" name="Rectangle 7864">
                <a:extLst>
                  <a:ext uri="{FF2B5EF4-FFF2-40B4-BE49-F238E27FC236}">
                    <a16:creationId xmlns:a16="http://schemas.microsoft.com/office/drawing/2014/main" id="{1E8CE2AB-2430-43FD-88E9-634F132AAB31}"/>
                  </a:ext>
                </a:extLst>
              </p:cNvPr>
              <p:cNvSpPr/>
              <p:nvPr/>
            </p:nvSpPr>
            <p:spPr>
              <a:xfrm>
                <a:off x="937382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866" name="Rectangle 7865">
                <a:extLst>
                  <a:ext uri="{FF2B5EF4-FFF2-40B4-BE49-F238E27FC236}">
                    <a16:creationId xmlns:a16="http://schemas.microsoft.com/office/drawing/2014/main" id="{9E64BB36-121D-45B5-AE9E-04F22BB2C216}"/>
                  </a:ext>
                </a:extLst>
              </p:cNvPr>
              <p:cNvSpPr/>
              <p:nvPr/>
            </p:nvSpPr>
            <p:spPr>
              <a:xfrm>
                <a:off x="1117214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867" name="Rectangle 7866">
                <a:extLst>
                  <a:ext uri="{FF2B5EF4-FFF2-40B4-BE49-F238E27FC236}">
                    <a16:creationId xmlns:a16="http://schemas.microsoft.com/office/drawing/2014/main" id="{13321878-5F07-4A14-B23A-57FA538E97B3}"/>
                  </a:ext>
                </a:extLst>
              </p:cNvPr>
              <p:cNvSpPr/>
              <p:nvPr/>
            </p:nvSpPr>
            <p:spPr>
              <a:xfrm>
                <a:off x="1297130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868" name="Rectangle 7867">
                <a:extLst>
                  <a:ext uri="{FF2B5EF4-FFF2-40B4-BE49-F238E27FC236}">
                    <a16:creationId xmlns:a16="http://schemas.microsoft.com/office/drawing/2014/main" id="{3E8B26BB-C162-4CAF-8919-EF4839B4A043}"/>
                  </a:ext>
                </a:extLst>
              </p:cNvPr>
              <p:cNvSpPr/>
              <p:nvPr/>
            </p:nvSpPr>
            <p:spPr>
              <a:xfrm>
                <a:off x="757550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869" name="Rectangle 7868">
                <a:extLst>
                  <a:ext uri="{FF2B5EF4-FFF2-40B4-BE49-F238E27FC236}">
                    <a16:creationId xmlns:a16="http://schemas.microsoft.com/office/drawing/2014/main" id="{C8C38007-7AE0-49F4-AA4F-ED66905690A4}"/>
                  </a:ext>
                </a:extLst>
              </p:cNvPr>
              <p:cNvSpPr/>
              <p:nvPr/>
            </p:nvSpPr>
            <p:spPr>
              <a:xfrm>
                <a:off x="577634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870" name="Rectangle 7869">
                <a:extLst>
                  <a:ext uri="{FF2B5EF4-FFF2-40B4-BE49-F238E27FC236}">
                    <a16:creationId xmlns:a16="http://schemas.microsoft.com/office/drawing/2014/main" id="{5A8361CA-680F-45F3-A21C-8BEEE02F34C3}"/>
                  </a:ext>
                </a:extLst>
              </p:cNvPr>
              <p:cNvSpPr/>
              <p:nvPr/>
            </p:nvSpPr>
            <p:spPr>
              <a:xfrm>
                <a:off x="937466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871" name="Rectangle 7870">
                <a:extLst>
                  <a:ext uri="{FF2B5EF4-FFF2-40B4-BE49-F238E27FC236}">
                    <a16:creationId xmlns:a16="http://schemas.microsoft.com/office/drawing/2014/main" id="{3C722730-A2DD-4CBE-B807-91549D72388A}"/>
                  </a:ext>
                </a:extLst>
              </p:cNvPr>
              <p:cNvSpPr/>
              <p:nvPr/>
            </p:nvSpPr>
            <p:spPr>
              <a:xfrm>
                <a:off x="1117298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872" name="Rectangle 7871">
                <a:extLst>
                  <a:ext uri="{FF2B5EF4-FFF2-40B4-BE49-F238E27FC236}">
                    <a16:creationId xmlns:a16="http://schemas.microsoft.com/office/drawing/2014/main" id="{4B63B2AA-AD7D-4206-AB24-8D005AC5273B}"/>
                  </a:ext>
                </a:extLst>
              </p:cNvPr>
              <p:cNvSpPr/>
              <p:nvPr/>
            </p:nvSpPr>
            <p:spPr>
              <a:xfrm>
                <a:off x="1297214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873" name="Rectangle 7872">
                <a:extLst>
                  <a:ext uri="{FF2B5EF4-FFF2-40B4-BE49-F238E27FC236}">
                    <a16:creationId xmlns:a16="http://schemas.microsoft.com/office/drawing/2014/main" id="{AA6F6B95-5E2C-4B16-9D85-A798791032F6}"/>
                  </a:ext>
                </a:extLst>
              </p:cNvPr>
              <p:cNvSpPr/>
              <p:nvPr/>
            </p:nvSpPr>
            <p:spPr>
              <a:xfrm>
                <a:off x="757466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874" name="Rectangle 7873">
                <a:extLst>
                  <a:ext uri="{FF2B5EF4-FFF2-40B4-BE49-F238E27FC236}">
                    <a16:creationId xmlns:a16="http://schemas.microsoft.com/office/drawing/2014/main" id="{F2D828FA-E322-4A76-B5BA-9F0DD3C3E38E}"/>
                  </a:ext>
                </a:extLst>
              </p:cNvPr>
              <p:cNvSpPr/>
              <p:nvPr/>
            </p:nvSpPr>
            <p:spPr>
              <a:xfrm>
                <a:off x="577550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875" name="Rectangle 7874">
                <a:extLst>
                  <a:ext uri="{FF2B5EF4-FFF2-40B4-BE49-F238E27FC236}">
                    <a16:creationId xmlns:a16="http://schemas.microsoft.com/office/drawing/2014/main" id="{E9E8AA24-7BE4-48CC-9651-A0C0BDCA86BB}"/>
                  </a:ext>
                </a:extLst>
              </p:cNvPr>
              <p:cNvSpPr/>
              <p:nvPr/>
            </p:nvSpPr>
            <p:spPr>
              <a:xfrm>
                <a:off x="937382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876" name="Rectangle 7875">
                <a:extLst>
                  <a:ext uri="{FF2B5EF4-FFF2-40B4-BE49-F238E27FC236}">
                    <a16:creationId xmlns:a16="http://schemas.microsoft.com/office/drawing/2014/main" id="{5AD14553-DFCB-41AC-914D-8BC53D83B4DB}"/>
                  </a:ext>
                </a:extLst>
              </p:cNvPr>
              <p:cNvSpPr/>
              <p:nvPr/>
            </p:nvSpPr>
            <p:spPr>
              <a:xfrm>
                <a:off x="1117214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877" name="Rectangle 7876">
                <a:extLst>
                  <a:ext uri="{FF2B5EF4-FFF2-40B4-BE49-F238E27FC236}">
                    <a16:creationId xmlns:a16="http://schemas.microsoft.com/office/drawing/2014/main" id="{A316032A-87F0-4502-BC7E-864A70483D67}"/>
                  </a:ext>
                </a:extLst>
              </p:cNvPr>
              <p:cNvSpPr/>
              <p:nvPr/>
            </p:nvSpPr>
            <p:spPr>
              <a:xfrm>
                <a:off x="1297130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878" name="Rectangle 7877">
                <a:extLst>
                  <a:ext uri="{FF2B5EF4-FFF2-40B4-BE49-F238E27FC236}">
                    <a16:creationId xmlns:a16="http://schemas.microsoft.com/office/drawing/2014/main" id="{8B04A37E-8D97-4B1D-948B-D23E208A7C8F}"/>
                  </a:ext>
                </a:extLst>
              </p:cNvPr>
              <p:cNvSpPr/>
              <p:nvPr/>
            </p:nvSpPr>
            <p:spPr>
              <a:xfrm>
                <a:off x="757382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879" name="Rectangle 7878">
                <a:extLst>
                  <a:ext uri="{FF2B5EF4-FFF2-40B4-BE49-F238E27FC236}">
                    <a16:creationId xmlns:a16="http://schemas.microsoft.com/office/drawing/2014/main" id="{4E2AC16B-51E1-41D7-850D-089913FA0710}"/>
                  </a:ext>
                </a:extLst>
              </p:cNvPr>
              <p:cNvSpPr/>
              <p:nvPr/>
            </p:nvSpPr>
            <p:spPr>
              <a:xfrm>
                <a:off x="577466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880" name="Rectangle 7879">
                <a:extLst>
                  <a:ext uri="{FF2B5EF4-FFF2-40B4-BE49-F238E27FC236}">
                    <a16:creationId xmlns:a16="http://schemas.microsoft.com/office/drawing/2014/main" id="{ABD2CAC0-2F5A-43BF-9285-075F799C766E}"/>
                  </a:ext>
                </a:extLst>
              </p:cNvPr>
              <p:cNvSpPr/>
              <p:nvPr/>
            </p:nvSpPr>
            <p:spPr>
              <a:xfrm>
                <a:off x="937298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881" name="Rectangle 7880">
                <a:extLst>
                  <a:ext uri="{FF2B5EF4-FFF2-40B4-BE49-F238E27FC236}">
                    <a16:creationId xmlns:a16="http://schemas.microsoft.com/office/drawing/2014/main" id="{999CE40A-43D1-483F-B106-A1856CAA9F04}"/>
                  </a:ext>
                </a:extLst>
              </p:cNvPr>
              <p:cNvSpPr/>
              <p:nvPr/>
            </p:nvSpPr>
            <p:spPr>
              <a:xfrm>
                <a:off x="1117130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882" name="Rectangle 7881">
                <a:extLst>
                  <a:ext uri="{FF2B5EF4-FFF2-40B4-BE49-F238E27FC236}">
                    <a16:creationId xmlns:a16="http://schemas.microsoft.com/office/drawing/2014/main" id="{C0F37D39-5B1E-4FAC-B92D-81898ED4650F}"/>
                  </a:ext>
                </a:extLst>
              </p:cNvPr>
              <p:cNvSpPr/>
              <p:nvPr/>
            </p:nvSpPr>
            <p:spPr>
              <a:xfrm>
                <a:off x="1297046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883" name="Rectangle 7882">
                <a:extLst>
                  <a:ext uri="{FF2B5EF4-FFF2-40B4-BE49-F238E27FC236}">
                    <a16:creationId xmlns:a16="http://schemas.microsoft.com/office/drawing/2014/main" id="{9484DA9C-513E-45E5-8E6A-11E52AC4CEC4}"/>
                  </a:ext>
                </a:extLst>
              </p:cNvPr>
              <p:cNvSpPr/>
              <p:nvPr/>
            </p:nvSpPr>
            <p:spPr>
              <a:xfrm>
                <a:off x="577340" y="167393"/>
                <a:ext cx="900000" cy="974051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3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</p:grpSp>
        <p:grpSp>
          <p:nvGrpSpPr>
            <p:cNvPr id="7750" name="Groupe 7749"/>
            <p:cNvGrpSpPr/>
            <p:nvPr userDrawn="1"/>
          </p:nvGrpSpPr>
          <p:grpSpPr>
            <a:xfrm>
              <a:off x="7772552" y="119996"/>
              <a:ext cx="900000" cy="975016"/>
              <a:chOff x="577340" y="166428"/>
              <a:chExt cx="900000" cy="975016"/>
            </a:xfrm>
          </p:grpSpPr>
          <p:sp>
            <p:nvSpPr>
              <p:cNvPr id="7832" name="Rectangle 7831">
                <a:extLst>
                  <a:ext uri="{FF2B5EF4-FFF2-40B4-BE49-F238E27FC236}">
                    <a16:creationId xmlns:a16="http://schemas.microsoft.com/office/drawing/2014/main" id="{2072BB47-84CB-47FD-8A25-43491CA83C8F}"/>
                  </a:ext>
                </a:extLst>
              </p:cNvPr>
              <p:cNvSpPr/>
              <p:nvPr/>
            </p:nvSpPr>
            <p:spPr>
              <a:xfrm>
                <a:off x="757550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833" name="Rectangle 7832">
                <a:extLst>
                  <a:ext uri="{FF2B5EF4-FFF2-40B4-BE49-F238E27FC236}">
                    <a16:creationId xmlns:a16="http://schemas.microsoft.com/office/drawing/2014/main" id="{FD392A82-503D-4B66-9AF9-9E65B8C12603}"/>
                  </a:ext>
                </a:extLst>
              </p:cNvPr>
              <p:cNvSpPr/>
              <p:nvPr/>
            </p:nvSpPr>
            <p:spPr>
              <a:xfrm>
                <a:off x="577634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834" name="Rectangle 7833">
                <a:extLst>
                  <a:ext uri="{FF2B5EF4-FFF2-40B4-BE49-F238E27FC236}">
                    <a16:creationId xmlns:a16="http://schemas.microsoft.com/office/drawing/2014/main" id="{E8131C02-69AB-405B-82D1-978E3C621405}"/>
                  </a:ext>
                </a:extLst>
              </p:cNvPr>
              <p:cNvSpPr/>
              <p:nvPr/>
            </p:nvSpPr>
            <p:spPr>
              <a:xfrm>
                <a:off x="937466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835" name="Rectangle 7834">
                <a:extLst>
                  <a:ext uri="{FF2B5EF4-FFF2-40B4-BE49-F238E27FC236}">
                    <a16:creationId xmlns:a16="http://schemas.microsoft.com/office/drawing/2014/main" id="{F369E73F-6F1E-4CCA-9F58-1EF6C7EB008B}"/>
                  </a:ext>
                </a:extLst>
              </p:cNvPr>
              <p:cNvSpPr/>
              <p:nvPr/>
            </p:nvSpPr>
            <p:spPr>
              <a:xfrm>
                <a:off x="1117298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836" name="Rectangle 7835">
                <a:extLst>
                  <a:ext uri="{FF2B5EF4-FFF2-40B4-BE49-F238E27FC236}">
                    <a16:creationId xmlns:a16="http://schemas.microsoft.com/office/drawing/2014/main" id="{E4D8B003-AF02-4D34-8F85-57B55CDD3871}"/>
                  </a:ext>
                </a:extLst>
              </p:cNvPr>
              <p:cNvSpPr/>
              <p:nvPr/>
            </p:nvSpPr>
            <p:spPr>
              <a:xfrm>
                <a:off x="1297214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837" name="Rectangle 7836">
                <a:extLst>
                  <a:ext uri="{FF2B5EF4-FFF2-40B4-BE49-F238E27FC236}">
                    <a16:creationId xmlns:a16="http://schemas.microsoft.com/office/drawing/2014/main" id="{14BBDF8A-4682-45D3-ABAD-64B00A4ED731}"/>
                  </a:ext>
                </a:extLst>
              </p:cNvPr>
              <p:cNvSpPr/>
              <p:nvPr/>
            </p:nvSpPr>
            <p:spPr>
              <a:xfrm>
                <a:off x="757466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838" name="Rectangle 7837">
                <a:extLst>
                  <a:ext uri="{FF2B5EF4-FFF2-40B4-BE49-F238E27FC236}">
                    <a16:creationId xmlns:a16="http://schemas.microsoft.com/office/drawing/2014/main" id="{C13E0C4B-1D4F-471E-A5AD-E4BC58BB3024}"/>
                  </a:ext>
                </a:extLst>
              </p:cNvPr>
              <p:cNvSpPr/>
              <p:nvPr/>
            </p:nvSpPr>
            <p:spPr>
              <a:xfrm>
                <a:off x="577550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839" name="Rectangle 7838">
                <a:extLst>
                  <a:ext uri="{FF2B5EF4-FFF2-40B4-BE49-F238E27FC236}">
                    <a16:creationId xmlns:a16="http://schemas.microsoft.com/office/drawing/2014/main" id="{1E8CE2AB-2430-43FD-88E9-634F132AAB31}"/>
                  </a:ext>
                </a:extLst>
              </p:cNvPr>
              <p:cNvSpPr/>
              <p:nvPr/>
            </p:nvSpPr>
            <p:spPr>
              <a:xfrm>
                <a:off x="937382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840" name="Rectangle 7839">
                <a:extLst>
                  <a:ext uri="{FF2B5EF4-FFF2-40B4-BE49-F238E27FC236}">
                    <a16:creationId xmlns:a16="http://schemas.microsoft.com/office/drawing/2014/main" id="{9E64BB36-121D-45B5-AE9E-04F22BB2C216}"/>
                  </a:ext>
                </a:extLst>
              </p:cNvPr>
              <p:cNvSpPr/>
              <p:nvPr/>
            </p:nvSpPr>
            <p:spPr>
              <a:xfrm>
                <a:off x="1117214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841" name="Rectangle 7840">
                <a:extLst>
                  <a:ext uri="{FF2B5EF4-FFF2-40B4-BE49-F238E27FC236}">
                    <a16:creationId xmlns:a16="http://schemas.microsoft.com/office/drawing/2014/main" id="{13321878-5F07-4A14-B23A-57FA538E97B3}"/>
                  </a:ext>
                </a:extLst>
              </p:cNvPr>
              <p:cNvSpPr/>
              <p:nvPr/>
            </p:nvSpPr>
            <p:spPr>
              <a:xfrm>
                <a:off x="1297130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842" name="Rectangle 7841">
                <a:extLst>
                  <a:ext uri="{FF2B5EF4-FFF2-40B4-BE49-F238E27FC236}">
                    <a16:creationId xmlns:a16="http://schemas.microsoft.com/office/drawing/2014/main" id="{3E8B26BB-C162-4CAF-8919-EF4839B4A043}"/>
                  </a:ext>
                </a:extLst>
              </p:cNvPr>
              <p:cNvSpPr/>
              <p:nvPr/>
            </p:nvSpPr>
            <p:spPr>
              <a:xfrm>
                <a:off x="757550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843" name="Rectangle 7842">
                <a:extLst>
                  <a:ext uri="{FF2B5EF4-FFF2-40B4-BE49-F238E27FC236}">
                    <a16:creationId xmlns:a16="http://schemas.microsoft.com/office/drawing/2014/main" id="{C8C38007-7AE0-49F4-AA4F-ED66905690A4}"/>
                  </a:ext>
                </a:extLst>
              </p:cNvPr>
              <p:cNvSpPr/>
              <p:nvPr/>
            </p:nvSpPr>
            <p:spPr>
              <a:xfrm>
                <a:off x="577634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844" name="Rectangle 7843">
                <a:extLst>
                  <a:ext uri="{FF2B5EF4-FFF2-40B4-BE49-F238E27FC236}">
                    <a16:creationId xmlns:a16="http://schemas.microsoft.com/office/drawing/2014/main" id="{5A8361CA-680F-45F3-A21C-8BEEE02F34C3}"/>
                  </a:ext>
                </a:extLst>
              </p:cNvPr>
              <p:cNvSpPr/>
              <p:nvPr/>
            </p:nvSpPr>
            <p:spPr>
              <a:xfrm>
                <a:off x="937466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845" name="Rectangle 7844">
                <a:extLst>
                  <a:ext uri="{FF2B5EF4-FFF2-40B4-BE49-F238E27FC236}">
                    <a16:creationId xmlns:a16="http://schemas.microsoft.com/office/drawing/2014/main" id="{3C722730-A2DD-4CBE-B807-91549D72388A}"/>
                  </a:ext>
                </a:extLst>
              </p:cNvPr>
              <p:cNvSpPr/>
              <p:nvPr/>
            </p:nvSpPr>
            <p:spPr>
              <a:xfrm>
                <a:off x="1117298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846" name="Rectangle 7845">
                <a:extLst>
                  <a:ext uri="{FF2B5EF4-FFF2-40B4-BE49-F238E27FC236}">
                    <a16:creationId xmlns:a16="http://schemas.microsoft.com/office/drawing/2014/main" id="{4B63B2AA-AD7D-4206-AB24-8D005AC5273B}"/>
                  </a:ext>
                </a:extLst>
              </p:cNvPr>
              <p:cNvSpPr/>
              <p:nvPr/>
            </p:nvSpPr>
            <p:spPr>
              <a:xfrm>
                <a:off x="1297214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847" name="Rectangle 7846">
                <a:extLst>
                  <a:ext uri="{FF2B5EF4-FFF2-40B4-BE49-F238E27FC236}">
                    <a16:creationId xmlns:a16="http://schemas.microsoft.com/office/drawing/2014/main" id="{AA6F6B95-5E2C-4B16-9D85-A798791032F6}"/>
                  </a:ext>
                </a:extLst>
              </p:cNvPr>
              <p:cNvSpPr/>
              <p:nvPr/>
            </p:nvSpPr>
            <p:spPr>
              <a:xfrm>
                <a:off x="757466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848" name="Rectangle 7847">
                <a:extLst>
                  <a:ext uri="{FF2B5EF4-FFF2-40B4-BE49-F238E27FC236}">
                    <a16:creationId xmlns:a16="http://schemas.microsoft.com/office/drawing/2014/main" id="{F2D828FA-E322-4A76-B5BA-9F0DD3C3E38E}"/>
                  </a:ext>
                </a:extLst>
              </p:cNvPr>
              <p:cNvSpPr/>
              <p:nvPr/>
            </p:nvSpPr>
            <p:spPr>
              <a:xfrm>
                <a:off x="577550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849" name="Rectangle 7848">
                <a:extLst>
                  <a:ext uri="{FF2B5EF4-FFF2-40B4-BE49-F238E27FC236}">
                    <a16:creationId xmlns:a16="http://schemas.microsoft.com/office/drawing/2014/main" id="{E9E8AA24-7BE4-48CC-9651-A0C0BDCA86BB}"/>
                  </a:ext>
                </a:extLst>
              </p:cNvPr>
              <p:cNvSpPr/>
              <p:nvPr/>
            </p:nvSpPr>
            <p:spPr>
              <a:xfrm>
                <a:off x="937382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850" name="Rectangle 7849">
                <a:extLst>
                  <a:ext uri="{FF2B5EF4-FFF2-40B4-BE49-F238E27FC236}">
                    <a16:creationId xmlns:a16="http://schemas.microsoft.com/office/drawing/2014/main" id="{5AD14553-DFCB-41AC-914D-8BC53D83B4DB}"/>
                  </a:ext>
                </a:extLst>
              </p:cNvPr>
              <p:cNvSpPr/>
              <p:nvPr/>
            </p:nvSpPr>
            <p:spPr>
              <a:xfrm>
                <a:off x="1117214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851" name="Rectangle 7850">
                <a:extLst>
                  <a:ext uri="{FF2B5EF4-FFF2-40B4-BE49-F238E27FC236}">
                    <a16:creationId xmlns:a16="http://schemas.microsoft.com/office/drawing/2014/main" id="{A316032A-87F0-4502-BC7E-864A70483D67}"/>
                  </a:ext>
                </a:extLst>
              </p:cNvPr>
              <p:cNvSpPr/>
              <p:nvPr/>
            </p:nvSpPr>
            <p:spPr>
              <a:xfrm>
                <a:off x="1297130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852" name="Rectangle 7851">
                <a:extLst>
                  <a:ext uri="{FF2B5EF4-FFF2-40B4-BE49-F238E27FC236}">
                    <a16:creationId xmlns:a16="http://schemas.microsoft.com/office/drawing/2014/main" id="{8B04A37E-8D97-4B1D-948B-D23E208A7C8F}"/>
                  </a:ext>
                </a:extLst>
              </p:cNvPr>
              <p:cNvSpPr/>
              <p:nvPr/>
            </p:nvSpPr>
            <p:spPr>
              <a:xfrm>
                <a:off x="757382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853" name="Rectangle 7852">
                <a:extLst>
                  <a:ext uri="{FF2B5EF4-FFF2-40B4-BE49-F238E27FC236}">
                    <a16:creationId xmlns:a16="http://schemas.microsoft.com/office/drawing/2014/main" id="{4E2AC16B-51E1-41D7-850D-089913FA0710}"/>
                  </a:ext>
                </a:extLst>
              </p:cNvPr>
              <p:cNvSpPr/>
              <p:nvPr/>
            </p:nvSpPr>
            <p:spPr>
              <a:xfrm>
                <a:off x="577466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854" name="Rectangle 7853">
                <a:extLst>
                  <a:ext uri="{FF2B5EF4-FFF2-40B4-BE49-F238E27FC236}">
                    <a16:creationId xmlns:a16="http://schemas.microsoft.com/office/drawing/2014/main" id="{ABD2CAC0-2F5A-43BF-9285-075F799C766E}"/>
                  </a:ext>
                </a:extLst>
              </p:cNvPr>
              <p:cNvSpPr/>
              <p:nvPr/>
            </p:nvSpPr>
            <p:spPr>
              <a:xfrm>
                <a:off x="937298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855" name="Rectangle 7854">
                <a:extLst>
                  <a:ext uri="{FF2B5EF4-FFF2-40B4-BE49-F238E27FC236}">
                    <a16:creationId xmlns:a16="http://schemas.microsoft.com/office/drawing/2014/main" id="{999CE40A-43D1-483F-B106-A1856CAA9F04}"/>
                  </a:ext>
                </a:extLst>
              </p:cNvPr>
              <p:cNvSpPr/>
              <p:nvPr/>
            </p:nvSpPr>
            <p:spPr>
              <a:xfrm>
                <a:off x="1117130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856" name="Rectangle 7855">
                <a:extLst>
                  <a:ext uri="{FF2B5EF4-FFF2-40B4-BE49-F238E27FC236}">
                    <a16:creationId xmlns:a16="http://schemas.microsoft.com/office/drawing/2014/main" id="{C0F37D39-5B1E-4FAC-B92D-81898ED4650F}"/>
                  </a:ext>
                </a:extLst>
              </p:cNvPr>
              <p:cNvSpPr/>
              <p:nvPr/>
            </p:nvSpPr>
            <p:spPr>
              <a:xfrm>
                <a:off x="1297046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857" name="Rectangle 7856">
                <a:extLst>
                  <a:ext uri="{FF2B5EF4-FFF2-40B4-BE49-F238E27FC236}">
                    <a16:creationId xmlns:a16="http://schemas.microsoft.com/office/drawing/2014/main" id="{9484DA9C-513E-45E5-8E6A-11E52AC4CEC4}"/>
                  </a:ext>
                </a:extLst>
              </p:cNvPr>
              <p:cNvSpPr/>
              <p:nvPr/>
            </p:nvSpPr>
            <p:spPr>
              <a:xfrm>
                <a:off x="577340" y="167393"/>
                <a:ext cx="900000" cy="974051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3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</p:grpSp>
        <p:grpSp>
          <p:nvGrpSpPr>
            <p:cNvPr id="7751" name="Groupe 7750"/>
            <p:cNvGrpSpPr/>
            <p:nvPr userDrawn="1"/>
          </p:nvGrpSpPr>
          <p:grpSpPr>
            <a:xfrm>
              <a:off x="8672006" y="119033"/>
              <a:ext cx="900000" cy="975016"/>
              <a:chOff x="577340" y="166428"/>
              <a:chExt cx="900000" cy="975016"/>
            </a:xfrm>
          </p:grpSpPr>
          <p:sp>
            <p:nvSpPr>
              <p:cNvPr id="7806" name="Rectangle 7805">
                <a:extLst>
                  <a:ext uri="{FF2B5EF4-FFF2-40B4-BE49-F238E27FC236}">
                    <a16:creationId xmlns:a16="http://schemas.microsoft.com/office/drawing/2014/main" id="{2072BB47-84CB-47FD-8A25-43491CA83C8F}"/>
                  </a:ext>
                </a:extLst>
              </p:cNvPr>
              <p:cNvSpPr/>
              <p:nvPr/>
            </p:nvSpPr>
            <p:spPr>
              <a:xfrm>
                <a:off x="757550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807" name="Rectangle 7806">
                <a:extLst>
                  <a:ext uri="{FF2B5EF4-FFF2-40B4-BE49-F238E27FC236}">
                    <a16:creationId xmlns:a16="http://schemas.microsoft.com/office/drawing/2014/main" id="{FD392A82-503D-4B66-9AF9-9E65B8C12603}"/>
                  </a:ext>
                </a:extLst>
              </p:cNvPr>
              <p:cNvSpPr/>
              <p:nvPr/>
            </p:nvSpPr>
            <p:spPr>
              <a:xfrm>
                <a:off x="577634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808" name="Rectangle 7807">
                <a:extLst>
                  <a:ext uri="{FF2B5EF4-FFF2-40B4-BE49-F238E27FC236}">
                    <a16:creationId xmlns:a16="http://schemas.microsoft.com/office/drawing/2014/main" id="{E8131C02-69AB-405B-82D1-978E3C621405}"/>
                  </a:ext>
                </a:extLst>
              </p:cNvPr>
              <p:cNvSpPr/>
              <p:nvPr/>
            </p:nvSpPr>
            <p:spPr>
              <a:xfrm>
                <a:off x="937466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809" name="Rectangle 7808">
                <a:extLst>
                  <a:ext uri="{FF2B5EF4-FFF2-40B4-BE49-F238E27FC236}">
                    <a16:creationId xmlns:a16="http://schemas.microsoft.com/office/drawing/2014/main" id="{F369E73F-6F1E-4CCA-9F58-1EF6C7EB008B}"/>
                  </a:ext>
                </a:extLst>
              </p:cNvPr>
              <p:cNvSpPr/>
              <p:nvPr/>
            </p:nvSpPr>
            <p:spPr>
              <a:xfrm>
                <a:off x="1117298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810" name="Rectangle 7809">
                <a:extLst>
                  <a:ext uri="{FF2B5EF4-FFF2-40B4-BE49-F238E27FC236}">
                    <a16:creationId xmlns:a16="http://schemas.microsoft.com/office/drawing/2014/main" id="{E4D8B003-AF02-4D34-8F85-57B55CDD3871}"/>
                  </a:ext>
                </a:extLst>
              </p:cNvPr>
              <p:cNvSpPr/>
              <p:nvPr/>
            </p:nvSpPr>
            <p:spPr>
              <a:xfrm>
                <a:off x="1297214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811" name="Rectangle 7810">
                <a:extLst>
                  <a:ext uri="{FF2B5EF4-FFF2-40B4-BE49-F238E27FC236}">
                    <a16:creationId xmlns:a16="http://schemas.microsoft.com/office/drawing/2014/main" id="{14BBDF8A-4682-45D3-ABAD-64B00A4ED731}"/>
                  </a:ext>
                </a:extLst>
              </p:cNvPr>
              <p:cNvSpPr/>
              <p:nvPr/>
            </p:nvSpPr>
            <p:spPr>
              <a:xfrm>
                <a:off x="757466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812" name="Rectangle 7811">
                <a:extLst>
                  <a:ext uri="{FF2B5EF4-FFF2-40B4-BE49-F238E27FC236}">
                    <a16:creationId xmlns:a16="http://schemas.microsoft.com/office/drawing/2014/main" id="{C13E0C4B-1D4F-471E-A5AD-E4BC58BB3024}"/>
                  </a:ext>
                </a:extLst>
              </p:cNvPr>
              <p:cNvSpPr/>
              <p:nvPr/>
            </p:nvSpPr>
            <p:spPr>
              <a:xfrm>
                <a:off x="577550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813" name="Rectangle 7812">
                <a:extLst>
                  <a:ext uri="{FF2B5EF4-FFF2-40B4-BE49-F238E27FC236}">
                    <a16:creationId xmlns:a16="http://schemas.microsoft.com/office/drawing/2014/main" id="{1E8CE2AB-2430-43FD-88E9-634F132AAB31}"/>
                  </a:ext>
                </a:extLst>
              </p:cNvPr>
              <p:cNvSpPr/>
              <p:nvPr/>
            </p:nvSpPr>
            <p:spPr>
              <a:xfrm>
                <a:off x="937382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814" name="Rectangle 7813">
                <a:extLst>
                  <a:ext uri="{FF2B5EF4-FFF2-40B4-BE49-F238E27FC236}">
                    <a16:creationId xmlns:a16="http://schemas.microsoft.com/office/drawing/2014/main" id="{9E64BB36-121D-45B5-AE9E-04F22BB2C216}"/>
                  </a:ext>
                </a:extLst>
              </p:cNvPr>
              <p:cNvSpPr/>
              <p:nvPr/>
            </p:nvSpPr>
            <p:spPr>
              <a:xfrm>
                <a:off x="1117214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815" name="Rectangle 7814">
                <a:extLst>
                  <a:ext uri="{FF2B5EF4-FFF2-40B4-BE49-F238E27FC236}">
                    <a16:creationId xmlns:a16="http://schemas.microsoft.com/office/drawing/2014/main" id="{13321878-5F07-4A14-B23A-57FA538E97B3}"/>
                  </a:ext>
                </a:extLst>
              </p:cNvPr>
              <p:cNvSpPr/>
              <p:nvPr/>
            </p:nvSpPr>
            <p:spPr>
              <a:xfrm>
                <a:off x="1297130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816" name="Rectangle 7815">
                <a:extLst>
                  <a:ext uri="{FF2B5EF4-FFF2-40B4-BE49-F238E27FC236}">
                    <a16:creationId xmlns:a16="http://schemas.microsoft.com/office/drawing/2014/main" id="{3E8B26BB-C162-4CAF-8919-EF4839B4A043}"/>
                  </a:ext>
                </a:extLst>
              </p:cNvPr>
              <p:cNvSpPr/>
              <p:nvPr/>
            </p:nvSpPr>
            <p:spPr>
              <a:xfrm>
                <a:off x="757550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817" name="Rectangle 7816">
                <a:extLst>
                  <a:ext uri="{FF2B5EF4-FFF2-40B4-BE49-F238E27FC236}">
                    <a16:creationId xmlns:a16="http://schemas.microsoft.com/office/drawing/2014/main" id="{C8C38007-7AE0-49F4-AA4F-ED66905690A4}"/>
                  </a:ext>
                </a:extLst>
              </p:cNvPr>
              <p:cNvSpPr/>
              <p:nvPr/>
            </p:nvSpPr>
            <p:spPr>
              <a:xfrm>
                <a:off x="577634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818" name="Rectangle 7817">
                <a:extLst>
                  <a:ext uri="{FF2B5EF4-FFF2-40B4-BE49-F238E27FC236}">
                    <a16:creationId xmlns:a16="http://schemas.microsoft.com/office/drawing/2014/main" id="{5A8361CA-680F-45F3-A21C-8BEEE02F34C3}"/>
                  </a:ext>
                </a:extLst>
              </p:cNvPr>
              <p:cNvSpPr/>
              <p:nvPr/>
            </p:nvSpPr>
            <p:spPr>
              <a:xfrm>
                <a:off x="937466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819" name="Rectangle 7818">
                <a:extLst>
                  <a:ext uri="{FF2B5EF4-FFF2-40B4-BE49-F238E27FC236}">
                    <a16:creationId xmlns:a16="http://schemas.microsoft.com/office/drawing/2014/main" id="{3C722730-A2DD-4CBE-B807-91549D72388A}"/>
                  </a:ext>
                </a:extLst>
              </p:cNvPr>
              <p:cNvSpPr/>
              <p:nvPr/>
            </p:nvSpPr>
            <p:spPr>
              <a:xfrm>
                <a:off x="1117298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820" name="Rectangle 7819">
                <a:extLst>
                  <a:ext uri="{FF2B5EF4-FFF2-40B4-BE49-F238E27FC236}">
                    <a16:creationId xmlns:a16="http://schemas.microsoft.com/office/drawing/2014/main" id="{4B63B2AA-AD7D-4206-AB24-8D005AC5273B}"/>
                  </a:ext>
                </a:extLst>
              </p:cNvPr>
              <p:cNvSpPr/>
              <p:nvPr/>
            </p:nvSpPr>
            <p:spPr>
              <a:xfrm>
                <a:off x="1297214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821" name="Rectangle 7820">
                <a:extLst>
                  <a:ext uri="{FF2B5EF4-FFF2-40B4-BE49-F238E27FC236}">
                    <a16:creationId xmlns:a16="http://schemas.microsoft.com/office/drawing/2014/main" id="{AA6F6B95-5E2C-4B16-9D85-A798791032F6}"/>
                  </a:ext>
                </a:extLst>
              </p:cNvPr>
              <p:cNvSpPr/>
              <p:nvPr/>
            </p:nvSpPr>
            <p:spPr>
              <a:xfrm>
                <a:off x="757466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822" name="Rectangle 7821">
                <a:extLst>
                  <a:ext uri="{FF2B5EF4-FFF2-40B4-BE49-F238E27FC236}">
                    <a16:creationId xmlns:a16="http://schemas.microsoft.com/office/drawing/2014/main" id="{F2D828FA-E322-4A76-B5BA-9F0DD3C3E38E}"/>
                  </a:ext>
                </a:extLst>
              </p:cNvPr>
              <p:cNvSpPr/>
              <p:nvPr/>
            </p:nvSpPr>
            <p:spPr>
              <a:xfrm>
                <a:off x="577550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823" name="Rectangle 7822">
                <a:extLst>
                  <a:ext uri="{FF2B5EF4-FFF2-40B4-BE49-F238E27FC236}">
                    <a16:creationId xmlns:a16="http://schemas.microsoft.com/office/drawing/2014/main" id="{E9E8AA24-7BE4-48CC-9651-A0C0BDCA86BB}"/>
                  </a:ext>
                </a:extLst>
              </p:cNvPr>
              <p:cNvSpPr/>
              <p:nvPr/>
            </p:nvSpPr>
            <p:spPr>
              <a:xfrm>
                <a:off x="937382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824" name="Rectangle 7823">
                <a:extLst>
                  <a:ext uri="{FF2B5EF4-FFF2-40B4-BE49-F238E27FC236}">
                    <a16:creationId xmlns:a16="http://schemas.microsoft.com/office/drawing/2014/main" id="{5AD14553-DFCB-41AC-914D-8BC53D83B4DB}"/>
                  </a:ext>
                </a:extLst>
              </p:cNvPr>
              <p:cNvSpPr/>
              <p:nvPr/>
            </p:nvSpPr>
            <p:spPr>
              <a:xfrm>
                <a:off x="1117214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825" name="Rectangle 7824">
                <a:extLst>
                  <a:ext uri="{FF2B5EF4-FFF2-40B4-BE49-F238E27FC236}">
                    <a16:creationId xmlns:a16="http://schemas.microsoft.com/office/drawing/2014/main" id="{A316032A-87F0-4502-BC7E-864A70483D67}"/>
                  </a:ext>
                </a:extLst>
              </p:cNvPr>
              <p:cNvSpPr/>
              <p:nvPr/>
            </p:nvSpPr>
            <p:spPr>
              <a:xfrm>
                <a:off x="1297130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826" name="Rectangle 7825">
                <a:extLst>
                  <a:ext uri="{FF2B5EF4-FFF2-40B4-BE49-F238E27FC236}">
                    <a16:creationId xmlns:a16="http://schemas.microsoft.com/office/drawing/2014/main" id="{8B04A37E-8D97-4B1D-948B-D23E208A7C8F}"/>
                  </a:ext>
                </a:extLst>
              </p:cNvPr>
              <p:cNvSpPr/>
              <p:nvPr/>
            </p:nvSpPr>
            <p:spPr>
              <a:xfrm>
                <a:off x="757382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827" name="Rectangle 7826">
                <a:extLst>
                  <a:ext uri="{FF2B5EF4-FFF2-40B4-BE49-F238E27FC236}">
                    <a16:creationId xmlns:a16="http://schemas.microsoft.com/office/drawing/2014/main" id="{4E2AC16B-51E1-41D7-850D-089913FA0710}"/>
                  </a:ext>
                </a:extLst>
              </p:cNvPr>
              <p:cNvSpPr/>
              <p:nvPr/>
            </p:nvSpPr>
            <p:spPr>
              <a:xfrm>
                <a:off x="577466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828" name="Rectangle 7827">
                <a:extLst>
                  <a:ext uri="{FF2B5EF4-FFF2-40B4-BE49-F238E27FC236}">
                    <a16:creationId xmlns:a16="http://schemas.microsoft.com/office/drawing/2014/main" id="{ABD2CAC0-2F5A-43BF-9285-075F799C766E}"/>
                  </a:ext>
                </a:extLst>
              </p:cNvPr>
              <p:cNvSpPr/>
              <p:nvPr/>
            </p:nvSpPr>
            <p:spPr>
              <a:xfrm>
                <a:off x="937298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829" name="Rectangle 7828">
                <a:extLst>
                  <a:ext uri="{FF2B5EF4-FFF2-40B4-BE49-F238E27FC236}">
                    <a16:creationId xmlns:a16="http://schemas.microsoft.com/office/drawing/2014/main" id="{999CE40A-43D1-483F-B106-A1856CAA9F04}"/>
                  </a:ext>
                </a:extLst>
              </p:cNvPr>
              <p:cNvSpPr/>
              <p:nvPr/>
            </p:nvSpPr>
            <p:spPr>
              <a:xfrm>
                <a:off x="1117130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830" name="Rectangle 7829">
                <a:extLst>
                  <a:ext uri="{FF2B5EF4-FFF2-40B4-BE49-F238E27FC236}">
                    <a16:creationId xmlns:a16="http://schemas.microsoft.com/office/drawing/2014/main" id="{C0F37D39-5B1E-4FAC-B92D-81898ED4650F}"/>
                  </a:ext>
                </a:extLst>
              </p:cNvPr>
              <p:cNvSpPr/>
              <p:nvPr/>
            </p:nvSpPr>
            <p:spPr>
              <a:xfrm>
                <a:off x="1297046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831" name="Rectangle 7830">
                <a:extLst>
                  <a:ext uri="{FF2B5EF4-FFF2-40B4-BE49-F238E27FC236}">
                    <a16:creationId xmlns:a16="http://schemas.microsoft.com/office/drawing/2014/main" id="{9484DA9C-513E-45E5-8E6A-11E52AC4CEC4}"/>
                  </a:ext>
                </a:extLst>
              </p:cNvPr>
              <p:cNvSpPr/>
              <p:nvPr/>
            </p:nvSpPr>
            <p:spPr>
              <a:xfrm>
                <a:off x="577340" y="167393"/>
                <a:ext cx="900000" cy="974051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3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</p:grpSp>
        <p:grpSp>
          <p:nvGrpSpPr>
            <p:cNvPr id="7752" name="Groupe 7751"/>
            <p:cNvGrpSpPr/>
            <p:nvPr userDrawn="1"/>
          </p:nvGrpSpPr>
          <p:grpSpPr>
            <a:xfrm>
              <a:off x="9571376" y="119033"/>
              <a:ext cx="900000" cy="975016"/>
              <a:chOff x="577340" y="166428"/>
              <a:chExt cx="900000" cy="975016"/>
            </a:xfrm>
          </p:grpSpPr>
          <p:sp>
            <p:nvSpPr>
              <p:cNvPr id="7780" name="Rectangle 7779">
                <a:extLst>
                  <a:ext uri="{FF2B5EF4-FFF2-40B4-BE49-F238E27FC236}">
                    <a16:creationId xmlns:a16="http://schemas.microsoft.com/office/drawing/2014/main" id="{2072BB47-84CB-47FD-8A25-43491CA83C8F}"/>
                  </a:ext>
                </a:extLst>
              </p:cNvPr>
              <p:cNvSpPr/>
              <p:nvPr/>
            </p:nvSpPr>
            <p:spPr>
              <a:xfrm>
                <a:off x="757550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781" name="Rectangle 7780">
                <a:extLst>
                  <a:ext uri="{FF2B5EF4-FFF2-40B4-BE49-F238E27FC236}">
                    <a16:creationId xmlns:a16="http://schemas.microsoft.com/office/drawing/2014/main" id="{FD392A82-503D-4B66-9AF9-9E65B8C12603}"/>
                  </a:ext>
                </a:extLst>
              </p:cNvPr>
              <p:cNvSpPr/>
              <p:nvPr/>
            </p:nvSpPr>
            <p:spPr>
              <a:xfrm>
                <a:off x="577634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782" name="Rectangle 7781">
                <a:extLst>
                  <a:ext uri="{FF2B5EF4-FFF2-40B4-BE49-F238E27FC236}">
                    <a16:creationId xmlns:a16="http://schemas.microsoft.com/office/drawing/2014/main" id="{E8131C02-69AB-405B-82D1-978E3C621405}"/>
                  </a:ext>
                </a:extLst>
              </p:cNvPr>
              <p:cNvSpPr/>
              <p:nvPr/>
            </p:nvSpPr>
            <p:spPr>
              <a:xfrm>
                <a:off x="937466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783" name="Rectangle 7782">
                <a:extLst>
                  <a:ext uri="{FF2B5EF4-FFF2-40B4-BE49-F238E27FC236}">
                    <a16:creationId xmlns:a16="http://schemas.microsoft.com/office/drawing/2014/main" id="{F369E73F-6F1E-4CCA-9F58-1EF6C7EB008B}"/>
                  </a:ext>
                </a:extLst>
              </p:cNvPr>
              <p:cNvSpPr/>
              <p:nvPr/>
            </p:nvSpPr>
            <p:spPr>
              <a:xfrm>
                <a:off x="1117298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784" name="Rectangle 7783">
                <a:extLst>
                  <a:ext uri="{FF2B5EF4-FFF2-40B4-BE49-F238E27FC236}">
                    <a16:creationId xmlns:a16="http://schemas.microsoft.com/office/drawing/2014/main" id="{E4D8B003-AF02-4D34-8F85-57B55CDD3871}"/>
                  </a:ext>
                </a:extLst>
              </p:cNvPr>
              <p:cNvSpPr/>
              <p:nvPr/>
            </p:nvSpPr>
            <p:spPr>
              <a:xfrm>
                <a:off x="1297214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785" name="Rectangle 7784">
                <a:extLst>
                  <a:ext uri="{FF2B5EF4-FFF2-40B4-BE49-F238E27FC236}">
                    <a16:creationId xmlns:a16="http://schemas.microsoft.com/office/drawing/2014/main" id="{14BBDF8A-4682-45D3-ABAD-64B00A4ED731}"/>
                  </a:ext>
                </a:extLst>
              </p:cNvPr>
              <p:cNvSpPr/>
              <p:nvPr/>
            </p:nvSpPr>
            <p:spPr>
              <a:xfrm>
                <a:off x="757466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786" name="Rectangle 7785">
                <a:extLst>
                  <a:ext uri="{FF2B5EF4-FFF2-40B4-BE49-F238E27FC236}">
                    <a16:creationId xmlns:a16="http://schemas.microsoft.com/office/drawing/2014/main" id="{C13E0C4B-1D4F-471E-A5AD-E4BC58BB3024}"/>
                  </a:ext>
                </a:extLst>
              </p:cNvPr>
              <p:cNvSpPr/>
              <p:nvPr/>
            </p:nvSpPr>
            <p:spPr>
              <a:xfrm>
                <a:off x="577550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787" name="Rectangle 7786">
                <a:extLst>
                  <a:ext uri="{FF2B5EF4-FFF2-40B4-BE49-F238E27FC236}">
                    <a16:creationId xmlns:a16="http://schemas.microsoft.com/office/drawing/2014/main" id="{1E8CE2AB-2430-43FD-88E9-634F132AAB31}"/>
                  </a:ext>
                </a:extLst>
              </p:cNvPr>
              <p:cNvSpPr/>
              <p:nvPr/>
            </p:nvSpPr>
            <p:spPr>
              <a:xfrm>
                <a:off x="937382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788" name="Rectangle 7787">
                <a:extLst>
                  <a:ext uri="{FF2B5EF4-FFF2-40B4-BE49-F238E27FC236}">
                    <a16:creationId xmlns:a16="http://schemas.microsoft.com/office/drawing/2014/main" id="{9E64BB36-121D-45B5-AE9E-04F22BB2C216}"/>
                  </a:ext>
                </a:extLst>
              </p:cNvPr>
              <p:cNvSpPr/>
              <p:nvPr/>
            </p:nvSpPr>
            <p:spPr>
              <a:xfrm>
                <a:off x="1117214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789" name="Rectangle 7788">
                <a:extLst>
                  <a:ext uri="{FF2B5EF4-FFF2-40B4-BE49-F238E27FC236}">
                    <a16:creationId xmlns:a16="http://schemas.microsoft.com/office/drawing/2014/main" id="{13321878-5F07-4A14-B23A-57FA538E97B3}"/>
                  </a:ext>
                </a:extLst>
              </p:cNvPr>
              <p:cNvSpPr/>
              <p:nvPr/>
            </p:nvSpPr>
            <p:spPr>
              <a:xfrm>
                <a:off x="1297130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790" name="Rectangle 7789">
                <a:extLst>
                  <a:ext uri="{FF2B5EF4-FFF2-40B4-BE49-F238E27FC236}">
                    <a16:creationId xmlns:a16="http://schemas.microsoft.com/office/drawing/2014/main" id="{3E8B26BB-C162-4CAF-8919-EF4839B4A043}"/>
                  </a:ext>
                </a:extLst>
              </p:cNvPr>
              <p:cNvSpPr/>
              <p:nvPr/>
            </p:nvSpPr>
            <p:spPr>
              <a:xfrm>
                <a:off x="757550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791" name="Rectangle 7790">
                <a:extLst>
                  <a:ext uri="{FF2B5EF4-FFF2-40B4-BE49-F238E27FC236}">
                    <a16:creationId xmlns:a16="http://schemas.microsoft.com/office/drawing/2014/main" id="{C8C38007-7AE0-49F4-AA4F-ED66905690A4}"/>
                  </a:ext>
                </a:extLst>
              </p:cNvPr>
              <p:cNvSpPr/>
              <p:nvPr/>
            </p:nvSpPr>
            <p:spPr>
              <a:xfrm>
                <a:off x="577634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792" name="Rectangle 7791">
                <a:extLst>
                  <a:ext uri="{FF2B5EF4-FFF2-40B4-BE49-F238E27FC236}">
                    <a16:creationId xmlns:a16="http://schemas.microsoft.com/office/drawing/2014/main" id="{5A8361CA-680F-45F3-A21C-8BEEE02F34C3}"/>
                  </a:ext>
                </a:extLst>
              </p:cNvPr>
              <p:cNvSpPr/>
              <p:nvPr/>
            </p:nvSpPr>
            <p:spPr>
              <a:xfrm>
                <a:off x="937466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793" name="Rectangle 7792">
                <a:extLst>
                  <a:ext uri="{FF2B5EF4-FFF2-40B4-BE49-F238E27FC236}">
                    <a16:creationId xmlns:a16="http://schemas.microsoft.com/office/drawing/2014/main" id="{3C722730-A2DD-4CBE-B807-91549D72388A}"/>
                  </a:ext>
                </a:extLst>
              </p:cNvPr>
              <p:cNvSpPr/>
              <p:nvPr/>
            </p:nvSpPr>
            <p:spPr>
              <a:xfrm>
                <a:off x="1117298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794" name="Rectangle 7793">
                <a:extLst>
                  <a:ext uri="{FF2B5EF4-FFF2-40B4-BE49-F238E27FC236}">
                    <a16:creationId xmlns:a16="http://schemas.microsoft.com/office/drawing/2014/main" id="{4B63B2AA-AD7D-4206-AB24-8D005AC5273B}"/>
                  </a:ext>
                </a:extLst>
              </p:cNvPr>
              <p:cNvSpPr/>
              <p:nvPr/>
            </p:nvSpPr>
            <p:spPr>
              <a:xfrm>
                <a:off x="1297214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795" name="Rectangle 7794">
                <a:extLst>
                  <a:ext uri="{FF2B5EF4-FFF2-40B4-BE49-F238E27FC236}">
                    <a16:creationId xmlns:a16="http://schemas.microsoft.com/office/drawing/2014/main" id="{AA6F6B95-5E2C-4B16-9D85-A798791032F6}"/>
                  </a:ext>
                </a:extLst>
              </p:cNvPr>
              <p:cNvSpPr/>
              <p:nvPr/>
            </p:nvSpPr>
            <p:spPr>
              <a:xfrm>
                <a:off x="757466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796" name="Rectangle 7795">
                <a:extLst>
                  <a:ext uri="{FF2B5EF4-FFF2-40B4-BE49-F238E27FC236}">
                    <a16:creationId xmlns:a16="http://schemas.microsoft.com/office/drawing/2014/main" id="{F2D828FA-E322-4A76-B5BA-9F0DD3C3E38E}"/>
                  </a:ext>
                </a:extLst>
              </p:cNvPr>
              <p:cNvSpPr/>
              <p:nvPr/>
            </p:nvSpPr>
            <p:spPr>
              <a:xfrm>
                <a:off x="577550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797" name="Rectangle 7796">
                <a:extLst>
                  <a:ext uri="{FF2B5EF4-FFF2-40B4-BE49-F238E27FC236}">
                    <a16:creationId xmlns:a16="http://schemas.microsoft.com/office/drawing/2014/main" id="{E9E8AA24-7BE4-48CC-9651-A0C0BDCA86BB}"/>
                  </a:ext>
                </a:extLst>
              </p:cNvPr>
              <p:cNvSpPr/>
              <p:nvPr/>
            </p:nvSpPr>
            <p:spPr>
              <a:xfrm>
                <a:off x="937382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798" name="Rectangle 7797">
                <a:extLst>
                  <a:ext uri="{FF2B5EF4-FFF2-40B4-BE49-F238E27FC236}">
                    <a16:creationId xmlns:a16="http://schemas.microsoft.com/office/drawing/2014/main" id="{5AD14553-DFCB-41AC-914D-8BC53D83B4DB}"/>
                  </a:ext>
                </a:extLst>
              </p:cNvPr>
              <p:cNvSpPr/>
              <p:nvPr/>
            </p:nvSpPr>
            <p:spPr>
              <a:xfrm>
                <a:off x="1117214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799" name="Rectangle 7798">
                <a:extLst>
                  <a:ext uri="{FF2B5EF4-FFF2-40B4-BE49-F238E27FC236}">
                    <a16:creationId xmlns:a16="http://schemas.microsoft.com/office/drawing/2014/main" id="{A316032A-87F0-4502-BC7E-864A70483D67}"/>
                  </a:ext>
                </a:extLst>
              </p:cNvPr>
              <p:cNvSpPr/>
              <p:nvPr/>
            </p:nvSpPr>
            <p:spPr>
              <a:xfrm>
                <a:off x="1297130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800" name="Rectangle 7799">
                <a:extLst>
                  <a:ext uri="{FF2B5EF4-FFF2-40B4-BE49-F238E27FC236}">
                    <a16:creationId xmlns:a16="http://schemas.microsoft.com/office/drawing/2014/main" id="{8B04A37E-8D97-4B1D-948B-D23E208A7C8F}"/>
                  </a:ext>
                </a:extLst>
              </p:cNvPr>
              <p:cNvSpPr/>
              <p:nvPr/>
            </p:nvSpPr>
            <p:spPr>
              <a:xfrm>
                <a:off x="757382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801" name="Rectangle 7800">
                <a:extLst>
                  <a:ext uri="{FF2B5EF4-FFF2-40B4-BE49-F238E27FC236}">
                    <a16:creationId xmlns:a16="http://schemas.microsoft.com/office/drawing/2014/main" id="{4E2AC16B-51E1-41D7-850D-089913FA0710}"/>
                  </a:ext>
                </a:extLst>
              </p:cNvPr>
              <p:cNvSpPr/>
              <p:nvPr/>
            </p:nvSpPr>
            <p:spPr>
              <a:xfrm>
                <a:off x="577466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802" name="Rectangle 7801">
                <a:extLst>
                  <a:ext uri="{FF2B5EF4-FFF2-40B4-BE49-F238E27FC236}">
                    <a16:creationId xmlns:a16="http://schemas.microsoft.com/office/drawing/2014/main" id="{ABD2CAC0-2F5A-43BF-9285-075F799C766E}"/>
                  </a:ext>
                </a:extLst>
              </p:cNvPr>
              <p:cNvSpPr/>
              <p:nvPr/>
            </p:nvSpPr>
            <p:spPr>
              <a:xfrm>
                <a:off x="937298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803" name="Rectangle 7802">
                <a:extLst>
                  <a:ext uri="{FF2B5EF4-FFF2-40B4-BE49-F238E27FC236}">
                    <a16:creationId xmlns:a16="http://schemas.microsoft.com/office/drawing/2014/main" id="{999CE40A-43D1-483F-B106-A1856CAA9F04}"/>
                  </a:ext>
                </a:extLst>
              </p:cNvPr>
              <p:cNvSpPr/>
              <p:nvPr/>
            </p:nvSpPr>
            <p:spPr>
              <a:xfrm>
                <a:off x="1117130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804" name="Rectangle 7803">
                <a:extLst>
                  <a:ext uri="{FF2B5EF4-FFF2-40B4-BE49-F238E27FC236}">
                    <a16:creationId xmlns:a16="http://schemas.microsoft.com/office/drawing/2014/main" id="{C0F37D39-5B1E-4FAC-B92D-81898ED4650F}"/>
                  </a:ext>
                </a:extLst>
              </p:cNvPr>
              <p:cNvSpPr/>
              <p:nvPr/>
            </p:nvSpPr>
            <p:spPr>
              <a:xfrm>
                <a:off x="1297046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805" name="Rectangle 7804">
                <a:extLst>
                  <a:ext uri="{FF2B5EF4-FFF2-40B4-BE49-F238E27FC236}">
                    <a16:creationId xmlns:a16="http://schemas.microsoft.com/office/drawing/2014/main" id="{9484DA9C-513E-45E5-8E6A-11E52AC4CEC4}"/>
                  </a:ext>
                </a:extLst>
              </p:cNvPr>
              <p:cNvSpPr/>
              <p:nvPr/>
            </p:nvSpPr>
            <p:spPr>
              <a:xfrm>
                <a:off x="577340" y="167393"/>
                <a:ext cx="900000" cy="974051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3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</p:grpSp>
        <p:grpSp>
          <p:nvGrpSpPr>
            <p:cNvPr id="7753" name="Groupe 7752"/>
            <p:cNvGrpSpPr/>
            <p:nvPr userDrawn="1"/>
          </p:nvGrpSpPr>
          <p:grpSpPr>
            <a:xfrm>
              <a:off x="10470830" y="118070"/>
              <a:ext cx="900000" cy="975016"/>
              <a:chOff x="577340" y="166428"/>
              <a:chExt cx="900000" cy="975016"/>
            </a:xfrm>
          </p:grpSpPr>
          <p:sp>
            <p:nvSpPr>
              <p:cNvPr id="7754" name="Rectangle 7753">
                <a:extLst>
                  <a:ext uri="{FF2B5EF4-FFF2-40B4-BE49-F238E27FC236}">
                    <a16:creationId xmlns:a16="http://schemas.microsoft.com/office/drawing/2014/main" id="{2072BB47-84CB-47FD-8A25-43491CA83C8F}"/>
                  </a:ext>
                </a:extLst>
              </p:cNvPr>
              <p:cNvSpPr/>
              <p:nvPr/>
            </p:nvSpPr>
            <p:spPr>
              <a:xfrm>
                <a:off x="757550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755" name="Rectangle 7754">
                <a:extLst>
                  <a:ext uri="{FF2B5EF4-FFF2-40B4-BE49-F238E27FC236}">
                    <a16:creationId xmlns:a16="http://schemas.microsoft.com/office/drawing/2014/main" id="{FD392A82-503D-4B66-9AF9-9E65B8C12603}"/>
                  </a:ext>
                </a:extLst>
              </p:cNvPr>
              <p:cNvSpPr/>
              <p:nvPr/>
            </p:nvSpPr>
            <p:spPr>
              <a:xfrm>
                <a:off x="577634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756" name="Rectangle 7755">
                <a:extLst>
                  <a:ext uri="{FF2B5EF4-FFF2-40B4-BE49-F238E27FC236}">
                    <a16:creationId xmlns:a16="http://schemas.microsoft.com/office/drawing/2014/main" id="{E8131C02-69AB-405B-82D1-978E3C621405}"/>
                  </a:ext>
                </a:extLst>
              </p:cNvPr>
              <p:cNvSpPr/>
              <p:nvPr/>
            </p:nvSpPr>
            <p:spPr>
              <a:xfrm>
                <a:off x="937466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757" name="Rectangle 7756">
                <a:extLst>
                  <a:ext uri="{FF2B5EF4-FFF2-40B4-BE49-F238E27FC236}">
                    <a16:creationId xmlns:a16="http://schemas.microsoft.com/office/drawing/2014/main" id="{F369E73F-6F1E-4CCA-9F58-1EF6C7EB008B}"/>
                  </a:ext>
                </a:extLst>
              </p:cNvPr>
              <p:cNvSpPr/>
              <p:nvPr/>
            </p:nvSpPr>
            <p:spPr>
              <a:xfrm>
                <a:off x="1117298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758" name="Rectangle 7757">
                <a:extLst>
                  <a:ext uri="{FF2B5EF4-FFF2-40B4-BE49-F238E27FC236}">
                    <a16:creationId xmlns:a16="http://schemas.microsoft.com/office/drawing/2014/main" id="{E4D8B003-AF02-4D34-8F85-57B55CDD3871}"/>
                  </a:ext>
                </a:extLst>
              </p:cNvPr>
              <p:cNvSpPr/>
              <p:nvPr/>
            </p:nvSpPr>
            <p:spPr>
              <a:xfrm>
                <a:off x="1297214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759" name="Rectangle 7758">
                <a:extLst>
                  <a:ext uri="{FF2B5EF4-FFF2-40B4-BE49-F238E27FC236}">
                    <a16:creationId xmlns:a16="http://schemas.microsoft.com/office/drawing/2014/main" id="{14BBDF8A-4682-45D3-ABAD-64B00A4ED731}"/>
                  </a:ext>
                </a:extLst>
              </p:cNvPr>
              <p:cNvSpPr/>
              <p:nvPr/>
            </p:nvSpPr>
            <p:spPr>
              <a:xfrm>
                <a:off x="757466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760" name="Rectangle 7759">
                <a:extLst>
                  <a:ext uri="{FF2B5EF4-FFF2-40B4-BE49-F238E27FC236}">
                    <a16:creationId xmlns:a16="http://schemas.microsoft.com/office/drawing/2014/main" id="{C13E0C4B-1D4F-471E-A5AD-E4BC58BB3024}"/>
                  </a:ext>
                </a:extLst>
              </p:cNvPr>
              <p:cNvSpPr/>
              <p:nvPr/>
            </p:nvSpPr>
            <p:spPr>
              <a:xfrm>
                <a:off x="577550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761" name="Rectangle 7760">
                <a:extLst>
                  <a:ext uri="{FF2B5EF4-FFF2-40B4-BE49-F238E27FC236}">
                    <a16:creationId xmlns:a16="http://schemas.microsoft.com/office/drawing/2014/main" id="{1E8CE2AB-2430-43FD-88E9-634F132AAB31}"/>
                  </a:ext>
                </a:extLst>
              </p:cNvPr>
              <p:cNvSpPr/>
              <p:nvPr/>
            </p:nvSpPr>
            <p:spPr>
              <a:xfrm>
                <a:off x="937382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762" name="Rectangle 7761">
                <a:extLst>
                  <a:ext uri="{FF2B5EF4-FFF2-40B4-BE49-F238E27FC236}">
                    <a16:creationId xmlns:a16="http://schemas.microsoft.com/office/drawing/2014/main" id="{9E64BB36-121D-45B5-AE9E-04F22BB2C216}"/>
                  </a:ext>
                </a:extLst>
              </p:cNvPr>
              <p:cNvSpPr/>
              <p:nvPr/>
            </p:nvSpPr>
            <p:spPr>
              <a:xfrm>
                <a:off x="1117214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763" name="Rectangle 7762">
                <a:extLst>
                  <a:ext uri="{FF2B5EF4-FFF2-40B4-BE49-F238E27FC236}">
                    <a16:creationId xmlns:a16="http://schemas.microsoft.com/office/drawing/2014/main" id="{13321878-5F07-4A14-B23A-57FA538E97B3}"/>
                  </a:ext>
                </a:extLst>
              </p:cNvPr>
              <p:cNvSpPr/>
              <p:nvPr/>
            </p:nvSpPr>
            <p:spPr>
              <a:xfrm>
                <a:off x="1297130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764" name="Rectangle 7763">
                <a:extLst>
                  <a:ext uri="{FF2B5EF4-FFF2-40B4-BE49-F238E27FC236}">
                    <a16:creationId xmlns:a16="http://schemas.microsoft.com/office/drawing/2014/main" id="{3E8B26BB-C162-4CAF-8919-EF4839B4A043}"/>
                  </a:ext>
                </a:extLst>
              </p:cNvPr>
              <p:cNvSpPr/>
              <p:nvPr/>
            </p:nvSpPr>
            <p:spPr>
              <a:xfrm>
                <a:off x="757550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765" name="Rectangle 7764">
                <a:extLst>
                  <a:ext uri="{FF2B5EF4-FFF2-40B4-BE49-F238E27FC236}">
                    <a16:creationId xmlns:a16="http://schemas.microsoft.com/office/drawing/2014/main" id="{C8C38007-7AE0-49F4-AA4F-ED66905690A4}"/>
                  </a:ext>
                </a:extLst>
              </p:cNvPr>
              <p:cNvSpPr/>
              <p:nvPr/>
            </p:nvSpPr>
            <p:spPr>
              <a:xfrm>
                <a:off x="577634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766" name="Rectangle 7765">
                <a:extLst>
                  <a:ext uri="{FF2B5EF4-FFF2-40B4-BE49-F238E27FC236}">
                    <a16:creationId xmlns:a16="http://schemas.microsoft.com/office/drawing/2014/main" id="{5A8361CA-680F-45F3-A21C-8BEEE02F34C3}"/>
                  </a:ext>
                </a:extLst>
              </p:cNvPr>
              <p:cNvSpPr/>
              <p:nvPr/>
            </p:nvSpPr>
            <p:spPr>
              <a:xfrm>
                <a:off x="937466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767" name="Rectangle 7766">
                <a:extLst>
                  <a:ext uri="{FF2B5EF4-FFF2-40B4-BE49-F238E27FC236}">
                    <a16:creationId xmlns:a16="http://schemas.microsoft.com/office/drawing/2014/main" id="{3C722730-A2DD-4CBE-B807-91549D72388A}"/>
                  </a:ext>
                </a:extLst>
              </p:cNvPr>
              <p:cNvSpPr/>
              <p:nvPr/>
            </p:nvSpPr>
            <p:spPr>
              <a:xfrm>
                <a:off x="1117298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768" name="Rectangle 7767">
                <a:extLst>
                  <a:ext uri="{FF2B5EF4-FFF2-40B4-BE49-F238E27FC236}">
                    <a16:creationId xmlns:a16="http://schemas.microsoft.com/office/drawing/2014/main" id="{4B63B2AA-AD7D-4206-AB24-8D005AC5273B}"/>
                  </a:ext>
                </a:extLst>
              </p:cNvPr>
              <p:cNvSpPr/>
              <p:nvPr/>
            </p:nvSpPr>
            <p:spPr>
              <a:xfrm>
                <a:off x="1297214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769" name="Rectangle 7768">
                <a:extLst>
                  <a:ext uri="{FF2B5EF4-FFF2-40B4-BE49-F238E27FC236}">
                    <a16:creationId xmlns:a16="http://schemas.microsoft.com/office/drawing/2014/main" id="{AA6F6B95-5E2C-4B16-9D85-A798791032F6}"/>
                  </a:ext>
                </a:extLst>
              </p:cNvPr>
              <p:cNvSpPr/>
              <p:nvPr/>
            </p:nvSpPr>
            <p:spPr>
              <a:xfrm>
                <a:off x="757466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770" name="Rectangle 7769">
                <a:extLst>
                  <a:ext uri="{FF2B5EF4-FFF2-40B4-BE49-F238E27FC236}">
                    <a16:creationId xmlns:a16="http://schemas.microsoft.com/office/drawing/2014/main" id="{F2D828FA-E322-4A76-B5BA-9F0DD3C3E38E}"/>
                  </a:ext>
                </a:extLst>
              </p:cNvPr>
              <p:cNvSpPr/>
              <p:nvPr/>
            </p:nvSpPr>
            <p:spPr>
              <a:xfrm>
                <a:off x="577550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771" name="Rectangle 7770">
                <a:extLst>
                  <a:ext uri="{FF2B5EF4-FFF2-40B4-BE49-F238E27FC236}">
                    <a16:creationId xmlns:a16="http://schemas.microsoft.com/office/drawing/2014/main" id="{E9E8AA24-7BE4-48CC-9651-A0C0BDCA86BB}"/>
                  </a:ext>
                </a:extLst>
              </p:cNvPr>
              <p:cNvSpPr/>
              <p:nvPr/>
            </p:nvSpPr>
            <p:spPr>
              <a:xfrm>
                <a:off x="937382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772" name="Rectangle 7771">
                <a:extLst>
                  <a:ext uri="{FF2B5EF4-FFF2-40B4-BE49-F238E27FC236}">
                    <a16:creationId xmlns:a16="http://schemas.microsoft.com/office/drawing/2014/main" id="{5AD14553-DFCB-41AC-914D-8BC53D83B4DB}"/>
                  </a:ext>
                </a:extLst>
              </p:cNvPr>
              <p:cNvSpPr/>
              <p:nvPr/>
            </p:nvSpPr>
            <p:spPr>
              <a:xfrm>
                <a:off x="1117214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773" name="Rectangle 7772">
                <a:extLst>
                  <a:ext uri="{FF2B5EF4-FFF2-40B4-BE49-F238E27FC236}">
                    <a16:creationId xmlns:a16="http://schemas.microsoft.com/office/drawing/2014/main" id="{A316032A-87F0-4502-BC7E-864A70483D67}"/>
                  </a:ext>
                </a:extLst>
              </p:cNvPr>
              <p:cNvSpPr/>
              <p:nvPr/>
            </p:nvSpPr>
            <p:spPr>
              <a:xfrm>
                <a:off x="1297130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774" name="Rectangle 7773">
                <a:extLst>
                  <a:ext uri="{FF2B5EF4-FFF2-40B4-BE49-F238E27FC236}">
                    <a16:creationId xmlns:a16="http://schemas.microsoft.com/office/drawing/2014/main" id="{8B04A37E-8D97-4B1D-948B-D23E208A7C8F}"/>
                  </a:ext>
                </a:extLst>
              </p:cNvPr>
              <p:cNvSpPr/>
              <p:nvPr/>
            </p:nvSpPr>
            <p:spPr>
              <a:xfrm>
                <a:off x="757382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775" name="Rectangle 7774">
                <a:extLst>
                  <a:ext uri="{FF2B5EF4-FFF2-40B4-BE49-F238E27FC236}">
                    <a16:creationId xmlns:a16="http://schemas.microsoft.com/office/drawing/2014/main" id="{4E2AC16B-51E1-41D7-850D-089913FA0710}"/>
                  </a:ext>
                </a:extLst>
              </p:cNvPr>
              <p:cNvSpPr/>
              <p:nvPr/>
            </p:nvSpPr>
            <p:spPr>
              <a:xfrm>
                <a:off x="577466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776" name="Rectangle 7775">
                <a:extLst>
                  <a:ext uri="{FF2B5EF4-FFF2-40B4-BE49-F238E27FC236}">
                    <a16:creationId xmlns:a16="http://schemas.microsoft.com/office/drawing/2014/main" id="{ABD2CAC0-2F5A-43BF-9285-075F799C766E}"/>
                  </a:ext>
                </a:extLst>
              </p:cNvPr>
              <p:cNvSpPr/>
              <p:nvPr/>
            </p:nvSpPr>
            <p:spPr>
              <a:xfrm>
                <a:off x="937298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777" name="Rectangle 7776">
                <a:extLst>
                  <a:ext uri="{FF2B5EF4-FFF2-40B4-BE49-F238E27FC236}">
                    <a16:creationId xmlns:a16="http://schemas.microsoft.com/office/drawing/2014/main" id="{999CE40A-43D1-483F-B106-A1856CAA9F04}"/>
                  </a:ext>
                </a:extLst>
              </p:cNvPr>
              <p:cNvSpPr/>
              <p:nvPr/>
            </p:nvSpPr>
            <p:spPr>
              <a:xfrm>
                <a:off x="1117130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778" name="Rectangle 7777">
                <a:extLst>
                  <a:ext uri="{FF2B5EF4-FFF2-40B4-BE49-F238E27FC236}">
                    <a16:creationId xmlns:a16="http://schemas.microsoft.com/office/drawing/2014/main" id="{C0F37D39-5B1E-4FAC-B92D-81898ED4650F}"/>
                  </a:ext>
                </a:extLst>
              </p:cNvPr>
              <p:cNvSpPr/>
              <p:nvPr/>
            </p:nvSpPr>
            <p:spPr>
              <a:xfrm>
                <a:off x="1297046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779" name="Rectangle 7778">
                <a:extLst>
                  <a:ext uri="{FF2B5EF4-FFF2-40B4-BE49-F238E27FC236}">
                    <a16:creationId xmlns:a16="http://schemas.microsoft.com/office/drawing/2014/main" id="{9484DA9C-513E-45E5-8E6A-11E52AC4CEC4}"/>
                  </a:ext>
                </a:extLst>
              </p:cNvPr>
              <p:cNvSpPr/>
              <p:nvPr/>
            </p:nvSpPr>
            <p:spPr>
              <a:xfrm>
                <a:off x="577340" y="167393"/>
                <a:ext cx="900000" cy="974051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3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</p:grpSp>
      </p:grpSp>
      <p:grpSp>
        <p:nvGrpSpPr>
          <p:cNvPr id="8066" name="Groupe 8065"/>
          <p:cNvGrpSpPr/>
          <p:nvPr userDrawn="1"/>
        </p:nvGrpSpPr>
        <p:grpSpPr>
          <a:xfrm>
            <a:off x="778021" y="4777746"/>
            <a:ext cx="10793490" cy="900000"/>
            <a:chOff x="577340" y="118070"/>
            <a:chExt cx="10793490" cy="979831"/>
          </a:xfrm>
        </p:grpSpPr>
        <p:grpSp>
          <p:nvGrpSpPr>
            <p:cNvPr id="8067" name="Groupe 8066"/>
            <p:cNvGrpSpPr/>
            <p:nvPr userDrawn="1"/>
          </p:nvGrpSpPr>
          <p:grpSpPr>
            <a:xfrm>
              <a:off x="577340" y="122885"/>
              <a:ext cx="900000" cy="975016"/>
              <a:chOff x="577340" y="166428"/>
              <a:chExt cx="900000" cy="975016"/>
            </a:xfrm>
          </p:grpSpPr>
          <p:sp>
            <p:nvSpPr>
              <p:cNvPr id="8365" name="Rectangle 8364">
                <a:extLst>
                  <a:ext uri="{FF2B5EF4-FFF2-40B4-BE49-F238E27FC236}">
                    <a16:creationId xmlns:a16="http://schemas.microsoft.com/office/drawing/2014/main" id="{2072BB47-84CB-47FD-8A25-43491CA83C8F}"/>
                  </a:ext>
                </a:extLst>
              </p:cNvPr>
              <p:cNvSpPr/>
              <p:nvPr/>
            </p:nvSpPr>
            <p:spPr>
              <a:xfrm>
                <a:off x="757550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366" name="Rectangle 8365">
                <a:extLst>
                  <a:ext uri="{FF2B5EF4-FFF2-40B4-BE49-F238E27FC236}">
                    <a16:creationId xmlns:a16="http://schemas.microsoft.com/office/drawing/2014/main" id="{FD392A82-503D-4B66-9AF9-9E65B8C12603}"/>
                  </a:ext>
                </a:extLst>
              </p:cNvPr>
              <p:cNvSpPr/>
              <p:nvPr/>
            </p:nvSpPr>
            <p:spPr>
              <a:xfrm>
                <a:off x="577634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367" name="Rectangle 8366">
                <a:extLst>
                  <a:ext uri="{FF2B5EF4-FFF2-40B4-BE49-F238E27FC236}">
                    <a16:creationId xmlns:a16="http://schemas.microsoft.com/office/drawing/2014/main" id="{E8131C02-69AB-405B-82D1-978E3C621405}"/>
                  </a:ext>
                </a:extLst>
              </p:cNvPr>
              <p:cNvSpPr/>
              <p:nvPr/>
            </p:nvSpPr>
            <p:spPr>
              <a:xfrm>
                <a:off x="937466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368" name="Rectangle 8367">
                <a:extLst>
                  <a:ext uri="{FF2B5EF4-FFF2-40B4-BE49-F238E27FC236}">
                    <a16:creationId xmlns:a16="http://schemas.microsoft.com/office/drawing/2014/main" id="{F369E73F-6F1E-4CCA-9F58-1EF6C7EB008B}"/>
                  </a:ext>
                </a:extLst>
              </p:cNvPr>
              <p:cNvSpPr/>
              <p:nvPr/>
            </p:nvSpPr>
            <p:spPr>
              <a:xfrm>
                <a:off x="1117298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369" name="Rectangle 8368">
                <a:extLst>
                  <a:ext uri="{FF2B5EF4-FFF2-40B4-BE49-F238E27FC236}">
                    <a16:creationId xmlns:a16="http://schemas.microsoft.com/office/drawing/2014/main" id="{E4D8B003-AF02-4D34-8F85-57B55CDD3871}"/>
                  </a:ext>
                </a:extLst>
              </p:cNvPr>
              <p:cNvSpPr/>
              <p:nvPr/>
            </p:nvSpPr>
            <p:spPr>
              <a:xfrm>
                <a:off x="1297214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370" name="Rectangle 8369">
                <a:extLst>
                  <a:ext uri="{FF2B5EF4-FFF2-40B4-BE49-F238E27FC236}">
                    <a16:creationId xmlns:a16="http://schemas.microsoft.com/office/drawing/2014/main" id="{14BBDF8A-4682-45D3-ABAD-64B00A4ED731}"/>
                  </a:ext>
                </a:extLst>
              </p:cNvPr>
              <p:cNvSpPr/>
              <p:nvPr/>
            </p:nvSpPr>
            <p:spPr>
              <a:xfrm>
                <a:off x="757466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371" name="Rectangle 8370">
                <a:extLst>
                  <a:ext uri="{FF2B5EF4-FFF2-40B4-BE49-F238E27FC236}">
                    <a16:creationId xmlns:a16="http://schemas.microsoft.com/office/drawing/2014/main" id="{C13E0C4B-1D4F-471E-A5AD-E4BC58BB3024}"/>
                  </a:ext>
                </a:extLst>
              </p:cNvPr>
              <p:cNvSpPr/>
              <p:nvPr/>
            </p:nvSpPr>
            <p:spPr>
              <a:xfrm>
                <a:off x="577550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372" name="Rectangle 8371">
                <a:extLst>
                  <a:ext uri="{FF2B5EF4-FFF2-40B4-BE49-F238E27FC236}">
                    <a16:creationId xmlns:a16="http://schemas.microsoft.com/office/drawing/2014/main" id="{1E8CE2AB-2430-43FD-88E9-634F132AAB31}"/>
                  </a:ext>
                </a:extLst>
              </p:cNvPr>
              <p:cNvSpPr/>
              <p:nvPr/>
            </p:nvSpPr>
            <p:spPr>
              <a:xfrm>
                <a:off x="937382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373" name="Rectangle 8372">
                <a:extLst>
                  <a:ext uri="{FF2B5EF4-FFF2-40B4-BE49-F238E27FC236}">
                    <a16:creationId xmlns:a16="http://schemas.microsoft.com/office/drawing/2014/main" id="{9E64BB36-121D-45B5-AE9E-04F22BB2C216}"/>
                  </a:ext>
                </a:extLst>
              </p:cNvPr>
              <p:cNvSpPr/>
              <p:nvPr/>
            </p:nvSpPr>
            <p:spPr>
              <a:xfrm>
                <a:off x="1117214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374" name="Rectangle 8373">
                <a:extLst>
                  <a:ext uri="{FF2B5EF4-FFF2-40B4-BE49-F238E27FC236}">
                    <a16:creationId xmlns:a16="http://schemas.microsoft.com/office/drawing/2014/main" id="{13321878-5F07-4A14-B23A-57FA538E97B3}"/>
                  </a:ext>
                </a:extLst>
              </p:cNvPr>
              <p:cNvSpPr/>
              <p:nvPr/>
            </p:nvSpPr>
            <p:spPr>
              <a:xfrm>
                <a:off x="1297130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375" name="Rectangle 8374">
                <a:extLst>
                  <a:ext uri="{FF2B5EF4-FFF2-40B4-BE49-F238E27FC236}">
                    <a16:creationId xmlns:a16="http://schemas.microsoft.com/office/drawing/2014/main" id="{3E8B26BB-C162-4CAF-8919-EF4839B4A043}"/>
                  </a:ext>
                </a:extLst>
              </p:cNvPr>
              <p:cNvSpPr/>
              <p:nvPr/>
            </p:nvSpPr>
            <p:spPr>
              <a:xfrm>
                <a:off x="757550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376" name="Rectangle 8375">
                <a:extLst>
                  <a:ext uri="{FF2B5EF4-FFF2-40B4-BE49-F238E27FC236}">
                    <a16:creationId xmlns:a16="http://schemas.microsoft.com/office/drawing/2014/main" id="{C8C38007-7AE0-49F4-AA4F-ED66905690A4}"/>
                  </a:ext>
                </a:extLst>
              </p:cNvPr>
              <p:cNvSpPr/>
              <p:nvPr/>
            </p:nvSpPr>
            <p:spPr>
              <a:xfrm>
                <a:off x="577634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377" name="Rectangle 8376">
                <a:extLst>
                  <a:ext uri="{FF2B5EF4-FFF2-40B4-BE49-F238E27FC236}">
                    <a16:creationId xmlns:a16="http://schemas.microsoft.com/office/drawing/2014/main" id="{5A8361CA-680F-45F3-A21C-8BEEE02F34C3}"/>
                  </a:ext>
                </a:extLst>
              </p:cNvPr>
              <p:cNvSpPr/>
              <p:nvPr/>
            </p:nvSpPr>
            <p:spPr>
              <a:xfrm>
                <a:off x="937466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378" name="Rectangle 8377">
                <a:extLst>
                  <a:ext uri="{FF2B5EF4-FFF2-40B4-BE49-F238E27FC236}">
                    <a16:creationId xmlns:a16="http://schemas.microsoft.com/office/drawing/2014/main" id="{3C722730-A2DD-4CBE-B807-91549D72388A}"/>
                  </a:ext>
                </a:extLst>
              </p:cNvPr>
              <p:cNvSpPr/>
              <p:nvPr/>
            </p:nvSpPr>
            <p:spPr>
              <a:xfrm>
                <a:off x="1117298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379" name="Rectangle 8378">
                <a:extLst>
                  <a:ext uri="{FF2B5EF4-FFF2-40B4-BE49-F238E27FC236}">
                    <a16:creationId xmlns:a16="http://schemas.microsoft.com/office/drawing/2014/main" id="{4B63B2AA-AD7D-4206-AB24-8D005AC5273B}"/>
                  </a:ext>
                </a:extLst>
              </p:cNvPr>
              <p:cNvSpPr/>
              <p:nvPr/>
            </p:nvSpPr>
            <p:spPr>
              <a:xfrm>
                <a:off x="1297214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380" name="Rectangle 8379">
                <a:extLst>
                  <a:ext uri="{FF2B5EF4-FFF2-40B4-BE49-F238E27FC236}">
                    <a16:creationId xmlns:a16="http://schemas.microsoft.com/office/drawing/2014/main" id="{AA6F6B95-5E2C-4B16-9D85-A798791032F6}"/>
                  </a:ext>
                </a:extLst>
              </p:cNvPr>
              <p:cNvSpPr/>
              <p:nvPr/>
            </p:nvSpPr>
            <p:spPr>
              <a:xfrm>
                <a:off x="757466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381" name="Rectangle 8380">
                <a:extLst>
                  <a:ext uri="{FF2B5EF4-FFF2-40B4-BE49-F238E27FC236}">
                    <a16:creationId xmlns:a16="http://schemas.microsoft.com/office/drawing/2014/main" id="{F2D828FA-E322-4A76-B5BA-9F0DD3C3E38E}"/>
                  </a:ext>
                </a:extLst>
              </p:cNvPr>
              <p:cNvSpPr/>
              <p:nvPr/>
            </p:nvSpPr>
            <p:spPr>
              <a:xfrm>
                <a:off x="577550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382" name="Rectangle 8381">
                <a:extLst>
                  <a:ext uri="{FF2B5EF4-FFF2-40B4-BE49-F238E27FC236}">
                    <a16:creationId xmlns:a16="http://schemas.microsoft.com/office/drawing/2014/main" id="{E9E8AA24-7BE4-48CC-9651-A0C0BDCA86BB}"/>
                  </a:ext>
                </a:extLst>
              </p:cNvPr>
              <p:cNvSpPr/>
              <p:nvPr/>
            </p:nvSpPr>
            <p:spPr>
              <a:xfrm>
                <a:off x="937382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383" name="Rectangle 8382">
                <a:extLst>
                  <a:ext uri="{FF2B5EF4-FFF2-40B4-BE49-F238E27FC236}">
                    <a16:creationId xmlns:a16="http://schemas.microsoft.com/office/drawing/2014/main" id="{5AD14553-DFCB-41AC-914D-8BC53D83B4DB}"/>
                  </a:ext>
                </a:extLst>
              </p:cNvPr>
              <p:cNvSpPr/>
              <p:nvPr/>
            </p:nvSpPr>
            <p:spPr>
              <a:xfrm>
                <a:off x="1117214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384" name="Rectangle 8383">
                <a:extLst>
                  <a:ext uri="{FF2B5EF4-FFF2-40B4-BE49-F238E27FC236}">
                    <a16:creationId xmlns:a16="http://schemas.microsoft.com/office/drawing/2014/main" id="{A316032A-87F0-4502-BC7E-864A70483D67}"/>
                  </a:ext>
                </a:extLst>
              </p:cNvPr>
              <p:cNvSpPr/>
              <p:nvPr/>
            </p:nvSpPr>
            <p:spPr>
              <a:xfrm>
                <a:off x="1297130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385" name="Rectangle 8384">
                <a:extLst>
                  <a:ext uri="{FF2B5EF4-FFF2-40B4-BE49-F238E27FC236}">
                    <a16:creationId xmlns:a16="http://schemas.microsoft.com/office/drawing/2014/main" id="{8B04A37E-8D97-4B1D-948B-D23E208A7C8F}"/>
                  </a:ext>
                </a:extLst>
              </p:cNvPr>
              <p:cNvSpPr/>
              <p:nvPr/>
            </p:nvSpPr>
            <p:spPr>
              <a:xfrm>
                <a:off x="757382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386" name="Rectangle 8385">
                <a:extLst>
                  <a:ext uri="{FF2B5EF4-FFF2-40B4-BE49-F238E27FC236}">
                    <a16:creationId xmlns:a16="http://schemas.microsoft.com/office/drawing/2014/main" id="{4E2AC16B-51E1-41D7-850D-089913FA0710}"/>
                  </a:ext>
                </a:extLst>
              </p:cNvPr>
              <p:cNvSpPr/>
              <p:nvPr/>
            </p:nvSpPr>
            <p:spPr>
              <a:xfrm>
                <a:off x="577466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387" name="Rectangle 8386">
                <a:extLst>
                  <a:ext uri="{FF2B5EF4-FFF2-40B4-BE49-F238E27FC236}">
                    <a16:creationId xmlns:a16="http://schemas.microsoft.com/office/drawing/2014/main" id="{ABD2CAC0-2F5A-43BF-9285-075F799C766E}"/>
                  </a:ext>
                </a:extLst>
              </p:cNvPr>
              <p:cNvSpPr/>
              <p:nvPr/>
            </p:nvSpPr>
            <p:spPr>
              <a:xfrm>
                <a:off x="937298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388" name="Rectangle 8387">
                <a:extLst>
                  <a:ext uri="{FF2B5EF4-FFF2-40B4-BE49-F238E27FC236}">
                    <a16:creationId xmlns:a16="http://schemas.microsoft.com/office/drawing/2014/main" id="{999CE40A-43D1-483F-B106-A1856CAA9F04}"/>
                  </a:ext>
                </a:extLst>
              </p:cNvPr>
              <p:cNvSpPr/>
              <p:nvPr/>
            </p:nvSpPr>
            <p:spPr>
              <a:xfrm>
                <a:off x="1117130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389" name="Rectangle 8388">
                <a:extLst>
                  <a:ext uri="{FF2B5EF4-FFF2-40B4-BE49-F238E27FC236}">
                    <a16:creationId xmlns:a16="http://schemas.microsoft.com/office/drawing/2014/main" id="{C0F37D39-5B1E-4FAC-B92D-81898ED4650F}"/>
                  </a:ext>
                </a:extLst>
              </p:cNvPr>
              <p:cNvSpPr/>
              <p:nvPr/>
            </p:nvSpPr>
            <p:spPr>
              <a:xfrm>
                <a:off x="1297046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390" name="Rectangle 8389">
                <a:extLst>
                  <a:ext uri="{FF2B5EF4-FFF2-40B4-BE49-F238E27FC236}">
                    <a16:creationId xmlns:a16="http://schemas.microsoft.com/office/drawing/2014/main" id="{9484DA9C-513E-45E5-8E6A-11E52AC4CEC4}"/>
                  </a:ext>
                </a:extLst>
              </p:cNvPr>
              <p:cNvSpPr/>
              <p:nvPr/>
            </p:nvSpPr>
            <p:spPr>
              <a:xfrm>
                <a:off x="577340" y="167393"/>
                <a:ext cx="900000" cy="974051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3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</p:grpSp>
        <p:grpSp>
          <p:nvGrpSpPr>
            <p:cNvPr id="8068" name="Groupe 8067"/>
            <p:cNvGrpSpPr/>
            <p:nvPr userDrawn="1"/>
          </p:nvGrpSpPr>
          <p:grpSpPr>
            <a:xfrm>
              <a:off x="1476794" y="121922"/>
              <a:ext cx="900000" cy="975016"/>
              <a:chOff x="577340" y="166428"/>
              <a:chExt cx="900000" cy="975016"/>
            </a:xfrm>
          </p:grpSpPr>
          <p:sp>
            <p:nvSpPr>
              <p:cNvPr id="8339" name="Rectangle 8338">
                <a:extLst>
                  <a:ext uri="{FF2B5EF4-FFF2-40B4-BE49-F238E27FC236}">
                    <a16:creationId xmlns:a16="http://schemas.microsoft.com/office/drawing/2014/main" id="{2072BB47-84CB-47FD-8A25-43491CA83C8F}"/>
                  </a:ext>
                </a:extLst>
              </p:cNvPr>
              <p:cNvSpPr/>
              <p:nvPr/>
            </p:nvSpPr>
            <p:spPr>
              <a:xfrm>
                <a:off x="757550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340" name="Rectangle 8339">
                <a:extLst>
                  <a:ext uri="{FF2B5EF4-FFF2-40B4-BE49-F238E27FC236}">
                    <a16:creationId xmlns:a16="http://schemas.microsoft.com/office/drawing/2014/main" id="{FD392A82-503D-4B66-9AF9-9E65B8C12603}"/>
                  </a:ext>
                </a:extLst>
              </p:cNvPr>
              <p:cNvSpPr/>
              <p:nvPr/>
            </p:nvSpPr>
            <p:spPr>
              <a:xfrm>
                <a:off x="577634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341" name="Rectangle 8340">
                <a:extLst>
                  <a:ext uri="{FF2B5EF4-FFF2-40B4-BE49-F238E27FC236}">
                    <a16:creationId xmlns:a16="http://schemas.microsoft.com/office/drawing/2014/main" id="{E8131C02-69AB-405B-82D1-978E3C621405}"/>
                  </a:ext>
                </a:extLst>
              </p:cNvPr>
              <p:cNvSpPr/>
              <p:nvPr/>
            </p:nvSpPr>
            <p:spPr>
              <a:xfrm>
                <a:off x="937466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342" name="Rectangle 8341">
                <a:extLst>
                  <a:ext uri="{FF2B5EF4-FFF2-40B4-BE49-F238E27FC236}">
                    <a16:creationId xmlns:a16="http://schemas.microsoft.com/office/drawing/2014/main" id="{F369E73F-6F1E-4CCA-9F58-1EF6C7EB008B}"/>
                  </a:ext>
                </a:extLst>
              </p:cNvPr>
              <p:cNvSpPr/>
              <p:nvPr/>
            </p:nvSpPr>
            <p:spPr>
              <a:xfrm>
                <a:off x="1117298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343" name="Rectangle 8342">
                <a:extLst>
                  <a:ext uri="{FF2B5EF4-FFF2-40B4-BE49-F238E27FC236}">
                    <a16:creationId xmlns:a16="http://schemas.microsoft.com/office/drawing/2014/main" id="{E4D8B003-AF02-4D34-8F85-57B55CDD3871}"/>
                  </a:ext>
                </a:extLst>
              </p:cNvPr>
              <p:cNvSpPr/>
              <p:nvPr/>
            </p:nvSpPr>
            <p:spPr>
              <a:xfrm>
                <a:off x="1297214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344" name="Rectangle 8343">
                <a:extLst>
                  <a:ext uri="{FF2B5EF4-FFF2-40B4-BE49-F238E27FC236}">
                    <a16:creationId xmlns:a16="http://schemas.microsoft.com/office/drawing/2014/main" id="{14BBDF8A-4682-45D3-ABAD-64B00A4ED731}"/>
                  </a:ext>
                </a:extLst>
              </p:cNvPr>
              <p:cNvSpPr/>
              <p:nvPr/>
            </p:nvSpPr>
            <p:spPr>
              <a:xfrm>
                <a:off x="757466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345" name="Rectangle 8344">
                <a:extLst>
                  <a:ext uri="{FF2B5EF4-FFF2-40B4-BE49-F238E27FC236}">
                    <a16:creationId xmlns:a16="http://schemas.microsoft.com/office/drawing/2014/main" id="{C13E0C4B-1D4F-471E-A5AD-E4BC58BB3024}"/>
                  </a:ext>
                </a:extLst>
              </p:cNvPr>
              <p:cNvSpPr/>
              <p:nvPr/>
            </p:nvSpPr>
            <p:spPr>
              <a:xfrm>
                <a:off x="577550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346" name="Rectangle 8345">
                <a:extLst>
                  <a:ext uri="{FF2B5EF4-FFF2-40B4-BE49-F238E27FC236}">
                    <a16:creationId xmlns:a16="http://schemas.microsoft.com/office/drawing/2014/main" id="{1E8CE2AB-2430-43FD-88E9-634F132AAB31}"/>
                  </a:ext>
                </a:extLst>
              </p:cNvPr>
              <p:cNvSpPr/>
              <p:nvPr/>
            </p:nvSpPr>
            <p:spPr>
              <a:xfrm>
                <a:off x="937382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347" name="Rectangle 8346">
                <a:extLst>
                  <a:ext uri="{FF2B5EF4-FFF2-40B4-BE49-F238E27FC236}">
                    <a16:creationId xmlns:a16="http://schemas.microsoft.com/office/drawing/2014/main" id="{9E64BB36-121D-45B5-AE9E-04F22BB2C216}"/>
                  </a:ext>
                </a:extLst>
              </p:cNvPr>
              <p:cNvSpPr/>
              <p:nvPr/>
            </p:nvSpPr>
            <p:spPr>
              <a:xfrm>
                <a:off x="1117214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348" name="Rectangle 8347">
                <a:extLst>
                  <a:ext uri="{FF2B5EF4-FFF2-40B4-BE49-F238E27FC236}">
                    <a16:creationId xmlns:a16="http://schemas.microsoft.com/office/drawing/2014/main" id="{13321878-5F07-4A14-B23A-57FA538E97B3}"/>
                  </a:ext>
                </a:extLst>
              </p:cNvPr>
              <p:cNvSpPr/>
              <p:nvPr/>
            </p:nvSpPr>
            <p:spPr>
              <a:xfrm>
                <a:off x="1297130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349" name="Rectangle 8348">
                <a:extLst>
                  <a:ext uri="{FF2B5EF4-FFF2-40B4-BE49-F238E27FC236}">
                    <a16:creationId xmlns:a16="http://schemas.microsoft.com/office/drawing/2014/main" id="{3E8B26BB-C162-4CAF-8919-EF4839B4A043}"/>
                  </a:ext>
                </a:extLst>
              </p:cNvPr>
              <p:cNvSpPr/>
              <p:nvPr/>
            </p:nvSpPr>
            <p:spPr>
              <a:xfrm>
                <a:off x="757550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350" name="Rectangle 8349">
                <a:extLst>
                  <a:ext uri="{FF2B5EF4-FFF2-40B4-BE49-F238E27FC236}">
                    <a16:creationId xmlns:a16="http://schemas.microsoft.com/office/drawing/2014/main" id="{C8C38007-7AE0-49F4-AA4F-ED66905690A4}"/>
                  </a:ext>
                </a:extLst>
              </p:cNvPr>
              <p:cNvSpPr/>
              <p:nvPr/>
            </p:nvSpPr>
            <p:spPr>
              <a:xfrm>
                <a:off x="577634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351" name="Rectangle 8350">
                <a:extLst>
                  <a:ext uri="{FF2B5EF4-FFF2-40B4-BE49-F238E27FC236}">
                    <a16:creationId xmlns:a16="http://schemas.microsoft.com/office/drawing/2014/main" id="{5A8361CA-680F-45F3-A21C-8BEEE02F34C3}"/>
                  </a:ext>
                </a:extLst>
              </p:cNvPr>
              <p:cNvSpPr/>
              <p:nvPr/>
            </p:nvSpPr>
            <p:spPr>
              <a:xfrm>
                <a:off x="937466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352" name="Rectangle 8351">
                <a:extLst>
                  <a:ext uri="{FF2B5EF4-FFF2-40B4-BE49-F238E27FC236}">
                    <a16:creationId xmlns:a16="http://schemas.microsoft.com/office/drawing/2014/main" id="{3C722730-A2DD-4CBE-B807-91549D72388A}"/>
                  </a:ext>
                </a:extLst>
              </p:cNvPr>
              <p:cNvSpPr/>
              <p:nvPr/>
            </p:nvSpPr>
            <p:spPr>
              <a:xfrm>
                <a:off x="1117298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353" name="Rectangle 8352">
                <a:extLst>
                  <a:ext uri="{FF2B5EF4-FFF2-40B4-BE49-F238E27FC236}">
                    <a16:creationId xmlns:a16="http://schemas.microsoft.com/office/drawing/2014/main" id="{4B63B2AA-AD7D-4206-AB24-8D005AC5273B}"/>
                  </a:ext>
                </a:extLst>
              </p:cNvPr>
              <p:cNvSpPr/>
              <p:nvPr/>
            </p:nvSpPr>
            <p:spPr>
              <a:xfrm>
                <a:off x="1297214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354" name="Rectangle 8353">
                <a:extLst>
                  <a:ext uri="{FF2B5EF4-FFF2-40B4-BE49-F238E27FC236}">
                    <a16:creationId xmlns:a16="http://schemas.microsoft.com/office/drawing/2014/main" id="{AA6F6B95-5E2C-4B16-9D85-A798791032F6}"/>
                  </a:ext>
                </a:extLst>
              </p:cNvPr>
              <p:cNvSpPr/>
              <p:nvPr/>
            </p:nvSpPr>
            <p:spPr>
              <a:xfrm>
                <a:off x="757466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355" name="Rectangle 8354">
                <a:extLst>
                  <a:ext uri="{FF2B5EF4-FFF2-40B4-BE49-F238E27FC236}">
                    <a16:creationId xmlns:a16="http://schemas.microsoft.com/office/drawing/2014/main" id="{F2D828FA-E322-4A76-B5BA-9F0DD3C3E38E}"/>
                  </a:ext>
                </a:extLst>
              </p:cNvPr>
              <p:cNvSpPr/>
              <p:nvPr/>
            </p:nvSpPr>
            <p:spPr>
              <a:xfrm>
                <a:off x="577550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356" name="Rectangle 8355">
                <a:extLst>
                  <a:ext uri="{FF2B5EF4-FFF2-40B4-BE49-F238E27FC236}">
                    <a16:creationId xmlns:a16="http://schemas.microsoft.com/office/drawing/2014/main" id="{E9E8AA24-7BE4-48CC-9651-A0C0BDCA86BB}"/>
                  </a:ext>
                </a:extLst>
              </p:cNvPr>
              <p:cNvSpPr/>
              <p:nvPr/>
            </p:nvSpPr>
            <p:spPr>
              <a:xfrm>
                <a:off x="937382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357" name="Rectangle 8356">
                <a:extLst>
                  <a:ext uri="{FF2B5EF4-FFF2-40B4-BE49-F238E27FC236}">
                    <a16:creationId xmlns:a16="http://schemas.microsoft.com/office/drawing/2014/main" id="{5AD14553-DFCB-41AC-914D-8BC53D83B4DB}"/>
                  </a:ext>
                </a:extLst>
              </p:cNvPr>
              <p:cNvSpPr/>
              <p:nvPr/>
            </p:nvSpPr>
            <p:spPr>
              <a:xfrm>
                <a:off x="1117214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358" name="Rectangle 8357">
                <a:extLst>
                  <a:ext uri="{FF2B5EF4-FFF2-40B4-BE49-F238E27FC236}">
                    <a16:creationId xmlns:a16="http://schemas.microsoft.com/office/drawing/2014/main" id="{A316032A-87F0-4502-BC7E-864A70483D67}"/>
                  </a:ext>
                </a:extLst>
              </p:cNvPr>
              <p:cNvSpPr/>
              <p:nvPr/>
            </p:nvSpPr>
            <p:spPr>
              <a:xfrm>
                <a:off x="1297130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359" name="Rectangle 8358">
                <a:extLst>
                  <a:ext uri="{FF2B5EF4-FFF2-40B4-BE49-F238E27FC236}">
                    <a16:creationId xmlns:a16="http://schemas.microsoft.com/office/drawing/2014/main" id="{8B04A37E-8D97-4B1D-948B-D23E208A7C8F}"/>
                  </a:ext>
                </a:extLst>
              </p:cNvPr>
              <p:cNvSpPr/>
              <p:nvPr/>
            </p:nvSpPr>
            <p:spPr>
              <a:xfrm>
                <a:off x="757382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360" name="Rectangle 8359">
                <a:extLst>
                  <a:ext uri="{FF2B5EF4-FFF2-40B4-BE49-F238E27FC236}">
                    <a16:creationId xmlns:a16="http://schemas.microsoft.com/office/drawing/2014/main" id="{4E2AC16B-51E1-41D7-850D-089913FA0710}"/>
                  </a:ext>
                </a:extLst>
              </p:cNvPr>
              <p:cNvSpPr/>
              <p:nvPr/>
            </p:nvSpPr>
            <p:spPr>
              <a:xfrm>
                <a:off x="577466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361" name="Rectangle 8360">
                <a:extLst>
                  <a:ext uri="{FF2B5EF4-FFF2-40B4-BE49-F238E27FC236}">
                    <a16:creationId xmlns:a16="http://schemas.microsoft.com/office/drawing/2014/main" id="{ABD2CAC0-2F5A-43BF-9285-075F799C766E}"/>
                  </a:ext>
                </a:extLst>
              </p:cNvPr>
              <p:cNvSpPr/>
              <p:nvPr/>
            </p:nvSpPr>
            <p:spPr>
              <a:xfrm>
                <a:off x="937298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362" name="Rectangle 8361">
                <a:extLst>
                  <a:ext uri="{FF2B5EF4-FFF2-40B4-BE49-F238E27FC236}">
                    <a16:creationId xmlns:a16="http://schemas.microsoft.com/office/drawing/2014/main" id="{999CE40A-43D1-483F-B106-A1856CAA9F04}"/>
                  </a:ext>
                </a:extLst>
              </p:cNvPr>
              <p:cNvSpPr/>
              <p:nvPr/>
            </p:nvSpPr>
            <p:spPr>
              <a:xfrm>
                <a:off x="1117130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363" name="Rectangle 8362">
                <a:extLst>
                  <a:ext uri="{FF2B5EF4-FFF2-40B4-BE49-F238E27FC236}">
                    <a16:creationId xmlns:a16="http://schemas.microsoft.com/office/drawing/2014/main" id="{C0F37D39-5B1E-4FAC-B92D-81898ED4650F}"/>
                  </a:ext>
                </a:extLst>
              </p:cNvPr>
              <p:cNvSpPr/>
              <p:nvPr/>
            </p:nvSpPr>
            <p:spPr>
              <a:xfrm>
                <a:off x="1297046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364" name="Rectangle 8363">
                <a:extLst>
                  <a:ext uri="{FF2B5EF4-FFF2-40B4-BE49-F238E27FC236}">
                    <a16:creationId xmlns:a16="http://schemas.microsoft.com/office/drawing/2014/main" id="{9484DA9C-513E-45E5-8E6A-11E52AC4CEC4}"/>
                  </a:ext>
                </a:extLst>
              </p:cNvPr>
              <p:cNvSpPr/>
              <p:nvPr/>
            </p:nvSpPr>
            <p:spPr>
              <a:xfrm>
                <a:off x="577340" y="167393"/>
                <a:ext cx="900000" cy="974051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3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</p:grpSp>
        <p:grpSp>
          <p:nvGrpSpPr>
            <p:cNvPr id="8069" name="Groupe 8068"/>
            <p:cNvGrpSpPr/>
            <p:nvPr userDrawn="1"/>
          </p:nvGrpSpPr>
          <p:grpSpPr>
            <a:xfrm>
              <a:off x="2376164" y="121922"/>
              <a:ext cx="900000" cy="975016"/>
              <a:chOff x="577340" y="166428"/>
              <a:chExt cx="900000" cy="975016"/>
            </a:xfrm>
          </p:grpSpPr>
          <p:sp>
            <p:nvSpPr>
              <p:cNvPr id="8313" name="Rectangle 8312">
                <a:extLst>
                  <a:ext uri="{FF2B5EF4-FFF2-40B4-BE49-F238E27FC236}">
                    <a16:creationId xmlns:a16="http://schemas.microsoft.com/office/drawing/2014/main" id="{2072BB47-84CB-47FD-8A25-43491CA83C8F}"/>
                  </a:ext>
                </a:extLst>
              </p:cNvPr>
              <p:cNvSpPr/>
              <p:nvPr/>
            </p:nvSpPr>
            <p:spPr>
              <a:xfrm>
                <a:off x="757550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314" name="Rectangle 8313">
                <a:extLst>
                  <a:ext uri="{FF2B5EF4-FFF2-40B4-BE49-F238E27FC236}">
                    <a16:creationId xmlns:a16="http://schemas.microsoft.com/office/drawing/2014/main" id="{FD392A82-503D-4B66-9AF9-9E65B8C12603}"/>
                  </a:ext>
                </a:extLst>
              </p:cNvPr>
              <p:cNvSpPr/>
              <p:nvPr/>
            </p:nvSpPr>
            <p:spPr>
              <a:xfrm>
                <a:off x="577634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315" name="Rectangle 8314">
                <a:extLst>
                  <a:ext uri="{FF2B5EF4-FFF2-40B4-BE49-F238E27FC236}">
                    <a16:creationId xmlns:a16="http://schemas.microsoft.com/office/drawing/2014/main" id="{E8131C02-69AB-405B-82D1-978E3C621405}"/>
                  </a:ext>
                </a:extLst>
              </p:cNvPr>
              <p:cNvSpPr/>
              <p:nvPr/>
            </p:nvSpPr>
            <p:spPr>
              <a:xfrm>
                <a:off x="937466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316" name="Rectangle 8315">
                <a:extLst>
                  <a:ext uri="{FF2B5EF4-FFF2-40B4-BE49-F238E27FC236}">
                    <a16:creationId xmlns:a16="http://schemas.microsoft.com/office/drawing/2014/main" id="{F369E73F-6F1E-4CCA-9F58-1EF6C7EB008B}"/>
                  </a:ext>
                </a:extLst>
              </p:cNvPr>
              <p:cNvSpPr/>
              <p:nvPr/>
            </p:nvSpPr>
            <p:spPr>
              <a:xfrm>
                <a:off x="1117298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317" name="Rectangle 8316">
                <a:extLst>
                  <a:ext uri="{FF2B5EF4-FFF2-40B4-BE49-F238E27FC236}">
                    <a16:creationId xmlns:a16="http://schemas.microsoft.com/office/drawing/2014/main" id="{E4D8B003-AF02-4D34-8F85-57B55CDD3871}"/>
                  </a:ext>
                </a:extLst>
              </p:cNvPr>
              <p:cNvSpPr/>
              <p:nvPr/>
            </p:nvSpPr>
            <p:spPr>
              <a:xfrm>
                <a:off x="1297214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318" name="Rectangle 8317">
                <a:extLst>
                  <a:ext uri="{FF2B5EF4-FFF2-40B4-BE49-F238E27FC236}">
                    <a16:creationId xmlns:a16="http://schemas.microsoft.com/office/drawing/2014/main" id="{14BBDF8A-4682-45D3-ABAD-64B00A4ED731}"/>
                  </a:ext>
                </a:extLst>
              </p:cNvPr>
              <p:cNvSpPr/>
              <p:nvPr/>
            </p:nvSpPr>
            <p:spPr>
              <a:xfrm>
                <a:off x="757466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319" name="Rectangle 8318">
                <a:extLst>
                  <a:ext uri="{FF2B5EF4-FFF2-40B4-BE49-F238E27FC236}">
                    <a16:creationId xmlns:a16="http://schemas.microsoft.com/office/drawing/2014/main" id="{C13E0C4B-1D4F-471E-A5AD-E4BC58BB3024}"/>
                  </a:ext>
                </a:extLst>
              </p:cNvPr>
              <p:cNvSpPr/>
              <p:nvPr/>
            </p:nvSpPr>
            <p:spPr>
              <a:xfrm>
                <a:off x="577550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320" name="Rectangle 8319">
                <a:extLst>
                  <a:ext uri="{FF2B5EF4-FFF2-40B4-BE49-F238E27FC236}">
                    <a16:creationId xmlns:a16="http://schemas.microsoft.com/office/drawing/2014/main" id="{1E8CE2AB-2430-43FD-88E9-634F132AAB31}"/>
                  </a:ext>
                </a:extLst>
              </p:cNvPr>
              <p:cNvSpPr/>
              <p:nvPr/>
            </p:nvSpPr>
            <p:spPr>
              <a:xfrm>
                <a:off x="937382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321" name="Rectangle 8320">
                <a:extLst>
                  <a:ext uri="{FF2B5EF4-FFF2-40B4-BE49-F238E27FC236}">
                    <a16:creationId xmlns:a16="http://schemas.microsoft.com/office/drawing/2014/main" id="{9E64BB36-121D-45B5-AE9E-04F22BB2C216}"/>
                  </a:ext>
                </a:extLst>
              </p:cNvPr>
              <p:cNvSpPr/>
              <p:nvPr/>
            </p:nvSpPr>
            <p:spPr>
              <a:xfrm>
                <a:off x="1117214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322" name="Rectangle 8321">
                <a:extLst>
                  <a:ext uri="{FF2B5EF4-FFF2-40B4-BE49-F238E27FC236}">
                    <a16:creationId xmlns:a16="http://schemas.microsoft.com/office/drawing/2014/main" id="{13321878-5F07-4A14-B23A-57FA538E97B3}"/>
                  </a:ext>
                </a:extLst>
              </p:cNvPr>
              <p:cNvSpPr/>
              <p:nvPr/>
            </p:nvSpPr>
            <p:spPr>
              <a:xfrm>
                <a:off x="1297130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323" name="Rectangle 8322">
                <a:extLst>
                  <a:ext uri="{FF2B5EF4-FFF2-40B4-BE49-F238E27FC236}">
                    <a16:creationId xmlns:a16="http://schemas.microsoft.com/office/drawing/2014/main" id="{3E8B26BB-C162-4CAF-8919-EF4839B4A043}"/>
                  </a:ext>
                </a:extLst>
              </p:cNvPr>
              <p:cNvSpPr/>
              <p:nvPr/>
            </p:nvSpPr>
            <p:spPr>
              <a:xfrm>
                <a:off x="757550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324" name="Rectangle 8323">
                <a:extLst>
                  <a:ext uri="{FF2B5EF4-FFF2-40B4-BE49-F238E27FC236}">
                    <a16:creationId xmlns:a16="http://schemas.microsoft.com/office/drawing/2014/main" id="{C8C38007-7AE0-49F4-AA4F-ED66905690A4}"/>
                  </a:ext>
                </a:extLst>
              </p:cNvPr>
              <p:cNvSpPr/>
              <p:nvPr/>
            </p:nvSpPr>
            <p:spPr>
              <a:xfrm>
                <a:off x="577634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325" name="Rectangle 8324">
                <a:extLst>
                  <a:ext uri="{FF2B5EF4-FFF2-40B4-BE49-F238E27FC236}">
                    <a16:creationId xmlns:a16="http://schemas.microsoft.com/office/drawing/2014/main" id="{5A8361CA-680F-45F3-A21C-8BEEE02F34C3}"/>
                  </a:ext>
                </a:extLst>
              </p:cNvPr>
              <p:cNvSpPr/>
              <p:nvPr/>
            </p:nvSpPr>
            <p:spPr>
              <a:xfrm>
                <a:off x="937466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326" name="Rectangle 8325">
                <a:extLst>
                  <a:ext uri="{FF2B5EF4-FFF2-40B4-BE49-F238E27FC236}">
                    <a16:creationId xmlns:a16="http://schemas.microsoft.com/office/drawing/2014/main" id="{3C722730-A2DD-4CBE-B807-91549D72388A}"/>
                  </a:ext>
                </a:extLst>
              </p:cNvPr>
              <p:cNvSpPr/>
              <p:nvPr/>
            </p:nvSpPr>
            <p:spPr>
              <a:xfrm>
                <a:off x="1117298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327" name="Rectangle 8326">
                <a:extLst>
                  <a:ext uri="{FF2B5EF4-FFF2-40B4-BE49-F238E27FC236}">
                    <a16:creationId xmlns:a16="http://schemas.microsoft.com/office/drawing/2014/main" id="{4B63B2AA-AD7D-4206-AB24-8D005AC5273B}"/>
                  </a:ext>
                </a:extLst>
              </p:cNvPr>
              <p:cNvSpPr/>
              <p:nvPr/>
            </p:nvSpPr>
            <p:spPr>
              <a:xfrm>
                <a:off x="1297214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328" name="Rectangle 8327">
                <a:extLst>
                  <a:ext uri="{FF2B5EF4-FFF2-40B4-BE49-F238E27FC236}">
                    <a16:creationId xmlns:a16="http://schemas.microsoft.com/office/drawing/2014/main" id="{AA6F6B95-5E2C-4B16-9D85-A798791032F6}"/>
                  </a:ext>
                </a:extLst>
              </p:cNvPr>
              <p:cNvSpPr/>
              <p:nvPr/>
            </p:nvSpPr>
            <p:spPr>
              <a:xfrm>
                <a:off x="757466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329" name="Rectangle 8328">
                <a:extLst>
                  <a:ext uri="{FF2B5EF4-FFF2-40B4-BE49-F238E27FC236}">
                    <a16:creationId xmlns:a16="http://schemas.microsoft.com/office/drawing/2014/main" id="{F2D828FA-E322-4A76-B5BA-9F0DD3C3E38E}"/>
                  </a:ext>
                </a:extLst>
              </p:cNvPr>
              <p:cNvSpPr/>
              <p:nvPr/>
            </p:nvSpPr>
            <p:spPr>
              <a:xfrm>
                <a:off x="577550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330" name="Rectangle 8329">
                <a:extLst>
                  <a:ext uri="{FF2B5EF4-FFF2-40B4-BE49-F238E27FC236}">
                    <a16:creationId xmlns:a16="http://schemas.microsoft.com/office/drawing/2014/main" id="{E9E8AA24-7BE4-48CC-9651-A0C0BDCA86BB}"/>
                  </a:ext>
                </a:extLst>
              </p:cNvPr>
              <p:cNvSpPr/>
              <p:nvPr/>
            </p:nvSpPr>
            <p:spPr>
              <a:xfrm>
                <a:off x="937382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331" name="Rectangle 8330">
                <a:extLst>
                  <a:ext uri="{FF2B5EF4-FFF2-40B4-BE49-F238E27FC236}">
                    <a16:creationId xmlns:a16="http://schemas.microsoft.com/office/drawing/2014/main" id="{5AD14553-DFCB-41AC-914D-8BC53D83B4DB}"/>
                  </a:ext>
                </a:extLst>
              </p:cNvPr>
              <p:cNvSpPr/>
              <p:nvPr/>
            </p:nvSpPr>
            <p:spPr>
              <a:xfrm>
                <a:off x="1117214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332" name="Rectangle 8331">
                <a:extLst>
                  <a:ext uri="{FF2B5EF4-FFF2-40B4-BE49-F238E27FC236}">
                    <a16:creationId xmlns:a16="http://schemas.microsoft.com/office/drawing/2014/main" id="{A316032A-87F0-4502-BC7E-864A70483D67}"/>
                  </a:ext>
                </a:extLst>
              </p:cNvPr>
              <p:cNvSpPr/>
              <p:nvPr/>
            </p:nvSpPr>
            <p:spPr>
              <a:xfrm>
                <a:off x="1297130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333" name="Rectangle 8332">
                <a:extLst>
                  <a:ext uri="{FF2B5EF4-FFF2-40B4-BE49-F238E27FC236}">
                    <a16:creationId xmlns:a16="http://schemas.microsoft.com/office/drawing/2014/main" id="{8B04A37E-8D97-4B1D-948B-D23E208A7C8F}"/>
                  </a:ext>
                </a:extLst>
              </p:cNvPr>
              <p:cNvSpPr/>
              <p:nvPr/>
            </p:nvSpPr>
            <p:spPr>
              <a:xfrm>
                <a:off x="757382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334" name="Rectangle 8333">
                <a:extLst>
                  <a:ext uri="{FF2B5EF4-FFF2-40B4-BE49-F238E27FC236}">
                    <a16:creationId xmlns:a16="http://schemas.microsoft.com/office/drawing/2014/main" id="{4E2AC16B-51E1-41D7-850D-089913FA0710}"/>
                  </a:ext>
                </a:extLst>
              </p:cNvPr>
              <p:cNvSpPr/>
              <p:nvPr/>
            </p:nvSpPr>
            <p:spPr>
              <a:xfrm>
                <a:off x="577466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335" name="Rectangle 8334">
                <a:extLst>
                  <a:ext uri="{FF2B5EF4-FFF2-40B4-BE49-F238E27FC236}">
                    <a16:creationId xmlns:a16="http://schemas.microsoft.com/office/drawing/2014/main" id="{ABD2CAC0-2F5A-43BF-9285-075F799C766E}"/>
                  </a:ext>
                </a:extLst>
              </p:cNvPr>
              <p:cNvSpPr/>
              <p:nvPr/>
            </p:nvSpPr>
            <p:spPr>
              <a:xfrm>
                <a:off x="937298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336" name="Rectangle 8335">
                <a:extLst>
                  <a:ext uri="{FF2B5EF4-FFF2-40B4-BE49-F238E27FC236}">
                    <a16:creationId xmlns:a16="http://schemas.microsoft.com/office/drawing/2014/main" id="{999CE40A-43D1-483F-B106-A1856CAA9F04}"/>
                  </a:ext>
                </a:extLst>
              </p:cNvPr>
              <p:cNvSpPr/>
              <p:nvPr/>
            </p:nvSpPr>
            <p:spPr>
              <a:xfrm>
                <a:off x="1117130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337" name="Rectangle 8336">
                <a:extLst>
                  <a:ext uri="{FF2B5EF4-FFF2-40B4-BE49-F238E27FC236}">
                    <a16:creationId xmlns:a16="http://schemas.microsoft.com/office/drawing/2014/main" id="{C0F37D39-5B1E-4FAC-B92D-81898ED4650F}"/>
                  </a:ext>
                </a:extLst>
              </p:cNvPr>
              <p:cNvSpPr/>
              <p:nvPr/>
            </p:nvSpPr>
            <p:spPr>
              <a:xfrm>
                <a:off x="1297046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338" name="Rectangle 8337">
                <a:extLst>
                  <a:ext uri="{FF2B5EF4-FFF2-40B4-BE49-F238E27FC236}">
                    <a16:creationId xmlns:a16="http://schemas.microsoft.com/office/drawing/2014/main" id="{9484DA9C-513E-45E5-8E6A-11E52AC4CEC4}"/>
                  </a:ext>
                </a:extLst>
              </p:cNvPr>
              <p:cNvSpPr/>
              <p:nvPr/>
            </p:nvSpPr>
            <p:spPr>
              <a:xfrm>
                <a:off x="577340" y="167393"/>
                <a:ext cx="900000" cy="974051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3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</p:grpSp>
        <p:grpSp>
          <p:nvGrpSpPr>
            <p:cNvPr id="8070" name="Groupe 8069"/>
            <p:cNvGrpSpPr/>
            <p:nvPr userDrawn="1"/>
          </p:nvGrpSpPr>
          <p:grpSpPr>
            <a:xfrm>
              <a:off x="3275618" y="120959"/>
              <a:ext cx="900000" cy="975016"/>
              <a:chOff x="577340" y="166428"/>
              <a:chExt cx="900000" cy="975016"/>
            </a:xfrm>
          </p:grpSpPr>
          <p:sp>
            <p:nvSpPr>
              <p:cNvPr id="8287" name="Rectangle 8286">
                <a:extLst>
                  <a:ext uri="{FF2B5EF4-FFF2-40B4-BE49-F238E27FC236}">
                    <a16:creationId xmlns:a16="http://schemas.microsoft.com/office/drawing/2014/main" id="{2072BB47-84CB-47FD-8A25-43491CA83C8F}"/>
                  </a:ext>
                </a:extLst>
              </p:cNvPr>
              <p:cNvSpPr/>
              <p:nvPr/>
            </p:nvSpPr>
            <p:spPr>
              <a:xfrm>
                <a:off x="757550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288" name="Rectangle 8287">
                <a:extLst>
                  <a:ext uri="{FF2B5EF4-FFF2-40B4-BE49-F238E27FC236}">
                    <a16:creationId xmlns:a16="http://schemas.microsoft.com/office/drawing/2014/main" id="{FD392A82-503D-4B66-9AF9-9E65B8C12603}"/>
                  </a:ext>
                </a:extLst>
              </p:cNvPr>
              <p:cNvSpPr/>
              <p:nvPr/>
            </p:nvSpPr>
            <p:spPr>
              <a:xfrm>
                <a:off x="577634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289" name="Rectangle 8288">
                <a:extLst>
                  <a:ext uri="{FF2B5EF4-FFF2-40B4-BE49-F238E27FC236}">
                    <a16:creationId xmlns:a16="http://schemas.microsoft.com/office/drawing/2014/main" id="{E8131C02-69AB-405B-82D1-978E3C621405}"/>
                  </a:ext>
                </a:extLst>
              </p:cNvPr>
              <p:cNvSpPr/>
              <p:nvPr/>
            </p:nvSpPr>
            <p:spPr>
              <a:xfrm>
                <a:off x="937466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290" name="Rectangle 8289">
                <a:extLst>
                  <a:ext uri="{FF2B5EF4-FFF2-40B4-BE49-F238E27FC236}">
                    <a16:creationId xmlns:a16="http://schemas.microsoft.com/office/drawing/2014/main" id="{F369E73F-6F1E-4CCA-9F58-1EF6C7EB008B}"/>
                  </a:ext>
                </a:extLst>
              </p:cNvPr>
              <p:cNvSpPr/>
              <p:nvPr/>
            </p:nvSpPr>
            <p:spPr>
              <a:xfrm>
                <a:off x="1117298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291" name="Rectangle 8290">
                <a:extLst>
                  <a:ext uri="{FF2B5EF4-FFF2-40B4-BE49-F238E27FC236}">
                    <a16:creationId xmlns:a16="http://schemas.microsoft.com/office/drawing/2014/main" id="{E4D8B003-AF02-4D34-8F85-57B55CDD3871}"/>
                  </a:ext>
                </a:extLst>
              </p:cNvPr>
              <p:cNvSpPr/>
              <p:nvPr/>
            </p:nvSpPr>
            <p:spPr>
              <a:xfrm>
                <a:off x="1297214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292" name="Rectangle 8291">
                <a:extLst>
                  <a:ext uri="{FF2B5EF4-FFF2-40B4-BE49-F238E27FC236}">
                    <a16:creationId xmlns:a16="http://schemas.microsoft.com/office/drawing/2014/main" id="{14BBDF8A-4682-45D3-ABAD-64B00A4ED731}"/>
                  </a:ext>
                </a:extLst>
              </p:cNvPr>
              <p:cNvSpPr/>
              <p:nvPr/>
            </p:nvSpPr>
            <p:spPr>
              <a:xfrm>
                <a:off x="757466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293" name="Rectangle 8292">
                <a:extLst>
                  <a:ext uri="{FF2B5EF4-FFF2-40B4-BE49-F238E27FC236}">
                    <a16:creationId xmlns:a16="http://schemas.microsoft.com/office/drawing/2014/main" id="{C13E0C4B-1D4F-471E-A5AD-E4BC58BB3024}"/>
                  </a:ext>
                </a:extLst>
              </p:cNvPr>
              <p:cNvSpPr/>
              <p:nvPr/>
            </p:nvSpPr>
            <p:spPr>
              <a:xfrm>
                <a:off x="577550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294" name="Rectangle 8293">
                <a:extLst>
                  <a:ext uri="{FF2B5EF4-FFF2-40B4-BE49-F238E27FC236}">
                    <a16:creationId xmlns:a16="http://schemas.microsoft.com/office/drawing/2014/main" id="{1E8CE2AB-2430-43FD-88E9-634F132AAB31}"/>
                  </a:ext>
                </a:extLst>
              </p:cNvPr>
              <p:cNvSpPr/>
              <p:nvPr/>
            </p:nvSpPr>
            <p:spPr>
              <a:xfrm>
                <a:off x="937382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295" name="Rectangle 8294">
                <a:extLst>
                  <a:ext uri="{FF2B5EF4-FFF2-40B4-BE49-F238E27FC236}">
                    <a16:creationId xmlns:a16="http://schemas.microsoft.com/office/drawing/2014/main" id="{9E64BB36-121D-45B5-AE9E-04F22BB2C216}"/>
                  </a:ext>
                </a:extLst>
              </p:cNvPr>
              <p:cNvSpPr/>
              <p:nvPr/>
            </p:nvSpPr>
            <p:spPr>
              <a:xfrm>
                <a:off x="1117214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296" name="Rectangle 8295">
                <a:extLst>
                  <a:ext uri="{FF2B5EF4-FFF2-40B4-BE49-F238E27FC236}">
                    <a16:creationId xmlns:a16="http://schemas.microsoft.com/office/drawing/2014/main" id="{13321878-5F07-4A14-B23A-57FA538E97B3}"/>
                  </a:ext>
                </a:extLst>
              </p:cNvPr>
              <p:cNvSpPr/>
              <p:nvPr/>
            </p:nvSpPr>
            <p:spPr>
              <a:xfrm>
                <a:off x="1297130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297" name="Rectangle 8296">
                <a:extLst>
                  <a:ext uri="{FF2B5EF4-FFF2-40B4-BE49-F238E27FC236}">
                    <a16:creationId xmlns:a16="http://schemas.microsoft.com/office/drawing/2014/main" id="{3E8B26BB-C162-4CAF-8919-EF4839B4A043}"/>
                  </a:ext>
                </a:extLst>
              </p:cNvPr>
              <p:cNvSpPr/>
              <p:nvPr/>
            </p:nvSpPr>
            <p:spPr>
              <a:xfrm>
                <a:off x="757550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298" name="Rectangle 8297">
                <a:extLst>
                  <a:ext uri="{FF2B5EF4-FFF2-40B4-BE49-F238E27FC236}">
                    <a16:creationId xmlns:a16="http://schemas.microsoft.com/office/drawing/2014/main" id="{C8C38007-7AE0-49F4-AA4F-ED66905690A4}"/>
                  </a:ext>
                </a:extLst>
              </p:cNvPr>
              <p:cNvSpPr/>
              <p:nvPr/>
            </p:nvSpPr>
            <p:spPr>
              <a:xfrm>
                <a:off x="577634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299" name="Rectangle 8298">
                <a:extLst>
                  <a:ext uri="{FF2B5EF4-FFF2-40B4-BE49-F238E27FC236}">
                    <a16:creationId xmlns:a16="http://schemas.microsoft.com/office/drawing/2014/main" id="{5A8361CA-680F-45F3-A21C-8BEEE02F34C3}"/>
                  </a:ext>
                </a:extLst>
              </p:cNvPr>
              <p:cNvSpPr/>
              <p:nvPr/>
            </p:nvSpPr>
            <p:spPr>
              <a:xfrm>
                <a:off x="937466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300" name="Rectangle 8299">
                <a:extLst>
                  <a:ext uri="{FF2B5EF4-FFF2-40B4-BE49-F238E27FC236}">
                    <a16:creationId xmlns:a16="http://schemas.microsoft.com/office/drawing/2014/main" id="{3C722730-A2DD-4CBE-B807-91549D72388A}"/>
                  </a:ext>
                </a:extLst>
              </p:cNvPr>
              <p:cNvSpPr/>
              <p:nvPr/>
            </p:nvSpPr>
            <p:spPr>
              <a:xfrm>
                <a:off x="1117298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301" name="Rectangle 8300">
                <a:extLst>
                  <a:ext uri="{FF2B5EF4-FFF2-40B4-BE49-F238E27FC236}">
                    <a16:creationId xmlns:a16="http://schemas.microsoft.com/office/drawing/2014/main" id="{4B63B2AA-AD7D-4206-AB24-8D005AC5273B}"/>
                  </a:ext>
                </a:extLst>
              </p:cNvPr>
              <p:cNvSpPr/>
              <p:nvPr/>
            </p:nvSpPr>
            <p:spPr>
              <a:xfrm>
                <a:off x="1297214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302" name="Rectangle 8301">
                <a:extLst>
                  <a:ext uri="{FF2B5EF4-FFF2-40B4-BE49-F238E27FC236}">
                    <a16:creationId xmlns:a16="http://schemas.microsoft.com/office/drawing/2014/main" id="{AA6F6B95-5E2C-4B16-9D85-A798791032F6}"/>
                  </a:ext>
                </a:extLst>
              </p:cNvPr>
              <p:cNvSpPr/>
              <p:nvPr/>
            </p:nvSpPr>
            <p:spPr>
              <a:xfrm>
                <a:off x="757466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303" name="Rectangle 8302">
                <a:extLst>
                  <a:ext uri="{FF2B5EF4-FFF2-40B4-BE49-F238E27FC236}">
                    <a16:creationId xmlns:a16="http://schemas.microsoft.com/office/drawing/2014/main" id="{F2D828FA-E322-4A76-B5BA-9F0DD3C3E38E}"/>
                  </a:ext>
                </a:extLst>
              </p:cNvPr>
              <p:cNvSpPr/>
              <p:nvPr/>
            </p:nvSpPr>
            <p:spPr>
              <a:xfrm>
                <a:off x="577550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304" name="Rectangle 8303">
                <a:extLst>
                  <a:ext uri="{FF2B5EF4-FFF2-40B4-BE49-F238E27FC236}">
                    <a16:creationId xmlns:a16="http://schemas.microsoft.com/office/drawing/2014/main" id="{E9E8AA24-7BE4-48CC-9651-A0C0BDCA86BB}"/>
                  </a:ext>
                </a:extLst>
              </p:cNvPr>
              <p:cNvSpPr/>
              <p:nvPr/>
            </p:nvSpPr>
            <p:spPr>
              <a:xfrm>
                <a:off x="937382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305" name="Rectangle 8304">
                <a:extLst>
                  <a:ext uri="{FF2B5EF4-FFF2-40B4-BE49-F238E27FC236}">
                    <a16:creationId xmlns:a16="http://schemas.microsoft.com/office/drawing/2014/main" id="{5AD14553-DFCB-41AC-914D-8BC53D83B4DB}"/>
                  </a:ext>
                </a:extLst>
              </p:cNvPr>
              <p:cNvSpPr/>
              <p:nvPr/>
            </p:nvSpPr>
            <p:spPr>
              <a:xfrm>
                <a:off x="1117214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306" name="Rectangle 8305">
                <a:extLst>
                  <a:ext uri="{FF2B5EF4-FFF2-40B4-BE49-F238E27FC236}">
                    <a16:creationId xmlns:a16="http://schemas.microsoft.com/office/drawing/2014/main" id="{A316032A-87F0-4502-BC7E-864A70483D67}"/>
                  </a:ext>
                </a:extLst>
              </p:cNvPr>
              <p:cNvSpPr/>
              <p:nvPr/>
            </p:nvSpPr>
            <p:spPr>
              <a:xfrm>
                <a:off x="1297130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307" name="Rectangle 8306">
                <a:extLst>
                  <a:ext uri="{FF2B5EF4-FFF2-40B4-BE49-F238E27FC236}">
                    <a16:creationId xmlns:a16="http://schemas.microsoft.com/office/drawing/2014/main" id="{8B04A37E-8D97-4B1D-948B-D23E208A7C8F}"/>
                  </a:ext>
                </a:extLst>
              </p:cNvPr>
              <p:cNvSpPr/>
              <p:nvPr/>
            </p:nvSpPr>
            <p:spPr>
              <a:xfrm>
                <a:off x="757382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308" name="Rectangle 8307">
                <a:extLst>
                  <a:ext uri="{FF2B5EF4-FFF2-40B4-BE49-F238E27FC236}">
                    <a16:creationId xmlns:a16="http://schemas.microsoft.com/office/drawing/2014/main" id="{4E2AC16B-51E1-41D7-850D-089913FA0710}"/>
                  </a:ext>
                </a:extLst>
              </p:cNvPr>
              <p:cNvSpPr/>
              <p:nvPr/>
            </p:nvSpPr>
            <p:spPr>
              <a:xfrm>
                <a:off x="577466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309" name="Rectangle 8308">
                <a:extLst>
                  <a:ext uri="{FF2B5EF4-FFF2-40B4-BE49-F238E27FC236}">
                    <a16:creationId xmlns:a16="http://schemas.microsoft.com/office/drawing/2014/main" id="{ABD2CAC0-2F5A-43BF-9285-075F799C766E}"/>
                  </a:ext>
                </a:extLst>
              </p:cNvPr>
              <p:cNvSpPr/>
              <p:nvPr/>
            </p:nvSpPr>
            <p:spPr>
              <a:xfrm>
                <a:off x="937298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310" name="Rectangle 8309">
                <a:extLst>
                  <a:ext uri="{FF2B5EF4-FFF2-40B4-BE49-F238E27FC236}">
                    <a16:creationId xmlns:a16="http://schemas.microsoft.com/office/drawing/2014/main" id="{999CE40A-43D1-483F-B106-A1856CAA9F04}"/>
                  </a:ext>
                </a:extLst>
              </p:cNvPr>
              <p:cNvSpPr/>
              <p:nvPr/>
            </p:nvSpPr>
            <p:spPr>
              <a:xfrm>
                <a:off x="1117130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311" name="Rectangle 8310">
                <a:extLst>
                  <a:ext uri="{FF2B5EF4-FFF2-40B4-BE49-F238E27FC236}">
                    <a16:creationId xmlns:a16="http://schemas.microsoft.com/office/drawing/2014/main" id="{C0F37D39-5B1E-4FAC-B92D-81898ED4650F}"/>
                  </a:ext>
                </a:extLst>
              </p:cNvPr>
              <p:cNvSpPr/>
              <p:nvPr/>
            </p:nvSpPr>
            <p:spPr>
              <a:xfrm>
                <a:off x="1297046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312" name="Rectangle 8311">
                <a:extLst>
                  <a:ext uri="{FF2B5EF4-FFF2-40B4-BE49-F238E27FC236}">
                    <a16:creationId xmlns:a16="http://schemas.microsoft.com/office/drawing/2014/main" id="{9484DA9C-513E-45E5-8E6A-11E52AC4CEC4}"/>
                  </a:ext>
                </a:extLst>
              </p:cNvPr>
              <p:cNvSpPr/>
              <p:nvPr/>
            </p:nvSpPr>
            <p:spPr>
              <a:xfrm>
                <a:off x="577340" y="167393"/>
                <a:ext cx="900000" cy="974051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3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</p:grpSp>
        <p:grpSp>
          <p:nvGrpSpPr>
            <p:cNvPr id="8071" name="Groupe 8070"/>
            <p:cNvGrpSpPr/>
            <p:nvPr userDrawn="1"/>
          </p:nvGrpSpPr>
          <p:grpSpPr>
            <a:xfrm>
              <a:off x="4175198" y="121922"/>
              <a:ext cx="900000" cy="975016"/>
              <a:chOff x="577340" y="166428"/>
              <a:chExt cx="900000" cy="975016"/>
            </a:xfrm>
          </p:grpSpPr>
          <p:sp>
            <p:nvSpPr>
              <p:cNvPr id="8261" name="Rectangle 8260">
                <a:extLst>
                  <a:ext uri="{FF2B5EF4-FFF2-40B4-BE49-F238E27FC236}">
                    <a16:creationId xmlns:a16="http://schemas.microsoft.com/office/drawing/2014/main" id="{2072BB47-84CB-47FD-8A25-43491CA83C8F}"/>
                  </a:ext>
                </a:extLst>
              </p:cNvPr>
              <p:cNvSpPr/>
              <p:nvPr/>
            </p:nvSpPr>
            <p:spPr>
              <a:xfrm>
                <a:off x="757550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262" name="Rectangle 8261">
                <a:extLst>
                  <a:ext uri="{FF2B5EF4-FFF2-40B4-BE49-F238E27FC236}">
                    <a16:creationId xmlns:a16="http://schemas.microsoft.com/office/drawing/2014/main" id="{FD392A82-503D-4B66-9AF9-9E65B8C12603}"/>
                  </a:ext>
                </a:extLst>
              </p:cNvPr>
              <p:cNvSpPr/>
              <p:nvPr/>
            </p:nvSpPr>
            <p:spPr>
              <a:xfrm>
                <a:off x="577634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263" name="Rectangle 8262">
                <a:extLst>
                  <a:ext uri="{FF2B5EF4-FFF2-40B4-BE49-F238E27FC236}">
                    <a16:creationId xmlns:a16="http://schemas.microsoft.com/office/drawing/2014/main" id="{E8131C02-69AB-405B-82D1-978E3C621405}"/>
                  </a:ext>
                </a:extLst>
              </p:cNvPr>
              <p:cNvSpPr/>
              <p:nvPr/>
            </p:nvSpPr>
            <p:spPr>
              <a:xfrm>
                <a:off x="937466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264" name="Rectangle 8263">
                <a:extLst>
                  <a:ext uri="{FF2B5EF4-FFF2-40B4-BE49-F238E27FC236}">
                    <a16:creationId xmlns:a16="http://schemas.microsoft.com/office/drawing/2014/main" id="{F369E73F-6F1E-4CCA-9F58-1EF6C7EB008B}"/>
                  </a:ext>
                </a:extLst>
              </p:cNvPr>
              <p:cNvSpPr/>
              <p:nvPr/>
            </p:nvSpPr>
            <p:spPr>
              <a:xfrm>
                <a:off x="1117298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265" name="Rectangle 8264">
                <a:extLst>
                  <a:ext uri="{FF2B5EF4-FFF2-40B4-BE49-F238E27FC236}">
                    <a16:creationId xmlns:a16="http://schemas.microsoft.com/office/drawing/2014/main" id="{E4D8B003-AF02-4D34-8F85-57B55CDD3871}"/>
                  </a:ext>
                </a:extLst>
              </p:cNvPr>
              <p:cNvSpPr/>
              <p:nvPr/>
            </p:nvSpPr>
            <p:spPr>
              <a:xfrm>
                <a:off x="1297214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266" name="Rectangle 8265">
                <a:extLst>
                  <a:ext uri="{FF2B5EF4-FFF2-40B4-BE49-F238E27FC236}">
                    <a16:creationId xmlns:a16="http://schemas.microsoft.com/office/drawing/2014/main" id="{14BBDF8A-4682-45D3-ABAD-64B00A4ED731}"/>
                  </a:ext>
                </a:extLst>
              </p:cNvPr>
              <p:cNvSpPr/>
              <p:nvPr/>
            </p:nvSpPr>
            <p:spPr>
              <a:xfrm>
                <a:off x="757466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267" name="Rectangle 8266">
                <a:extLst>
                  <a:ext uri="{FF2B5EF4-FFF2-40B4-BE49-F238E27FC236}">
                    <a16:creationId xmlns:a16="http://schemas.microsoft.com/office/drawing/2014/main" id="{C13E0C4B-1D4F-471E-A5AD-E4BC58BB3024}"/>
                  </a:ext>
                </a:extLst>
              </p:cNvPr>
              <p:cNvSpPr/>
              <p:nvPr/>
            </p:nvSpPr>
            <p:spPr>
              <a:xfrm>
                <a:off x="577550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268" name="Rectangle 8267">
                <a:extLst>
                  <a:ext uri="{FF2B5EF4-FFF2-40B4-BE49-F238E27FC236}">
                    <a16:creationId xmlns:a16="http://schemas.microsoft.com/office/drawing/2014/main" id="{1E8CE2AB-2430-43FD-88E9-634F132AAB31}"/>
                  </a:ext>
                </a:extLst>
              </p:cNvPr>
              <p:cNvSpPr/>
              <p:nvPr/>
            </p:nvSpPr>
            <p:spPr>
              <a:xfrm>
                <a:off x="937382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269" name="Rectangle 8268">
                <a:extLst>
                  <a:ext uri="{FF2B5EF4-FFF2-40B4-BE49-F238E27FC236}">
                    <a16:creationId xmlns:a16="http://schemas.microsoft.com/office/drawing/2014/main" id="{9E64BB36-121D-45B5-AE9E-04F22BB2C216}"/>
                  </a:ext>
                </a:extLst>
              </p:cNvPr>
              <p:cNvSpPr/>
              <p:nvPr/>
            </p:nvSpPr>
            <p:spPr>
              <a:xfrm>
                <a:off x="1117214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270" name="Rectangle 8269">
                <a:extLst>
                  <a:ext uri="{FF2B5EF4-FFF2-40B4-BE49-F238E27FC236}">
                    <a16:creationId xmlns:a16="http://schemas.microsoft.com/office/drawing/2014/main" id="{13321878-5F07-4A14-B23A-57FA538E97B3}"/>
                  </a:ext>
                </a:extLst>
              </p:cNvPr>
              <p:cNvSpPr/>
              <p:nvPr/>
            </p:nvSpPr>
            <p:spPr>
              <a:xfrm>
                <a:off x="1297130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271" name="Rectangle 8270">
                <a:extLst>
                  <a:ext uri="{FF2B5EF4-FFF2-40B4-BE49-F238E27FC236}">
                    <a16:creationId xmlns:a16="http://schemas.microsoft.com/office/drawing/2014/main" id="{3E8B26BB-C162-4CAF-8919-EF4839B4A043}"/>
                  </a:ext>
                </a:extLst>
              </p:cNvPr>
              <p:cNvSpPr/>
              <p:nvPr/>
            </p:nvSpPr>
            <p:spPr>
              <a:xfrm>
                <a:off x="757550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272" name="Rectangle 8271">
                <a:extLst>
                  <a:ext uri="{FF2B5EF4-FFF2-40B4-BE49-F238E27FC236}">
                    <a16:creationId xmlns:a16="http://schemas.microsoft.com/office/drawing/2014/main" id="{C8C38007-7AE0-49F4-AA4F-ED66905690A4}"/>
                  </a:ext>
                </a:extLst>
              </p:cNvPr>
              <p:cNvSpPr/>
              <p:nvPr/>
            </p:nvSpPr>
            <p:spPr>
              <a:xfrm>
                <a:off x="577634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273" name="Rectangle 8272">
                <a:extLst>
                  <a:ext uri="{FF2B5EF4-FFF2-40B4-BE49-F238E27FC236}">
                    <a16:creationId xmlns:a16="http://schemas.microsoft.com/office/drawing/2014/main" id="{5A8361CA-680F-45F3-A21C-8BEEE02F34C3}"/>
                  </a:ext>
                </a:extLst>
              </p:cNvPr>
              <p:cNvSpPr/>
              <p:nvPr/>
            </p:nvSpPr>
            <p:spPr>
              <a:xfrm>
                <a:off x="937466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274" name="Rectangle 8273">
                <a:extLst>
                  <a:ext uri="{FF2B5EF4-FFF2-40B4-BE49-F238E27FC236}">
                    <a16:creationId xmlns:a16="http://schemas.microsoft.com/office/drawing/2014/main" id="{3C722730-A2DD-4CBE-B807-91549D72388A}"/>
                  </a:ext>
                </a:extLst>
              </p:cNvPr>
              <p:cNvSpPr/>
              <p:nvPr/>
            </p:nvSpPr>
            <p:spPr>
              <a:xfrm>
                <a:off x="1117298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275" name="Rectangle 8274">
                <a:extLst>
                  <a:ext uri="{FF2B5EF4-FFF2-40B4-BE49-F238E27FC236}">
                    <a16:creationId xmlns:a16="http://schemas.microsoft.com/office/drawing/2014/main" id="{4B63B2AA-AD7D-4206-AB24-8D005AC5273B}"/>
                  </a:ext>
                </a:extLst>
              </p:cNvPr>
              <p:cNvSpPr/>
              <p:nvPr/>
            </p:nvSpPr>
            <p:spPr>
              <a:xfrm>
                <a:off x="1297214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276" name="Rectangle 8275">
                <a:extLst>
                  <a:ext uri="{FF2B5EF4-FFF2-40B4-BE49-F238E27FC236}">
                    <a16:creationId xmlns:a16="http://schemas.microsoft.com/office/drawing/2014/main" id="{AA6F6B95-5E2C-4B16-9D85-A798791032F6}"/>
                  </a:ext>
                </a:extLst>
              </p:cNvPr>
              <p:cNvSpPr/>
              <p:nvPr/>
            </p:nvSpPr>
            <p:spPr>
              <a:xfrm>
                <a:off x="757466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277" name="Rectangle 8276">
                <a:extLst>
                  <a:ext uri="{FF2B5EF4-FFF2-40B4-BE49-F238E27FC236}">
                    <a16:creationId xmlns:a16="http://schemas.microsoft.com/office/drawing/2014/main" id="{F2D828FA-E322-4A76-B5BA-9F0DD3C3E38E}"/>
                  </a:ext>
                </a:extLst>
              </p:cNvPr>
              <p:cNvSpPr/>
              <p:nvPr/>
            </p:nvSpPr>
            <p:spPr>
              <a:xfrm>
                <a:off x="577550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278" name="Rectangle 8277">
                <a:extLst>
                  <a:ext uri="{FF2B5EF4-FFF2-40B4-BE49-F238E27FC236}">
                    <a16:creationId xmlns:a16="http://schemas.microsoft.com/office/drawing/2014/main" id="{E9E8AA24-7BE4-48CC-9651-A0C0BDCA86BB}"/>
                  </a:ext>
                </a:extLst>
              </p:cNvPr>
              <p:cNvSpPr/>
              <p:nvPr/>
            </p:nvSpPr>
            <p:spPr>
              <a:xfrm>
                <a:off x="937382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279" name="Rectangle 8278">
                <a:extLst>
                  <a:ext uri="{FF2B5EF4-FFF2-40B4-BE49-F238E27FC236}">
                    <a16:creationId xmlns:a16="http://schemas.microsoft.com/office/drawing/2014/main" id="{5AD14553-DFCB-41AC-914D-8BC53D83B4DB}"/>
                  </a:ext>
                </a:extLst>
              </p:cNvPr>
              <p:cNvSpPr/>
              <p:nvPr/>
            </p:nvSpPr>
            <p:spPr>
              <a:xfrm>
                <a:off x="1117214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280" name="Rectangle 8279">
                <a:extLst>
                  <a:ext uri="{FF2B5EF4-FFF2-40B4-BE49-F238E27FC236}">
                    <a16:creationId xmlns:a16="http://schemas.microsoft.com/office/drawing/2014/main" id="{A316032A-87F0-4502-BC7E-864A70483D67}"/>
                  </a:ext>
                </a:extLst>
              </p:cNvPr>
              <p:cNvSpPr/>
              <p:nvPr/>
            </p:nvSpPr>
            <p:spPr>
              <a:xfrm>
                <a:off x="1297130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281" name="Rectangle 8280">
                <a:extLst>
                  <a:ext uri="{FF2B5EF4-FFF2-40B4-BE49-F238E27FC236}">
                    <a16:creationId xmlns:a16="http://schemas.microsoft.com/office/drawing/2014/main" id="{8B04A37E-8D97-4B1D-948B-D23E208A7C8F}"/>
                  </a:ext>
                </a:extLst>
              </p:cNvPr>
              <p:cNvSpPr/>
              <p:nvPr/>
            </p:nvSpPr>
            <p:spPr>
              <a:xfrm>
                <a:off x="757382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282" name="Rectangle 8281">
                <a:extLst>
                  <a:ext uri="{FF2B5EF4-FFF2-40B4-BE49-F238E27FC236}">
                    <a16:creationId xmlns:a16="http://schemas.microsoft.com/office/drawing/2014/main" id="{4E2AC16B-51E1-41D7-850D-089913FA0710}"/>
                  </a:ext>
                </a:extLst>
              </p:cNvPr>
              <p:cNvSpPr/>
              <p:nvPr/>
            </p:nvSpPr>
            <p:spPr>
              <a:xfrm>
                <a:off x="577466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283" name="Rectangle 8282">
                <a:extLst>
                  <a:ext uri="{FF2B5EF4-FFF2-40B4-BE49-F238E27FC236}">
                    <a16:creationId xmlns:a16="http://schemas.microsoft.com/office/drawing/2014/main" id="{ABD2CAC0-2F5A-43BF-9285-075F799C766E}"/>
                  </a:ext>
                </a:extLst>
              </p:cNvPr>
              <p:cNvSpPr/>
              <p:nvPr/>
            </p:nvSpPr>
            <p:spPr>
              <a:xfrm>
                <a:off x="937298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284" name="Rectangle 8283">
                <a:extLst>
                  <a:ext uri="{FF2B5EF4-FFF2-40B4-BE49-F238E27FC236}">
                    <a16:creationId xmlns:a16="http://schemas.microsoft.com/office/drawing/2014/main" id="{999CE40A-43D1-483F-B106-A1856CAA9F04}"/>
                  </a:ext>
                </a:extLst>
              </p:cNvPr>
              <p:cNvSpPr/>
              <p:nvPr/>
            </p:nvSpPr>
            <p:spPr>
              <a:xfrm>
                <a:off x="1117130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285" name="Rectangle 8284">
                <a:extLst>
                  <a:ext uri="{FF2B5EF4-FFF2-40B4-BE49-F238E27FC236}">
                    <a16:creationId xmlns:a16="http://schemas.microsoft.com/office/drawing/2014/main" id="{C0F37D39-5B1E-4FAC-B92D-81898ED4650F}"/>
                  </a:ext>
                </a:extLst>
              </p:cNvPr>
              <p:cNvSpPr/>
              <p:nvPr/>
            </p:nvSpPr>
            <p:spPr>
              <a:xfrm>
                <a:off x="1297046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286" name="Rectangle 8285">
                <a:extLst>
                  <a:ext uri="{FF2B5EF4-FFF2-40B4-BE49-F238E27FC236}">
                    <a16:creationId xmlns:a16="http://schemas.microsoft.com/office/drawing/2014/main" id="{9484DA9C-513E-45E5-8E6A-11E52AC4CEC4}"/>
                  </a:ext>
                </a:extLst>
              </p:cNvPr>
              <p:cNvSpPr/>
              <p:nvPr/>
            </p:nvSpPr>
            <p:spPr>
              <a:xfrm>
                <a:off x="577340" y="167393"/>
                <a:ext cx="900000" cy="974051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3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</p:grpSp>
        <p:grpSp>
          <p:nvGrpSpPr>
            <p:cNvPr id="8072" name="Groupe 8071"/>
            <p:cNvGrpSpPr/>
            <p:nvPr userDrawn="1"/>
          </p:nvGrpSpPr>
          <p:grpSpPr>
            <a:xfrm>
              <a:off x="5074652" y="120959"/>
              <a:ext cx="900000" cy="975016"/>
              <a:chOff x="577340" y="166428"/>
              <a:chExt cx="900000" cy="975016"/>
            </a:xfrm>
          </p:grpSpPr>
          <p:sp>
            <p:nvSpPr>
              <p:cNvPr id="8235" name="Rectangle 8234">
                <a:extLst>
                  <a:ext uri="{FF2B5EF4-FFF2-40B4-BE49-F238E27FC236}">
                    <a16:creationId xmlns:a16="http://schemas.microsoft.com/office/drawing/2014/main" id="{2072BB47-84CB-47FD-8A25-43491CA83C8F}"/>
                  </a:ext>
                </a:extLst>
              </p:cNvPr>
              <p:cNvSpPr/>
              <p:nvPr/>
            </p:nvSpPr>
            <p:spPr>
              <a:xfrm>
                <a:off x="757550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236" name="Rectangle 8235">
                <a:extLst>
                  <a:ext uri="{FF2B5EF4-FFF2-40B4-BE49-F238E27FC236}">
                    <a16:creationId xmlns:a16="http://schemas.microsoft.com/office/drawing/2014/main" id="{FD392A82-503D-4B66-9AF9-9E65B8C12603}"/>
                  </a:ext>
                </a:extLst>
              </p:cNvPr>
              <p:cNvSpPr/>
              <p:nvPr/>
            </p:nvSpPr>
            <p:spPr>
              <a:xfrm>
                <a:off x="577634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237" name="Rectangle 8236">
                <a:extLst>
                  <a:ext uri="{FF2B5EF4-FFF2-40B4-BE49-F238E27FC236}">
                    <a16:creationId xmlns:a16="http://schemas.microsoft.com/office/drawing/2014/main" id="{E8131C02-69AB-405B-82D1-978E3C621405}"/>
                  </a:ext>
                </a:extLst>
              </p:cNvPr>
              <p:cNvSpPr/>
              <p:nvPr/>
            </p:nvSpPr>
            <p:spPr>
              <a:xfrm>
                <a:off x="937466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238" name="Rectangle 8237">
                <a:extLst>
                  <a:ext uri="{FF2B5EF4-FFF2-40B4-BE49-F238E27FC236}">
                    <a16:creationId xmlns:a16="http://schemas.microsoft.com/office/drawing/2014/main" id="{F369E73F-6F1E-4CCA-9F58-1EF6C7EB008B}"/>
                  </a:ext>
                </a:extLst>
              </p:cNvPr>
              <p:cNvSpPr/>
              <p:nvPr/>
            </p:nvSpPr>
            <p:spPr>
              <a:xfrm>
                <a:off x="1117298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239" name="Rectangle 8238">
                <a:extLst>
                  <a:ext uri="{FF2B5EF4-FFF2-40B4-BE49-F238E27FC236}">
                    <a16:creationId xmlns:a16="http://schemas.microsoft.com/office/drawing/2014/main" id="{E4D8B003-AF02-4D34-8F85-57B55CDD3871}"/>
                  </a:ext>
                </a:extLst>
              </p:cNvPr>
              <p:cNvSpPr/>
              <p:nvPr/>
            </p:nvSpPr>
            <p:spPr>
              <a:xfrm>
                <a:off x="1297214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240" name="Rectangle 8239">
                <a:extLst>
                  <a:ext uri="{FF2B5EF4-FFF2-40B4-BE49-F238E27FC236}">
                    <a16:creationId xmlns:a16="http://schemas.microsoft.com/office/drawing/2014/main" id="{14BBDF8A-4682-45D3-ABAD-64B00A4ED731}"/>
                  </a:ext>
                </a:extLst>
              </p:cNvPr>
              <p:cNvSpPr/>
              <p:nvPr/>
            </p:nvSpPr>
            <p:spPr>
              <a:xfrm>
                <a:off x="757466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241" name="Rectangle 8240">
                <a:extLst>
                  <a:ext uri="{FF2B5EF4-FFF2-40B4-BE49-F238E27FC236}">
                    <a16:creationId xmlns:a16="http://schemas.microsoft.com/office/drawing/2014/main" id="{C13E0C4B-1D4F-471E-A5AD-E4BC58BB3024}"/>
                  </a:ext>
                </a:extLst>
              </p:cNvPr>
              <p:cNvSpPr/>
              <p:nvPr/>
            </p:nvSpPr>
            <p:spPr>
              <a:xfrm>
                <a:off x="577550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242" name="Rectangle 8241">
                <a:extLst>
                  <a:ext uri="{FF2B5EF4-FFF2-40B4-BE49-F238E27FC236}">
                    <a16:creationId xmlns:a16="http://schemas.microsoft.com/office/drawing/2014/main" id="{1E8CE2AB-2430-43FD-88E9-634F132AAB31}"/>
                  </a:ext>
                </a:extLst>
              </p:cNvPr>
              <p:cNvSpPr/>
              <p:nvPr/>
            </p:nvSpPr>
            <p:spPr>
              <a:xfrm>
                <a:off x="937382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243" name="Rectangle 8242">
                <a:extLst>
                  <a:ext uri="{FF2B5EF4-FFF2-40B4-BE49-F238E27FC236}">
                    <a16:creationId xmlns:a16="http://schemas.microsoft.com/office/drawing/2014/main" id="{9E64BB36-121D-45B5-AE9E-04F22BB2C216}"/>
                  </a:ext>
                </a:extLst>
              </p:cNvPr>
              <p:cNvSpPr/>
              <p:nvPr/>
            </p:nvSpPr>
            <p:spPr>
              <a:xfrm>
                <a:off x="1117214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244" name="Rectangle 8243">
                <a:extLst>
                  <a:ext uri="{FF2B5EF4-FFF2-40B4-BE49-F238E27FC236}">
                    <a16:creationId xmlns:a16="http://schemas.microsoft.com/office/drawing/2014/main" id="{13321878-5F07-4A14-B23A-57FA538E97B3}"/>
                  </a:ext>
                </a:extLst>
              </p:cNvPr>
              <p:cNvSpPr/>
              <p:nvPr/>
            </p:nvSpPr>
            <p:spPr>
              <a:xfrm>
                <a:off x="1297130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245" name="Rectangle 8244">
                <a:extLst>
                  <a:ext uri="{FF2B5EF4-FFF2-40B4-BE49-F238E27FC236}">
                    <a16:creationId xmlns:a16="http://schemas.microsoft.com/office/drawing/2014/main" id="{3E8B26BB-C162-4CAF-8919-EF4839B4A043}"/>
                  </a:ext>
                </a:extLst>
              </p:cNvPr>
              <p:cNvSpPr/>
              <p:nvPr/>
            </p:nvSpPr>
            <p:spPr>
              <a:xfrm>
                <a:off x="757550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246" name="Rectangle 8245">
                <a:extLst>
                  <a:ext uri="{FF2B5EF4-FFF2-40B4-BE49-F238E27FC236}">
                    <a16:creationId xmlns:a16="http://schemas.microsoft.com/office/drawing/2014/main" id="{C8C38007-7AE0-49F4-AA4F-ED66905690A4}"/>
                  </a:ext>
                </a:extLst>
              </p:cNvPr>
              <p:cNvSpPr/>
              <p:nvPr/>
            </p:nvSpPr>
            <p:spPr>
              <a:xfrm>
                <a:off x="577634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247" name="Rectangle 8246">
                <a:extLst>
                  <a:ext uri="{FF2B5EF4-FFF2-40B4-BE49-F238E27FC236}">
                    <a16:creationId xmlns:a16="http://schemas.microsoft.com/office/drawing/2014/main" id="{5A8361CA-680F-45F3-A21C-8BEEE02F34C3}"/>
                  </a:ext>
                </a:extLst>
              </p:cNvPr>
              <p:cNvSpPr/>
              <p:nvPr/>
            </p:nvSpPr>
            <p:spPr>
              <a:xfrm>
                <a:off x="937466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248" name="Rectangle 8247">
                <a:extLst>
                  <a:ext uri="{FF2B5EF4-FFF2-40B4-BE49-F238E27FC236}">
                    <a16:creationId xmlns:a16="http://schemas.microsoft.com/office/drawing/2014/main" id="{3C722730-A2DD-4CBE-B807-91549D72388A}"/>
                  </a:ext>
                </a:extLst>
              </p:cNvPr>
              <p:cNvSpPr/>
              <p:nvPr/>
            </p:nvSpPr>
            <p:spPr>
              <a:xfrm>
                <a:off x="1117298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249" name="Rectangle 8248">
                <a:extLst>
                  <a:ext uri="{FF2B5EF4-FFF2-40B4-BE49-F238E27FC236}">
                    <a16:creationId xmlns:a16="http://schemas.microsoft.com/office/drawing/2014/main" id="{4B63B2AA-AD7D-4206-AB24-8D005AC5273B}"/>
                  </a:ext>
                </a:extLst>
              </p:cNvPr>
              <p:cNvSpPr/>
              <p:nvPr/>
            </p:nvSpPr>
            <p:spPr>
              <a:xfrm>
                <a:off x="1297214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250" name="Rectangle 8249">
                <a:extLst>
                  <a:ext uri="{FF2B5EF4-FFF2-40B4-BE49-F238E27FC236}">
                    <a16:creationId xmlns:a16="http://schemas.microsoft.com/office/drawing/2014/main" id="{AA6F6B95-5E2C-4B16-9D85-A798791032F6}"/>
                  </a:ext>
                </a:extLst>
              </p:cNvPr>
              <p:cNvSpPr/>
              <p:nvPr/>
            </p:nvSpPr>
            <p:spPr>
              <a:xfrm>
                <a:off x="757466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251" name="Rectangle 8250">
                <a:extLst>
                  <a:ext uri="{FF2B5EF4-FFF2-40B4-BE49-F238E27FC236}">
                    <a16:creationId xmlns:a16="http://schemas.microsoft.com/office/drawing/2014/main" id="{F2D828FA-E322-4A76-B5BA-9F0DD3C3E38E}"/>
                  </a:ext>
                </a:extLst>
              </p:cNvPr>
              <p:cNvSpPr/>
              <p:nvPr/>
            </p:nvSpPr>
            <p:spPr>
              <a:xfrm>
                <a:off x="577550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252" name="Rectangle 8251">
                <a:extLst>
                  <a:ext uri="{FF2B5EF4-FFF2-40B4-BE49-F238E27FC236}">
                    <a16:creationId xmlns:a16="http://schemas.microsoft.com/office/drawing/2014/main" id="{E9E8AA24-7BE4-48CC-9651-A0C0BDCA86BB}"/>
                  </a:ext>
                </a:extLst>
              </p:cNvPr>
              <p:cNvSpPr/>
              <p:nvPr/>
            </p:nvSpPr>
            <p:spPr>
              <a:xfrm>
                <a:off x="937382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253" name="Rectangle 8252">
                <a:extLst>
                  <a:ext uri="{FF2B5EF4-FFF2-40B4-BE49-F238E27FC236}">
                    <a16:creationId xmlns:a16="http://schemas.microsoft.com/office/drawing/2014/main" id="{5AD14553-DFCB-41AC-914D-8BC53D83B4DB}"/>
                  </a:ext>
                </a:extLst>
              </p:cNvPr>
              <p:cNvSpPr/>
              <p:nvPr/>
            </p:nvSpPr>
            <p:spPr>
              <a:xfrm>
                <a:off x="1117214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254" name="Rectangle 8253">
                <a:extLst>
                  <a:ext uri="{FF2B5EF4-FFF2-40B4-BE49-F238E27FC236}">
                    <a16:creationId xmlns:a16="http://schemas.microsoft.com/office/drawing/2014/main" id="{A316032A-87F0-4502-BC7E-864A70483D67}"/>
                  </a:ext>
                </a:extLst>
              </p:cNvPr>
              <p:cNvSpPr/>
              <p:nvPr/>
            </p:nvSpPr>
            <p:spPr>
              <a:xfrm>
                <a:off x="1297130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255" name="Rectangle 8254">
                <a:extLst>
                  <a:ext uri="{FF2B5EF4-FFF2-40B4-BE49-F238E27FC236}">
                    <a16:creationId xmlns:a16="http://schemas.microsoft.com/office/drawing/2014/main" id="{8B04A37E-8D97-4B1D-948B-D23E208A7C8F}"/>
                  </a:ext>
                </a:extLst>
              </p:cNvPr>
              <p:cNvSpPr/>
              <p:nvPr/>
            </p:nvSpPr>
            <p:spPr>
              <a:xfrm>
                <a:off x="757382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256" name="Rectangle 8255">
                <a:extLst>
                  <a:ext uri="{FF2B5EF4-FFF2-40B4-BE49-F238E27FC236}">
                    <a16:creationId xmlns:a16="http://schemas.microsoft.com/office/drawing/2014/main" id="{4E2AC16B-51E1-41D7-850D-089913FA0710}"/>
                  </a:ext>
                </a:extLst>
              </p:cNvPr>
              <p:cNvSpPr/>
              <p:nvPr/>
            </p:nvSpPr>
            <p:spPr>
              <a:xfrm>
                <a:off x="577466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257" name="Rectangle 8256">
                <a:extLst>
                  <a:ext uri="{FF2B5EF4-FFF2-40B4-BE49-F238E27FC236}">
                    <a16:creationId xmlns:a16="http://schemas.microsoft.com/office/drawing/2014/main" id="{ABD2CAC0-2F5A-43BF-9285-075F799C766E}"/>
                  </a:ext>
                </a:extLst>
              </p:cNvPr>
              <p:cNvSpPr/>
              <p:nvPr/>
            </p:nvSpPr>
            <p:spPr>
              <a:xfrm>
                <a:off x="937298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258" name="Rectangle 8257">
                <a:extLst>
                  <a:ext uri="{FF2B5EF4-FFF2-40B4-BE49-F238E27FC236}">
                    <a16:creationId xmlns:a16="http://schemas.microsoft.com/office/drawing/2014/main" id="{999CE40A-43D1-483F-B106-A1856CAA9F04}"/>
                  </a:ext>
                </a:extLst>
              </p:cNvPr>
              <p:cNvSpPr/>
              <p:nvPr/>
            </p:nvSpPr>
            <p:spPr>
              <a:xfrm>
                <a:off x="1117130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259" name="Rectangle 8258">
                <a:extLst>
                  <a:ext uri="{FF2B5EF4-FFF2-40B4-BE49-F238E27FC236}">
                    <a16:creationId xmlns:a16="http://schemas.microsoft.com/office/drawing/2014/main" id="{C0F37D39-5B1E-4FAC-B92D-81898ED4650F}"/>
                  </a:ext>
                </a:extLst>
              </p:cNvPr>
              <p:cNvSpPr/>
              <p:nvPr/>
            </p:nvSpPr>
            <p:spPr>
              <a:xfrm>
                <a:off x="1297046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260" name="Rectangle 8259">
                <a:extLst>
                  <a:ext uri="{FF2B5EF4-FFF2-40B4-BE49-F238E27FC236}">
                    <a16:creationId xmlns:a16="http://schemas.microsoft.com/office/drawing/2014/main" id="{9484DA9C-513E-45E5-8E6A-11E52AC4CEC4}"/>
                  </a:ext>
                </a:extLst>
              </p:cNvPr>
              <p:cNvSpPr/>
              <p:nvPr/>
            </p:nvSpPr>
            <p:spPr>
              <a:xfrm>
                <a:off x="577340" y="167393"/>
                <a:ext cx="900000" cy="974051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3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</p:grpSp>
        <p:grpSp>
          <p:nvGrpSpPr>
            <p:cNvPr id="8073" name="Groupe 8072"/>
            <p:cNvGrpSpPr/>
            <p:nvPr userDrawn="1"/>
          </p:nvGrpSpPr>
          <p:grpSpPr>
            <a:xfrm>
              <a:off x="5974022" y="120959"/>
              <a:ext cx="900000" cy="975016"/>
              <a:chOff x="577340" y="166428"/>
              <a:chExt cx="900000" cy="975016"/>
            </a:xfrm>
          </p:grpSpPr>
          <p:sp>
            <p:nvSpPr>
              <p:cNvPr id="8209" name="Rectangle 8208">
                <a:extLst>
                  <a:ext uri="{FF2B5EF4-FFF2-40B4-BE49-F238E27FC236}">
                    <a16:creationId xmlns:a16="http://schemas.microsoft.com/office/drawing/2014/main" id="{2072BB47-84CB-47FD-8A25-43491CA83C8F}"/>
                  </a:ext>
                </a:extLst>
              </p:cNvPr>
              <p:cNvSpPr/>
              <p:nvPr/>
            </p:nvSpPr>
            <p:spPr>
              <a:xfrm>
                <a:off x="757550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210" name="Rectangle 8209">
                <a:extLst>
                  <a:ext uri="{FF2B5EF4-FFF2-40B4-BE49-F238E27FC236}">
                    <a16:creationId xmlns:a16="http://schemas.microsoft.com/office/drawing/2014/main" id="{FD392A82-503D-4B66-9AF9-9E65B8C12603}"/>
                  </a:ext>
                </a:extLst>
              </p:cNvPr>
              <p:cNvSpPr/>
              <p:nvPr/>
            </p:nvSpPr>
            <p:spPr>
              <a:xfrm>
                <a:off x="577634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211" name="Rectangle 8210">
                <a:extLst>
                  <a:ext uri="{FF2B5EF4-FFF2-40B4-BE49-F238E27FC236}">
                    <a16:creationId xmlns:a16="http://schemas.microsoft.com/office/drawing/2014/main" id="{E8131C02-69AB-405B-82D1-978E3C621405}"/>
                  </a:ext>
                </a:extLst>
              </p:cNvPr>
              <p:cNvSpPr/>
              <p:nvPr/>
            </p:nvSpPr>
            <p:spPr>
              <a:xfrm>
                <a:off x="937466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212" name="Rectangle 8211">
                <a:extLst>
                  <a:ext uri="{FF2B5EF4-FFF2-40B4-BE49-F238E27FC236}">
                    <a16:creationId xmlns:a16="http://schemas.microsoft.com/office/drawing/2014/main" id="{F369E73F-6F1E-4CCA-9F58-1EF6C7EB008B}"/>
                  </a:ext>
                </a:extLst>
              </p:cNvPr>
              <p:cNvSpPr/>
              <p:nvPr/>
            </p:nvSpPr>
            <p:spPr>
              <a:xfrm>
                <a:off x="1117298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213" name="Rectangle 8212">
                <a:extLst>
                  <a:ext uri="{FF2B5EF4-FFF2-40B4-BE49-F238E27FC236}">
                    <a16:creationId xmlns:a16="http://schemas.microsoft.com/office/drawing/2014/main" id="{E4D8B003-AF02-4D34-8F85-57B55CDD3871}"/>
                  </a:ext>
                </a:extLst>
              </p:cNvPr>
              <p:cNvSpPr/>
              <p:nvPr/>
            </p:nvSpPr>
            <p:spPr>
              <a:xfrm>
                <a:off x="1297214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214" name="Rectangle 8213">
                <a:extLst>
                  <a:ext uri="{FF2B5EF4-FFF2-40B4-BE49-F238E27FC236}">
                    <a16:creationId xmlns:a16="http://schemas.microsoft.com/office/drawing/2014/main" id="{14BBDF8A-4682-45D3-ABAD-64B00A4ED731}"/>
                  </a:ext>
                </a:extLst>
              </p:cNvPr>
              <p:cNvSpPr/>
              <p:nvPr/>
            </p:nvSpPr>
            <p:spPr>
              <a:xfrm>
                <a:off x="757466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215" name="Rectangle 8214">
                <a:extLst>
                  <a:ext uri="{FF2B5EF4-FFF2-40B4-BE49-F238E27FC236}">
                    <a16:creationId xmlns:a16="http://schemas.microsoft.com/office/drawing/2014/main" id="{C13E0C4B-1D4F-471E-A5AD-E4BC58BB3024}"/>
                  </a:ext>
                </a:extLst>
              </p:cNvPr>
              <p:cNvSpPr/>
              <p:nvPr/>
            </p:nvSpPr>
            <p:spPr>
              <a:xfrm>
                <a:off x="577550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216" name="Rectangle 8215">
                <a:extLst>
                  <a:ext uri="{FF2B5EF4-FFF2-40B4-BE49-F238E27FC236}">
                    <a16:creationId xmlns:a16="http://schemas.microsoft.com/office/drawing/2014/main" id="{1E8CE2AB-2430-43FD-88E9-634F132AAB31}"/>
                  </a:ext>
                </a:extLst>
              </p:cNvPr>
              <p:cNvSpPr/>
              <p:nvPr/>
            </p:nvSpPr>
            <p:spPr>
              <a:xfrm>
                <a:off x="937382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217" name="Rectangle 8216">
                <a:extLst>
                  <a:ext uri="{FF2B5EF4-FFF2-40B4-BE49-F238E27FC236}">
                    <a16:creationId xmlns:a16="http://schemas.microsoft.com/office/drawing/2014/main" id="{9E64BB36-121D-45B5-AE9E-04F22BB2C216}"/>
                  </a:ext>
                </a:extLst>
              </p:cNvPr>
              <p:cNvSpPr/>
              <p:nvPr/>
            </p:nvSpPr>
            <p:spPr>
              <a:xfrm>
                <a:off x="1117214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218" name="Rectangle 8217">
                <a:extLst>
                  <a:ext uri="{FF2B5EF4-FFF2-40B4-BE49-F238E27FC236}">
                    <a16:creationId xmlns:a16="http://schemas.microsoft.com/office/drawing/2014/main" id="{13321878-5F07-4A14-B23A-57FA538E97B3}"/>
                  </a:ext>
                </a:extLst>
              </p:cNvPr>
              <p:cNvSpPr/>
              <p:nvPr/>
            </p:nvSpPr>
            <p:spPr>
              <a:xfrm>
                <a:off x="1297130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219" name="Rectangle 8218">
                <a:extLst>
                  <a:ext uri="{FF2B5EF4-FFF2-40B4-BE49-F238E27FC236}">
                    <a16:creationId xmlns:a16="http://schemas.microsoft.com/office/drawing/2014/main" id="{3E8B26BB-C162-4CAF-8919-EF4839B4A043}"/>
                  </a:ext>
                </a:extLst>
              </p:cNvPr>
              <p:cNvSpPr/>
              <p:nvPr/>
            </p:nvSpPr>
            <p:spPr>
              <a:xfrm>
                <a:off x="757550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220" name="Rectangle 8219">
                <a:extLst>
                  <a:ext uri="{FF2B5EF4-FFF2-40B4-BE49-F238E27FC236}">
                    <a16:creationId xmlns:a16="http://schemas.microsoft.com/office/drawing/2014/main" id="{C8C38007-7AE0-49F4-AA4F-ED66905690A4}"/>
                  </a:ext>
                </a:extLst>
              </p:cNvPr>
              <p:cNvSpPr/>
              <p:nvPr/>
            </p:nvSpPr>
            <p:spPr>
              <a:xfrm>
                <a:off x="577634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221" name="Rectangle 8220">
                <a:extLst>
                  <a:ext uri="{FF2B5EF4-FFF2-40B4-BE49-F238E27FC236}">
                    <a16:creationId xmlns:a16="http://schemas.microsoft.com/office/drawing/2014/main" id="{5A8361CA-680F-45F3-A21C-8BEEE02F34C3}"/>
                  </a:ext>
                </a:extLst>
              </p:cNvPr>
              <p:cNvSpPr/>
              <p:nvPr/>
            </p:nvSpPr>
            <p:spPr>
              <a:xfrm>
                <a:off x="937466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222" name="Rectangle 8221">
                <a:extLst>
                  <a:ext uri="{FF2B5EF4-FFF2-40B4-BE49-F238E27FC236}">
                    <a16:creationId xmlns:a16="http://schemas.microsoft.com/office/drawing/2014/main" id="{3C722730-A2DD-4CBE-B807-91549D72388A}"/>
                  </a:ext>
                </a:extLst>
              </p:cNvPr>
              <p:cNvSpPr/>
              <p:nvPr/>
            </p:nvSpPr>
            <p:spPr>
              <a:xfrm>
                <a:off x="1117298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223" name="Rectangle 8222">
                <a:extLst>
                  <a:ext uri="{FF2B5EF4-FFF2-40B4-BE49-F238E27FC236}">
                    <a16:creationId xmlns:a16="http://schemas.microsoft.com/office/drawing/2014/main" id="{4B63B2AA-AD7D-4206-AB24-8D005AC5273B}"/>
                  </a:ext>
                </a:extLst>
              </p:cNvPr>
              <p:cNvSpPr/>
              <p:nvPr/>
            </p:nvSpPr>
            <p:spPr>
              <a:xfrm>
                <a:off x="1297214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224" name="Rectangle 8223">
                <a:extLst>
                  <a:ext uri="{FF2B5EF4-FFF2-40B4-BE49-F238E27FC236}">
                    <a16:creationId xmlns:a16="http://schemas.microsoft.com/office/drawing/2014/main" id="{AA6F6B95-5E2C-4B16-9D85-A798791032F6}"/>
                  </a:ext>
                </a:extLst>
              </p:cNvPr>
              <p:cNvSpPr/>
              <p:nvPr/>
            </p:nvSpPr>
            <p:spPr>
              <a:xfrm>
                <a:off x="757466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225" name="Rectangle 8224">
                <a:extLst>
                  <a:ext uri="{FF2B5EF4-FFF2-40B4-BE49-F238E27FC236}">
                    <a16:creationId xmlns:a16="http://schemas.microsoft.com/office/drawing/2014/main" id="{F2D828FA-E322-4A76-B5BA-9F0DD3C3E38E}"/>
                  </a:ext>
                </a:extLst>
              </p:cNvPr>
              <p:cNvSpPr/>
              <p:nvPr/>
            </p:nvSpPr>
            <p:spPr>
              <a:xfrm>
                <a:off x="577550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226" name="Rectangle 8225">
                <a:extLst>
                  <a:ext uri="{FF2B5EF4-FFF2-40B4-BE49-F238E27FC236}">
                    <a16:creationId xmlns:a16="http://schemas.microsoft.com/office/drawing/2014/main" id="{E9E8AA24-7BE4-48CC-9651-A0C0BDCA86BB}"/>
                  </a:ext>
                </a:extLst>
              </p:cNvPr>
              <p:cNvSpPr/>
              <p:nvPr/>
            </p:nvSpPr>
            <p:spPr>
              <a:xfrm>
                <a:off x="937382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227" name="Rectangle 8226">
                <a:extLst>
                  <a:ext uri="{FF2B5EF4-FFF2-40B4-BE49-F238E27FC236}">
                    <a16:creationId xmlns:a16="http://schemas.microsoft.com/office/drawing/2014/main" id="{5AD14553-DFCB-41AC-914D-8BC53D83B4DB}"/>
                  </a:ext>
                </a:extLst>
              </p:cNvPr>
              <p:cNvSpPr/>
              <p:nvPr/>
            </p:nvSpPr>
            <p:spPr>
              <a:xfrm>
                <a:off x="1117214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228" name="Rectangle 8227">
                <a:extLst>
                  <a:ext uri="{FF2B5EF4-FFF2-40B4-BE49-F238E27FC236}">
                    <a16:creationId xmlns:a16="http://schemas.microsoft.com/office/drawing/2014/main" id="{A316032A-87F0-4502-BC7E-864A70483D67}"/>
                  </a:ext>
                </a:extLst>
              </p:cNvPr>
              <p:cNvSpPr/>
              <p:nvPr/>
            </p:nvSpPr>
            <p:spPr>
              <a:xfrm>
                <a:off x="1297130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229" name="Rectangle 8228">
                <a:extLst>
                  <a:ext uri="{FF2B5EF4-FFF2-40B4-BE49-F238E27FC236}">
                    <a16:creationId xmlns:a16="http://schemas.microsoft.com/office/drawing/2014/main" id="{8B04A37E-8D97-4B1D-948B-D23E208A7C8F}"/>
                  </a:ext>
                </a:extLst>
              </p:cNvPr>
              <p:cNvSpPr/>
              <p:nvPr/>
            </p:nvSpPr>
            <p:spPr>
              <a:xfrm>
                <a:off x="757382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230" name="Rectangle 8229">
                <a:extLst>
                  <a:ext uri="{FF2B5EF4-FFF2-40B4-BE49-F238E27FC236}">
                    <a16:creationId xmlns:a16="http://schemas.microsoft.com/office/drawing/2014/main" id="{4E2AC16B-51E1-41D7-850D-089913FA0710}"/>
                  </a:ext>
                </a:extLst>
              </p:cNvPr>
              <p:cNvSpPr/>
              <p:nvPr/>
            </p:nvSpPr>
            <p:spPr>
              <a:xfrm>
                <a:off x="577466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231" name="Rectangle 8230">
                <a:extLst>
                  <a:ext uri="{FF2B5EF4-FFF2-40B4-BE49-F238E27FC236}">
                    <a16:creationId xmlns:a16="http://schemas.microsoft.com/office/drawing/2014/main" id="{ABD2CAC0-2F5A-43BF-9285-075F799C766E}"/>
                  </a:ext>
                </a:extLst>
              </p:cNvPr>
              <p:cNvSpPr/>
              <p:nvPr/>
            </p:nvSpPr>
            <p:spPr>
              <a:xfrm>
                <a:off x="937298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232" name="Rectangle 8231">
                <a:extLst>
                  <a:ext uri="{FF2B5EF4-FFF2-40B4-BE49-F238E27FC236}">
                    <a16:creationId xmlns:a16="http://schemas.microsoft.com/office/drawing/2014/main" id="{999CE40A-43D1-483F-B106-A1856CAA9F04}"/>
                  </a:ext>
                </a:extLst>
              </p:cNvPr>
              <p:cNvSpPr/>
              <p:nvPr/>
            </p:nvSpPr>
            <p:spPr>
              <a:xfrm>
                <a:off x="1117130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233" name="Rectangle 8232">
                <a:extLst>
                  <a:ext uri="{FF2B5EF4-FFF2-40B4-BE49-F238E27FC236}">
                    <a16:creationId xmlns:a16="http://schemas.microsoft.com/office/drawing/2014/main" id="{C0F37D39-5B1E-4FAC-B92D-81898ED4650F}"/>
                  </a:ext>
                </a:extLst>
              </p:cNvPr>
              <p:cNvSpPr/>
              <p:nvPr/>
            </p:nvSpPr>
            <p:spPr>
              <a:xfrm>
                <a:off x="1297046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234" name="Rectangle 8233">
                <a:extLst>
                  <a:ext uri="{FF2B5EF4-FFF2-40B4-BE49-F238E27FC236}">
                    <a16:creationId xmlns:a16="http://schemas.microsoft.com/office/drawing/2014/main" id="{9484DA9C-513E-45E5-8E6A-11E52AC4CEC4}"/>
                  </a:ext>
                </a:extLst>
              </p:cNvPr>
              <p:cNvSpPr/>
              <p:nvPr/>
            </p:nvSpPr>
            <p:spPr>
              <a:xfrm>
                <a:off x="577340" y="167393"/>
                <a:ext cx="900000" cy="974051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3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</p:grpSp>
        <p:grpSp>
          <p:nvGrpSpPr>
            <p:cNvPr id="8074" name="Groupe 8073"/>
            <p:cNvGrpSpPr/>
            <p:nvPr userDrawn="1"/>
          </p:nvGrpSpPr>
          <p:grpSpPr>
            <a:xfrm>
              <a:off x="6873476" y="119996"/>
              <a:ext cx="900000" cy="975016"/>
              <a:chOff x="577340" y="166428"/>
              <a:chExt cx="900000" cy="975016"/>
            </a:xfrm>
          </p:grpSpPr>
          <p:sp>
            <p:nvSpPr>
              <p:cNvPr id="8183" name="Rectangle 8182">
                <a:extLst>
                  <a:ext uri="{FF2B5EF4-FFF2-40B4-BE49-F238E27FC236}">
                    <a16:creationId xmlns:a16="http://schemas.microsoft.com/office/drawing/2014/main" id="{2072BB47-84CB-47FD-8A25-43491CA83C8F}"/>
                  </a:ext>
                </a:extLst>
              </p:cNvPr>
              <p:cNvSpPr/>
              <p:nvPr/>
            </p:nvSpPr>
            <p:spPr>
              <a:xfrm>
                <a:off x="757550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184" name="Rectangle 8183">
                <a:extLst>
                  <a:ext uri="{FF2B5EF4-FFF2-40B4-BE49-F238E27FC236}">
                    <a16:creationId xmlns:a16="http://schemas.microsoft.com/office/drawing/2014/main" id="{FD392A82-503D-4B66-9AF9-9E65B8C12603}"/>
                  </a:ext>
                </a:extLst>
              </p:cNvPr>
              <p:cNvSpPr/>
              <p:nvPr/>
            </p:nvSpPr>
            <p:spPr>
              <a:xfrm>
                <a:off x="577634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185" name="Rectangle 8184">
                <a:extLst>
                  <a:ext uri="{FF2B5EF4-FFF2-40B4-BE49-F238E27FC236}">
                    <a16:creationId xmlns:a16="http://schemas.microsoft.com/office/drawing/2014/main" id="{E8131C02-69AB-405B-82D1-978E3C621405}"/>
                  </a:ext>
                </a:extLst>
              </p:cNvPr>
              <p:cNvSpPr/>
              <p:nvPr/>
            </p:nvSpPr>
            <p:spPr>
              <a:xfrm>
                <a:off x="937466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186" name="Rectangle 8185">
                <a:extLst>
                  <a:ext uri="{FF2B5EF4-FFF2-40B4-BE49-F238E27FC236}">
                    <a16:creationId xmlns:a16="http://schemas.microsoft.com/office/drawing/2014/main" id="{F369E73F-6F1E-4CCA-9F58-1EF6C7EB008B}"/>
                  </a:ext>
                </a:extLst>
              </p:cNvPr>
              <p:cNvSpPr/>
              <p:nvPr/>
            </p:nvSpPr>
            <p:spPr>
              <a:xfrm>
                <a:off x="1117298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187" name="Rectangle 8186">
                <a:extLst>
                  <a:ext uri="{FF2B5EF4-FFF2-40B4-BE49-F238E27FC236}">
                    <a16:creationId xmlns:a16="http://schemas.microsoft.com/office/drawing/2014/main" id="{E4D8B003-AF02-4D34-8F85-57B55CDD3871}"/>
                  </a:ext>
                </a:extLst>
              </p:cNvPr>
              <p:cNvSpPr/>
              <p:nvPr/>
            </p:nvSpPr>
            <p:spPr>
              <a:xfrm>
                <a:off x="1297214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188" name="Rectangle 8187">
                <a:extLst>
                  <a:ext uri="{FF2B5EF4-FFF2-40B4-BE49-F238E27FC236}">
                    <a16:creationId xmlns:a16="http://schemas.microsoft.com/office/drawing/2014/main" id="{14BBDF8A-4682-45D3-ABAD-64B00A4ED731}"/>
                  </a:ext>
                </a:extLst>
              </p:cNvPr>
              <p:cNvSpPr/>
              <p:nvPr/>
            </p:nvSpPr>
            <p:spPr>
              <a:xfrm>
                <a:off x="757466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189" name="Rectangle 8188">
                <a:extLst>
                  <a:ext uri="{FF2B5EF4-FFF2-40B4-BE49-F238E27FC236}">
                    <a16:creationId xmlns:a16="http://schemas.microsoft.com/office/drawing/2014/main" id="{C13E0C4B-1D4F-471E-A5AD-E4BC58BB3024}"/>
                  </a:ext>
                </a:extLst>
              </p:cNvPr>
              <p:cNvSpPr/>
              <p:nvPr/>
            </p:nvSpPr>
            <p:spPr>
              <a:xfrm>
                <a:off x="577550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190" name="Rectangle 8189">
                <a:extLst>
                  <a:ext uri="{FF2B5EF4-FFF2-40B4-BE49-F238E27FC236}">
                    <a16:creationId xmlns:a16="http://schemas.microsoft.com/office/drawing/2014/main" id="{1E8CE2AB-2430-43FD-88E9-634F132AAB31}"/>
                  </a:ext>
                </a:extLst>
              </p:cNvPr>
              <p:cNvSpPr/>
              <p:nvPr/>
            </p:nvSpPr>
            <p:spPr>
              <a:xfrm>
                <a:off x="937382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191" name="Rectangle 8190">
                <a:extLst>
                  <a:ext uri="{FF2B5EF4-FFF2-40B4-BE49-F238E27FC236}">
                    <a16:creationId xmlns:a16="http://schemas.microsoft.com/office/drawing/2014/main" id="{9E64BB36-121D-45B5-AE9E-04F22BB2C216}"/>
                  </a:ext>
                </a:extLst>
              </p:cNvPr>
              <p:cNvSpPr/>
              <p:nvPr/>
            </p:nvSpPr>
            <p:spPr>
              <a:xfrm>
                <a:off x="1117214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192" name="Rectangle 8191">
                <a:extLst>
                  <a:ext uri="{FF2B5EF4-FFF2-40B4-BE49-F238E27FC236}">
                    <a16:creationId xmlns:a16="http://schemas.microsoft.com/office/drawing/2014/main" id="{13321878-5F07-4A14-B23A-57FA538E97B3}"/>
                  </a:ext>
                </a:extLst>
              </p:cNvPr>
              <p:cNvSpPr/>
              <p:nvPr/>
            </p:nvSpPr>
            <p:spPr>
              <a:xfrm>
                <a:off x="1297130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193" name="Rectangle 8192">
                <a:extLst>
                  <a:ext uri="{FF2B5EF4-FFF2-40B4-BE49-F238E27FC236}">
                    <a16:creationId xmlns:a16="http://schemas.microsoft.com/office/drawing/2014/main" id="{3E8B26BB-C162-4CAF-8919-EF4839B4A043}"/>
                  </a:ext>
                </a:extLst>
              </p:cNvPr>
              <p:cNvSpPr/>
              <p:nvPr/>
            </p:nvSpPr>
            <p:spPr>
              <a:xfrm>
                <a:off x="757550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194" name="Rectangle 8193">
                <a:extLst>
                  <a:ext uri="{FF2B5EF4-FFF2-40B4-BE49-F238E27FC236}">
                    <a16:creationId xmlns:a16="http://schemas.microsoft.com/office/drawing/2014/main" id="{C8C38007-7AE0-49F4-AA4F-ED66905690A4}"/>
                  </a:ext>
                </a:extLst>
              </p:cNvPr>
              <p:cNvSpPr/>
              <p:nvPr/>
            </p:nvSpPr>
            <p:spPr>
              <a:xfrm>
                <a:off x="577634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195" name="Rectangle 8194">
                <a:extLst>
                  <a:ext uri="{FF2B5EF4-FFF2-40B4-BE49-F238E27FC236}">
                    <a16:creationId xmlns:a16="http://schemas.microsoft.com/office/drawing/2014/main" id="{5A8361CA-680F-45F3-A21C-8BEEE02F34C3}"/>
                  </a:ext>
                </a:extLst>
              </p:cNvPr>
              <p:cNvSpPr/>
              <p:nvPr/>
            </p:nvSpPr>
            <p:spPr>
              <a:xfrm>
                <a:off x="937466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196" name="Rectangle 8195">
                <a:extLst>
                  <a:ext uri="{FF2B5EF4-FFF2-40B4-BE49-F238E27FC236}">
                    <a16:creationId xmlns:a16="http://schemas.microsoft.com/office/drawing/2014/main" id="{3C722730-A2DD-4CBE-B807-91549D72388A}"/>
                  </a:ext>
                </a:extLst>
              </p:cNvPr>
              <p:cNvSpPr/>
              <p:nvPr/>
            </p:nvSpPr>
            <p:spPr>
              <a:xfrm>
                <a:off x="1117298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197" name="Rectangle 8196">
                <a:extLst>
                  <a:ext uri="{FF2B5EF4-FFF2-40B4-BE49-F238E27FC236}">
                    <a16:creationId xmlns:a16="http://schemas.microsoft.com/office/drawing/2014/main" id="{4B63B2AA-AD7D-4206-AB24-8D005AC5273B}"/>
                  </a:ext>
                </a:extLst>
              </p:cNvPr>
              <p:cNvSpPr/>
              <p:nvPr/>
            </p:nvSpPr>
            <p:spPr>
              <a:xfrm>
                <a:off x="1297214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198" name="Rectangle 8197">
                <a:extLst>
                  <a:ext uri="{FF2B5EF4-FFF2-40B4-BE49-F238E27FC236}">
                    <a16:creationId xmlns:a16="http://schemas.microsoft.com/office/drawing/2014/main" id="{AA6F6B95-5E2C-4B16-9D85-A798791032F6}"/>
                  </a:ext>
                </a:extLst>
              </p:cNvPr>
              <p:cNvSpPr/>
              <p:nvPr/>
            </p:nvSpPr>
            <p:spPr>
              <a:xfrm>
                <a:off x="757466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199" name="Rectangle 8198">
                <a:extLst>
                  <a:ext uri="{FF2B5EF4-FFF2-40B4-BE49-F238E27FC236}">
                    <a16:creationId xmlns:a16="http://schemas.microsoft.com/office/drawing/2014/main" id="{F2D828FA-E322-4A76-B5BA-9F0DD3C3E38E}"/>
                  </a:ext>
                </a:extLst>
              </p:cNvPr>
              <p:cNvSpPr/>
              <p:nvPr/>
            </p:nvSpPr>
            <p:spPr>
              <a:xfrm>
                <a:off x="577550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200" name="Rectangle 8199">
                <a:extLst>
                  <a:ext uri="{FF2B5EF4-FFF2-40B4-BE49-F238E27FC236}">
                    <a16:creationId xmlns:a16="http://schemas.microsoft.com/office/drawing/2014/main" id="{E9E8AA24-7BE4-48CC-9651-A0C0BDCA86BB}"/>
                  </a:ext>
                </a:extLst>
              </p:cNvPr>
              <p:cNvSpPr/>
              <p:nvPr/>
            </p:nvSpPr>
            <p:spPr>
              <a:xfrm>
                <a:off x="937382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201" name="Rectangle 8200">
                <a:extLst>
                  <a:ext uri="{FF2B5EF4-FFF2-40B4-BE49-F238E27FC236}">
                    <a16:creationId xmlns:a16="http://schemas.microsoft.com/office/drawing/2014/main" id="{5AD14553-DFCB-41AC-914D-8BC53D83B4DB}"/>
                  </a:ext>
                </a:extLst>
              </p:cNvPr>
              <p:cNvSpPr/>
              <p:nvPr/>
            </p:nvSpPr>
            <p:spPr>
              <a:xfrm>
                <a:off x="1117214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202" name="Rectangle 8201">
                <a:extLst>
                  <a:ext uri="{FF2B5EF4-FFF2-40B4-BE49-F238E27FC236}">
                    <a16:creationId xmlns:a16="http://schemas.microsoft.com/office/drawing/2014/main" id="{A316032A-87F0-4502-BC7E-864A70483D67}"/>
                  </a:ext>
                </a:extLst>
              </p:cNvPr>
              <p:cNvSpPr/>
              <p:nvPr/>
            </p:nvSpPr>
            <p:spPr>
              <a:xfrm>
                <a:off x="1297130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203" name="Rectangle 8202">
                <a:extLst>
                  <a:ext uri="{FF2B5EF4-FFF2-40B4-BE49-F238E27FC236}">
                    <a16:creationId xmlns:a16="http://schemas.microsoft.com/office/drawing/2014/main" id="{8B04A37E-8D97-4B1D-948B-D23E208A7C8F}"/>
                  </a:ext>
                </a:extLst>
              </p:cNvPr>
              <p:cNvSpPr/>
              <p:nvPr/>
            </p:nvSpPr>
            <p:spPr>
              <a:xfrm>
                <a:off x="757382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204" name="Rectangle 8203">
                <a:extLst>
                  <a:ext uri="{FF2B5EF4-FFF2-40B4-BE49-F238E27FC236}">
                    <a16:creationId xmlns:a16="http://schemas.microsoft.com/office/drawing/2014/main" id="{4E2AC16B-51E1-41D7-850D-089913FA0710}"/>
                  </a:ext>
                </a:extLst>
              </p:cNvPr>
              <p:cNvSpPr/>
              <p:nvPr/>
            </p:nvSpPr>
            <p:spPr>
              <a:xfrm>
                <a:off x="577466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205" name="Rectangle 8204">
                <a:extLst>
                  <a:ext uri="{FF2B5EF4-FFF2-40B4-BE49-F238E27FC236}">
                    <a16:creationId xmlns:a16="http://schemas.microsoft.com/office/drawing/2014/main" id="{ABD2CAC0-2F5A-43BF-9285-075F799C766E}"/>
                  </a:ext>
                </a:extLst>
              </p:cNvPr>
              <p:cNvSpPr/>
              <p:nvPr/>
            </p:nvSpPr>
            <p:spPr>
              <a:xfrm>
                <a:off x="937298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206" name="Rectangle 8205">
                <a:extLst>
                  <a:ext uri="{FF2B5EF4-FFF2-40B4-BE49-F238E27FC236}">
                    <a16:creationId xmlns:a16="http://schemas.microsoft.com/office/drawing/2014/main" id="{999CE40A-43D1-483F-B106-A1856CAA9F04}"/>
                  </a:ext>
                </a:extLst>
              </p:cNvPr>
              <p:cNvSpPr/>
              <p:nvPr/>
            </p:nvSpPr>
            <p:spPr>
              <a:xfrm>
                <a:off x="1117130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207" name="Rectangle 8206">
                <a:extLst>
                  <a:ext uri="{FF2B5EF4-FFF2-40B4-BE49-F238E27FC236}">
                    <a16:creationId xmlns:a16="http://schemas.microsoft.com/office/drawing/2014/main" id="{C0F37D39-5B1E-4FAC-B92D-81898ED4650F}"/>
                  </a:ext>
                </a:extLst>
              </p:cNvPr>
              <p:cNvSpPr/>
              <p:nvPr/>
            </p:nvSpPr>
            <p:spPr>
              <a:xfrm>
                <a:off x="1297046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208" name="Rectangle 8207">
                <a:extLst>
                  <a:ext uri="{FF2B5EF4-FFF2-40B4-BE49-F238E27FC236}">
                    <a16:creationId xmlns:a16="http://schemas.microsoft.com/office/drawing/2014/main" id="{9484DA9C-513E-45E5-8E6A-11E52AC4CEC4}"/>
                  </a:ext>
                </a:extLst>
              </p:cNvPr>
              <p:cNvSpPr/>
              <p:nvPr/>
            </p:nvSpPr>
            <p:spPr>
              <a:xfrm>
                <a:off x="577340" y="167393"/>
                <a:ext cx="900000" cy="974051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3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</p:grpSp>
        <p:grpSp>
          <p:nvGrpSpPr>
            <p:cNvPr id="8075" name="Groupe 8074"/>
            <p:cNvGrpSpPr/>
            <p:nvPr userDrawn="1"/>
          </p:nvGrpSpPr>
          <p:grpSpPr>
            <a:xfrm>
              <a:off x="7772552" y="119996"/>
              <a:ext cx="900000" cy="975016"/>
              <a:chOff x="577340" y="166428"/>
              <a:chExt cx="900000" cy="975016"/>
            </a:xfrm>
          </p:grpSpPr>
          <p:sp>
            <p:nvSpPr>
              <p:cNvPr id="8157" name="Rectangle 8156">
                <a:extLst>
                  <a:ext uri="{FF2B5EF4-FFF2-40B4-BE49-F238E27FC236}">
                    <a16:creationId xmlns:a16="http://schemas.microsoft.com/office/drawing/2014/main" id="{2072BB47-84CB-47FD-8A25-43491CA83C8F}"/>
                  </a:ext>
                </a:extLst>
              </p:cNvPr>
              <p:cNvSpPr/>
              <p:nvPr/>
            </p:nvSpPr>
            <p:spPr>
              <a:xfrm>
                <a:off x="757550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158" name="Rectangle 8157">
                <a:extLst>
                  <a:ext uri="{FF2B5EF4-FFF2-40B4-BE49-F238E27FC236}">
                    <a16:creationId xmlns:a16="http://schemas.microsoft.com/office/drawing/2014/main" id="{FD392A82-503D-4B66-9AF9-9E65B8C12603}"/>
                  </a:ext>
                </a:extLst>
              </p:cNvPr>
              <p:cNvSpPr/>
              <p:nvPr/>
            </p:nvSpPr>
            <p:spPr>
              <a:xfrm>
                <a:off x="577634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159" name="Rectangle 8158">
                <a:extLst>
                  <a:ext uri="{FF2B5EF4-FFF2-40B4-BE49-F238E27FC236}">
                    <a16:creationId xmlns:a16="http://schemas.microsoft.com/office/drawing/2014/main" id="{E8131C02-69AB-405B-82D1-978E3C621405}"/>
                  </a:ext>
                </a:extLst>
              </p:cNvPr>
              <p:cNvSpPr/>
              <p:nvPr/>
            </p:nvSpPr>
            <p:spPr>
              <a:xfrm>
                <a:off x="937466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160" name="Rectangle 8159">
                <a:extLst>
                  <a:ext uri="{FF2B5EF4-FFF2-40B4-BE49-F238E27FC236}">
                    <a16:creationId xmlns:a16="http://schemas.microsoft.com/office/drawing/2014/main" id="{F369E73F-6F1E-4CCA-9F58-1EF6C7EB008B}"/>
                  </a:ext>
                </a:extLst>
              </p:cNvPr>
              <p:cNvSpPr/>
              <p:nvPr/>
            </p:nvSpPr>
            <p:spPr>
              <a:xfrm>
                <a:off x="1117298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161" name="Rectangle 8160">
                <a:extLst>
                  <a:ext uri="{FF2B5EF4-FFF2-40B4-BE49-F238E27FC236}">
                    <a16:creationId xmlns:a16="http://schemas.microsoft.com/office/drawing/2014/main" id="{E4D8B003-AF02-4D34-8F85-57B55CDD3871}"/>
                  </a:ext>
                </a:extLst>
              </p:cNvPr>
              <p:cNvSpPr/>
              <p:nvPr/>
            </p:nvSpPr>
            <p:spPr>
              <a:xfrm>
                <a:off x="1297214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162" name="Rectangle 8161">
                <a:extLst>
                  <a:ext uri="{FF2B5EF4-FFF2-40B4-BE49-F238E27FC236}">
                    <a16:creationId xmlns:a16="http://schemas.microsoft.com/office/drawing/2014/main" id="{14BBDF8A-4682-45D3-ABAD-64B00A4ED731}"/>
                  </a:ext>
                </a:extLst>
              </p:cNvPr>
              <p:cNvSpPr/>
              <p:nvPr/>
            </p:nvSpPr>
            <p:spPr>
              <a:xfrm>
                <a:off x="757466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163" name="Rectangle 8162">
                <a:extLst>
                  <a:ext uri="{FF2B5EF4-FFF2-40B4-BE49-F238E27FC236}">
                    <a16:creationId xmlns:a16="http://schemas.microsoft.com/office/drawing/2014/main" id="{C13E0C4B-1D4F-471E-A5AD-E4BC58BB3024}"/>
                  </a:ext>
                </a:extLst>
              </p:cNvPr>
              <p:cNvSpPr/>
              <p:nvPr/>
            </p:nvSpPr>
            <p:spPr>
              <a:xfrm>
                <a:off x="577550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164" name="Rectangle 8163">
                <a:extLst>
                  <a:ext uri="{FF2B5EF4-FFF2-40B4-BE49-F238E27FC236}">
                    <a16:creationId xmlns:a16="http://schemas.microsoft.com/office/drawing/2014/main" id="{1E8CE2AB-2430-43FD-88E9-634F132AAB31}"/>
                  </a:ext>
                </a:extLst>
              </p:cNvPr>
              <p:cNvSpPr/>
              <p:nvPr/>
            </p:nvSpPr>
            <p:spPr>
              <a:xfrm>
                <a:off x="937382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165" name="Rectangle 8164">
                <a:extLst>
                  <a:ext uri="{FF2B5EF4-FFF2-40B4-BE49-F238E27FC236}">
                    <a16:creationId xmlns:a16="http://schemas.microsoft.com/office/drawing/2014/main" id="{9E64BB36-121D-45B5-AE9E-04F22BB2C216}"/>
                  </a:ext>
                </a:extLst>
              </p:cNvPr>
              <p:cNvSpPr/>
              <p:nvPr/>
            </p:nvSpPr>
            <p:spPr>
              <a:xfrm>
                <a:off x="1117214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166" name="Rectangle 8165">
                <a:extLst>
                  <a:ext uri="{FF2B5EF4-FFF2-40B4-BE49-F238E27FC236}">
                    <a16:creationId xmlns:a16="http://schemas.microsoft.com/office/drawing/2014/main" id="{13321878-5F07-4A14-B23A-57FA538E97B3}"/>
                  </a:ext>
                </a:extLst>
              </p:cNvPr>
              <p:cNvSpPr/>
              <p:nvPr/>
            </p:nvSpPr>
            <p:spPr>
              <a:xfrm>
                <a:off x="1297130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167" name="Rectangle 8166">
                <a:extLst>
                  <a:ext uri="{FF2B5EF4-FFF2-40B4-BE49-F238E27FC236}">
                    <a16:creationId xmlns:a16="http://schemas.microsoft.com/office/drawing/2014/main" id="{3E8B26BB-C162-4CAF-8919-EF4839B4A043}"/>
                  </a:ext>
                </a:extLst>
              </p:cNvPr>
              <p:cNvSpPr/>
              <p:nvPr/>
            </p:nvSpPr>
            <p:spPr>
              <a:xfrm>
                <a:off x="757550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168" name="Rectangle 8167">
                <a:extLst>
                  <a:ext uri="{FF2B5EF4-FFF2-40B4-BE49-F238E27FC236}">
                    <a16:creationId xmlns:a16="http://schemas.microsoft.com/office/drawing/2014/main" id="{C8C38007-7AE0-49F4-AA4F-ED66905690A4}"/>
                  </a:ext>
                </a:extLst>
              </p:cNvPr>
              <p:cNvSpPr/>
              <p:nvPr/>
            </p:nvSpPr>
            <p:spPr>
              <a:xfrm>
                <a:off x="577634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169" name="Rectangle 8168">
                <a:extLst>
                  <a:ext uri="{FF2B5EF4-FFF2-40B4-BE49-F238E27FC236}">
                    <a16:creationId xmlns:a16="http://schemas.microsoft.com/office/drawing/2014/main" id="{5A8361CA-680F-45F3-A21C-8BEEE02F34C3}"/>
                  </a:ext>
                </a:extLst>
              </p:cNvPr>
              <p:cNvSpPr/>
              <p:nvPr/>
            </p:nvSpPr>
            <p:spPr>
              <a:xfrm>
                <a:off x="937466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170" name="Rectangle 8169">
                <a:extLst>
                  <a:ext uri="{FF2B5EF4-FFF2-40B4-BE49-F238E27FC236}">
                    <a16:creationId xmlns:a16="http://schemas.microsoft.com/office/drawing/2014/main" id="{3C722730-A2DD-4CBE-B807-91549D72388A}"/>
                  </a:ext>
                </a:extLst>
              </p:cNvPr>
              <p:cNvSpPr/>
              <p:nvPr/>
            </p:nvSpPr>
            <p:spPr>
              <a:xfrm>
                <a:off x="1117298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171" name="Rectangle 8170">
                <a:extLst>
                  <a:ext uri="{FF2B5EF4-FFF2-40B4-BE49-F238E27FC236}">
                    <a16:creationId xmlns:a16="http://schemas.microsoft.com/office/drawing/2014/main" id="{4B63B2AA-AD7D-4206-AB24-8D005AC5273B}"/>
                  </a:ext>
                </a:extLst>
              </p:cNvPr>
              <p:cNvSpPr/>
              <p:nvPr/>
            </p:nvSpPr>
            <p:spPr>
              <a:xfrm>
                <a:off x="1297214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172" name="Rectangle 8171">
                <a:extLst>
                  <a:ext uri="{FF2B5EF4-FFF2-40B4-BE49-F238E27FC236}">
                    <a16:creationId xmlns:a16="http://schemas.microsoft.com/office/drawing/2014/main" id="{AA6F6B95-5E2C-4B16-9D85-A798791032F6}"/>
                  </a:ext>
                </a:extLst>
              </p:cNvPr>
              <p:cNvSpPr/>
              <p:nvPr/>
            </p:nvSpPr>
            <p:spPr>
              <a:xfrm>
                <a:off x="757466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173" name="Rectangle 8172">
                <a:extLst>
                  <a:ext uri="{FF2B5EF4-FFF2-40B4-BE49-F238E27FC236}">
                    <a16:creationId xmlns:a16="http://schemas.microsoft.com/office/drawing/2014/main" id="{F2D828FA-E322-4A76-B5BA-9F0DD3C3E38E}"/>
                  </a:ext>
                </a:extLst>
              </p:cNvPr>
              <p:cNvSpPr/>
              <p:nvPr/>
            </p:nvSpPr>
            <p:spPr>
              <a:xfrm>
                <a:off x="577550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174" name="Rectangle 8173">
                <a:extLst>
                  <a:ext uri="{FF2B5EF4-FFF2-40B4-BE49-F238E27FC236}">
                    <a16:creationId xmlns:a16="http://schemas.microsoft.com/office/drawing/2014/main" id="{E9E8AA24-7BE4-48CC-9651-A0C0BDCA86BB}"/>
                  </a:ext>
                </a:extLst>
              </p:cNvPr>
              <p:cNvSpPr/>
              <p:nvPr/>
            </p:nvSpPr>
            <p:spPr>
              <a:xfrm>
                <a:off x="937382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175" name="Rectangle 8174">
                <a:extLst>
                  <a:ext uri="{FF2B5EF4-FFF2-40B4-BE49-F238E27FC236}">
                    <a16:creationId xmlns:a16="http://schemas.microsoft.com/office/drawing/2014/main" id="{5AD14553-DFCB-41AC-914D-8BC53D83B4DB}"/>
                  </a:ext>
                </a:extLst>
              </p:cNvPr>
              <p:cNvSpPr/>
              <p:nvPr/>
            </p:nvSpPr>
            <p:spPr>
              <a:xfrm>
                <a:off x="1117214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176" name="Rectangle 8175">
                <a:extLst>
                  <a:ext uri="{FF2B5EF4-FFF2-40B4-BE49-F238E27FC236}">
                    <a16:creationId xmlns:a16="http://schemas.microsoft.com/office/drawing/2014/main" id="{A316032A-87F0-4502-BC7E-864A70483D67}"/>
                  </a:ext>
                </a:extLst>
              </p:cNvPr>
              <p:cNvSpPr/>
              <p:nvPr/>
            </p:nvSpPr>
            <p:spPr>
              <a:xfrm>
                <a:off x="1297130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177" name="Rectangle 8176">
                <a:extLst>
                  <a:ext uri="{FF2B5EF4-FFF2-40B4-BE49-F238E27FC236}">
                    <a16:creationId xmlns:a16="http://schemas.microsoft.com/office/drawing/2014/main" id="{8B04A37E-8D97-4B1D-948B-D23E208A7C8F}"/>
                  </a:ext>
                </a:extLst>
              </p:cNvPr>
              <p:cNvSpPr/>
              <p:nvPr/>
            </p:nvSpPr>
            <p:spPr>
              <a:xfrm>
                <a:off x="757382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178" name="Rectangle 8177">
                <a:extLst>
                  <a:ext uri="{FF2B5EF4-FFF2-40B4-BE49-F238E27FC236}">
                    <a16:creationId xmlns:a16="http://schemas.microsoft.com/office/drawing/2014/main" id="{4E2AC16B-51E1-41D7-850D-089913FA0710}"/>
                  </a:ext>
                </a:extLst>
              </p:cNvPr>
              <p:cNvSpPr/>
              <p:nvPr/>
            </p:nvSpPr>
            <p:spPr>
              <a:xfrm>
                <a:off x="577466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179" name="Rectangle 8178">
                <a:extLst>
                  <a:ext uri="{FF2B5EF4-FFF2-40B4-BE49-F238E27FC236}">
                    <a16:creationId xmlns:a16="http://schemas.microsoft.com/office/drawing/2014/main" id="{ABD2CAC0-2F5A-43BF-9285-075F799C766E}"/>
                  </a:ext>
                </a:extLst>
              </p:cNvPr>
              <p:cNvSpPr/>
              <p:nvPr/>
            </p:nvSpPr>
            <p:spPr>
              <a:xfrm>
                <a:off x="937298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180" name="Rectangle 8179">
                <a:extLst>
                  <a:ext uri="{FF2B5EF4-FFF2-40B4-BE49-F238E27FC236}">
                    <a16:creationId xmlns:a16="http://schemas.microsoft.com/office/drawing/2014/main" id="{999CE40A-43D1-483F-B106-A1856CAA9F04}"/>
                  </a:ext>
                </a:extLst>
              </p:cNvPr>
              <p:cNvSpPr/>
              <p:nvPr/>
            </p:nvSpPr>
            <p:spPr>
              <a:xfrm>
                <a:off x="1117130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181" name="Rectangle 8180">
                <a:extLst>
                  <a:ext uri="{FF2B5EF4-FFF2-40B4-BE49-F238E27FC236}">
                    <a16:creationId xmlns:a16="http://schemas.microsoft.com/office/drawing/2014/main" id="{C0F37D39-5B1E-4FAC-B92D-81898ED4650F}"/>
                  </a:ext>
                </a:extLst>
              </p:cNvPr>
              <p:cNvSpPr/>
              <p:nvPr/>
            </p:nvSpPr>
            <p:spPr>
              <a:xfrm>
                <a:off x="1297046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182" name="Rectangle 8181">
                <a:extLst>
                  <a:ext uri="{FF2B5EF4-FFF2-40B4-BE49-F238E27FC236}">
                    <a16:creationId xmlns:a16="http://schemas.microsoft.com/office/drawing/2014/main" id="{9484DA9C-513E-45E5-8E6A-11E52AC4CEC4}"/>
                  </a:ext>
                </a:extLst>
              </p:cNvPr>
              <p:cNvSpPr/>
              <p:nvPr/>
            </p:nvSpPr>
            <p:spPr>
              <a:xfrm>
                <a:off x="577340" y="167393"/>
                <a:ext cx="900000" cy="974051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3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</p:grpSp>
        <p:grpSp>
          <p:nvGrpSpPr>
            <p:cNvPr id="8076" name="Groupe 8075"/>
            <p:cNvGrpSpPr/>
            <p:nvPr userDrawn="1"/>
          </p:nvGrpSpPr>
          <p:grpSpPr>
            <a:xfrm>
              <a:off x="8672006" y="119033"/>
              <a:ext cx="900000" cy="975016"/>
              <a:chOff x="577340" y="166428"/>
              <a:chExt cx="900000" cy="975016"/>
            </a:xfrm>
          </p:grpSpPr>
          <p:sp>
            <p:nvSpPr>
              <p:cNvPr id="8131" name="Rectangle 8130">
                <a:extLst>
                  <a:ext uri="{FF2B5EF4-FFF2-40B4-BE49-F238E27FC236}">
                    <a16:creationId xmlns:a16="http://schemas.microsoft.com/office/drawing/2014/main" id="{2072BB47-84CB-47FD-8A25-43491CA83C8F}"/>
                  </a:ext>
                </a:extLst>
              </p:cNvPr>
              <p:cNvSpPr/>
              <p:nvPr/>
            </p:nvSpPr>
            <p:spPr>
              <a:xfrm>
                <a:off x="757550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132" name="Rectangle 8131">
                <a:extLst>
                  <a:ext uri="{FF2B5EF4-FFF2-40B4-BE49-F238E27FC236}">
                    <a16:creationId xmlns:a16="http://schemas.microsoft.com/office/drawing/2014/main" id="{FD392A82-503D-4B66-9AF9-9E65B8C12603}"/>
                  </a:ext>
                </a:extLst>
              </p:cNvPr>
              <p:cNvSpPr/>
              <p:nvPr/>
            </p:nvSpPr>
            <p:spPr>
              <a:xfrm>
                <a:off x="577634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133" name="Rectangle 8132">
                <a:extLst>
                  <a:ext uri="{FF2B5EF4-FFF2-40B4-BE49-F238E27FC236}">
                    <a16:creationId xmlns:a16="http://schemas.microsoft.com/office/drawing/2014/main" id="{E8131C02-69AB-405B-82D1-978E3C621405}"/>
                  </a:ext>
                </a:extLst>
              </p:cNvPr>
              <p:cNvSpPr/>
              <p:nvPr/>
            </p:nvSpPr>
            <p:spPr>
              <a:xfrm>
                <a:off x="937466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134" name="Rectangle 8133">
                <a:extLst>
                  <a:ext uri="{FF2B5EF4-FFF2-40B4-BE49-F238E27FC236}">
                    <a16:creationId xmlns:a16="http://schemas.microsoft.com/office/drawing/2014/main" id="{F369E73F-6F1E-4CCA-9F58-1EF6C7EB008B}"/>
                  </a:ext>
                </a:extLst>
              </p:cNvPr>
              <p:cNvSpPr/>
              <p:nvPr/>
            </p:nvSpPr>
            <p:spPr>
              <a:xfrm>
                <a:off x="1117298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135" name="Rectangle 8134">
                <a:extLst>
                  <a:ext uri="{FF2B5EF4-FFF2-40B4-BE49-F238E27FC236}">
                    <a16:creationId xmlns:a16="http://schemas.microsoft.com/office/drawing/2014/main" id="{E4D8B003-AF02-4D34-8F85-57B55CDD3871}"/>
                  </a:ext>
                </a:extLst>
              </p:cNvPr>
              <p:cNvSpPr/>
              <p:nvPr/>
            </p:nvSpPr>
            <p:spPr>
              <a:xfrm>
                <a:off x="1297214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136" name="Rectangle 8135">
                <a:extLst>
                  <a:ext uri="{FF2B5EF4-FFF2-40B4-BE49-F238E27FC236}">
                    <a16:creationId xmlns:a16="http://schemas.microsoft.com/office/drawing/2014/main" id="{14BBDF8A-4682-45D3-ABAD-64B00A4ED731}"/>
                  </a:ext>
                </a:extLst>
              </p:cNvPr>
              <p:cNvSpPr/>
              <p:nvPr/>
            </p:nvSpPr>
            <p:spPr>
              <a:xfrm>
                <a:off x="757466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137" name="Rectangle 8136">
                <a:extLst>
                  <a:ext uri="{FF2B5EF4-FFF2-40B4-BE49-F238E27FC236}">
                    <a16:creationId xmlns:a16="http://schemas.microsoft.com/office/drawing/2014/main" id="{C13E0C4B-1D4F-471E-A5AD-E4BC58BB3024}"/>
                  </a:ext>
                </a:extLst>
              </p:cNvPr>
              <p:cNvSpPr/>
              <p:nvPr/>
            </p:nvSpPr>
            <p:spPr>
              <a:xfrm>
                <a:off x="577550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138" name="Rectangle 8137">
                <a:extLst>
                  <a:ext uri="{FF2B5EF4-FFF2-40B4-BE49-F238E27FC236}">
                    <a16:creationId xmlns:a16="http://schemas.microsoft.com/office/drawing/2014/main" id="{1E8CE2AB-2430-43FD-88E9-634F132AAB31}"/>
                  </a:ext>
                </a:extLst>
              </p:cNvPr>
              <p:cNvSpPr/>
              <p:nvPr/>
            </p:nvSpPr>
            <p:spPr>
              <a:xfrm>
                <a:off x="937382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139" name="Rectangle 8138">
                <a:extLst>
                  <a:ext uri="{FF2B5EF4-FFF2-40B4-BE49-F238E27FC236}">
                    <a16:creationId xmlns:a16="http://schemas.microsoft.com/office/drawing/2014/main" id="{9E64BB36-121D-45B5-AE9E-04F22BB2C216}"/>
                  </a:ext>
                </a:extLst>
              </p:cNvPr>
              <p:cNvSpPr/>
              <p:nvPr/>
            </p:nvSpPr>
            <p:spPr>
              <a:xfrm>
                <a:off x="1117214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140" name="Rectangle 8139">
                <a:extLst>
                  <a:ext uri="{FF2B5EF4-FFF2-40B4-BE49-F238E27FC236}">
                    <a16:creationId xmlns:a16="http://schemas.microsoft.com/office/drawing/2014/main" id="{13321878-5F07-4A14-B23A-57FA538E97B3}"/>
                  </a:ext>
                </a:extLst>
              </p:cNvPr>
              <p:cNvSpPr/>
              <p:nvPr/>
            </p:nvSpPr>
            <p:spPr>
              <a:xfrm>
                <a:off x="1297130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141" name="Rectangle 8140">
                <a:extLst>
                  <a:ext uri="{FF2B5EF4-FFF2-40B4-BE49-F238E27FC236}">
                    <a16:creationId xmlns:a16="http://schemas.microsoft.com/office/drawing/2014/main" id="{3E8B26BB-C162-4CAF-8919-EF4839B4A043}"/>
                  </a:ext>
                </a:extLst>
              </p:cNvPr>
              <p:cNvSpPr/>
              <p:nvPr/>
            </p:nvSpPr>
            <p:spPr>
              <a:xfrm>
                <a:off x="757550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142" name="Rectangle 8141">
                <a:extLst>
                  <a:ext uri="{FF2B5EF4-FFF2-40B4-BE49-F238E27FC236}">
                    <a16:creationId xmlns:a16="http://schemas.microsoft.com/office/drawing/2014/main" id="{C8C38007-7AE0-49F4-AA4F-ED66905690A4}"/>
                  </a:ext>
                </a:extLst>
              </p:cNvPr>
              <p:cNvSpPr/>
              <p:nvPr/>
            </p:nvSpPr>
            <p:spPr>
              <a:xfrm>
                <a:off x="577634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143" name="Rectangle 8142">
                <a:extLst>
                  <a:ext uri="{FF2B5EF4-FFF2-40B4-BE49-F238E27FC236}">
                    <a16:creationId xmlns:a16="http://schemas.microsoft.com/office/drawing/2014/main" id="{5A8361CA-680F-45F3-A21C-8BEEE02F34C3}"/>
                  </a:ext>
                </a:extLst>
              </p:cNvPr>
              <p:cNvSpPr/>
              <p:nvPr/>
            </p:nvSpPr>
            <p:spPr>
              <a:xfrm>
                <a:off x="937466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144" name="Rectangle 8143">
                <a:extLst>
                  <a:ext uri="{FF2B5EF4-FFF2-40B4-BE49-F238E27FC236}">
                    <a16:creationId xmlns:a16="http://schemas.microsoft.com/office/drawing/2014/main" id="{3C722730-A2DD-4CBE-B807-91549D72388A}"/>
                  </a:ext>
                </a:extLst>
              </p:cNvPr>
              <p:cNvSpPr/>
              <p:nvPr/>
            </p:nvSpPr>
            <p:spPr>
              <a:xfrm>
                <a:off x="1117298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145" name="Rectangle 8144">
                <a:extLst>
                  <a:ext uri="{FF2B5EF4-FFF2-40B4-BE49-F238E27FC236}">
                    <a16:creationId xmlns:a16="http://schemas.microsoft.com/office/drawing/2014/main" id="{4B63B2AA-AD7D-4206-AB24-8D005AC5273B}"/>
                  </a:ext>
                </a:extLst>
              </p:cNvPr>
              <p:cNvSpPr/>
              <p:nvPr/>
            </p:nvSpPr>
            <p:spPr>
              <a:xfrm>
                <a:off x="1297214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146" name="Rectangle 8145">
                <a:extLst>
                  <a:ext uri="{FF2B5EF4-FFF2-40B4-BE49-F238E27FC236}">
                    <a16:creationId xmlns:a16="http://schemas.microsoft.com/office/drawing/2014/main" id="{AA6F6B95-5E2C-4B16-9D85-A798791032F6}"/>
                  </a:ext>
                </a:extLst>
              </p:cNvPr>
              <p:cNvSpPr/>
              <p:nvPr/>
            </p:nvSpPr>
            <p:spPr>
              <a:xfrm>
                <a:off x="757466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147" name="Rectangle 8146">
                <a:extLst>
                  <a:ext uri="{FF2B5EF4-FFF2-40B4-BE49-F238E27FC236}">
                    <a16:creationId xmlns:a16="http://schemas.microsoft.com/office/drawing/2014/main" id="{F2D828FA-E322-4A76-B5BA-9F0DD3C3E38E}"/>
                  </a:ext>
                </a:extLst>
              </p:cNvPr>
              <p:cNvSpPr/>
              <p:nvPr/>
            </p:nvSpPr>
            <p:spPr>
              <a:xfrm>
                <a:off x="577550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148" name="Rectangle 8147">
                <a:extLst>
                  <a:ext uri="{FF2B5EF4-FFF2-40B4-BE49-F238E27FC236}">
                    <a16:creationId xmlns:a16="http://schemas.microsoft.com/office/drawing/2014/main" id="{E9E8AA24-7BE4-48CC-9651-A0C0BDCA86BB}"/>
                  </a:ext>
                </a:extLst>
              </p:cNvPr>
              <p:cNvSpPr/>
              <p:nvPr/>
            </p:nvSpPr>
            <p:spPr>
              <a:xfrm>
                <a:off x="937382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149" name="Rectangle 8148">
                <a:extLst>
                  <a:ext uri="{FF2B5EF4-FFF2-40B4-BE49-F238E27FC236}">
                    <a16:creationId xmlns:a16="http://schemas.microsoft.com/office/drawing/2014/main" id="{5AD14553-DFCB-41AC-914D-8BC53D83B4DB}"/>
                  </a:ext>
                </a:extLst>
              </p:cNvPr>
              <p:cNvSpPr/>
              <p:nvPr/>
            </p:nvSpPr>
            <p:spPr>
              <a:xfrm>
                <a:off x="1117214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150" name="Rectangle 8149">
                <a:extLst>
                  <a:ext uri="{FF2B5EF4-FFF2-40B4-BE49-F238E27FC236}">
                    <a16:creationId xmlns:a16="http://schemas.microsoft.com/office/drawing/2014/main" id="{A316032A-87F0-4502-BC7E-864A70483D67}"/>
                  </a:ext>
                </a:extLst>
              </p:cNvPr>
              <p:cNvSpPr/>
              <p:nvPr/>
            </p:nvSpPr>
            <p:spPr>
              <a:xfrm>
                <a:off x="1297130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151" name="Rectangle 8150">
                <a:extLst>
                  <a:ext uri="{FF2B5EF4-FFF2-40B4-BE49-F238E27FC236}">
                    <a16:creationId xmlns:a16="http://schemas.microsoft.com/office/drawing/2014/main" id="{8B04A37E-8D97-4B1D-948B-D23E208A7C8F}"/>
                  </a:ext>
                </a:extLst>
              </p:cNvPr>
              <p:cNvSpPr/>
              <p:nvPr/>
            </p:nvSpPr>
            <p:spPr>
              <a:xfrm>
                <a:off x="757382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152" name="Rectangle 8151">
                <a:extLst>
                  <a:ext uri="{FF2B5EF4-FFF2-40B4-BE49-F238E27FC236}">
                    <a16:creationId xmlns:a16="http://schemas.microsoft.com/office/drawing/2014/main" id="{4E2AC16B-51E1-41D7-850D-089913FA0710}"/>
                  </a:ext>
                </a:extLst>
              </p:cNvPr>
              <p:cNvSpPr/>
              <p:nvPr/>
            </p:nvSpPr>
            <p:spPr>
              <a:xfrm>
                <a:off x="577466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153" name="Rectangle 8152">
                <a:extLst>
                  <a:ext uri="{FF2B5EF4-FFF2-40B4-BE49-F238E27FC236}">
                    <a16:creationId xmlns:a16="http://schemas.microsoft.com/office/drawing/2014/main" id="{ABD2CAC0-2F5A-43BF-9285-075F799C766E}"/>
                  </a:ext>
                </a:extLst>
              </p:cNvPr>
              <p:cNvSpPr/>
              <p:nvPr/>
            </p:nvSpPr>
            <p:spPr>
              <a:xfrm>
                <a:off x="937298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154" name="Rectangle 8153">
                <a:extLst>
                  <a:ext uri="{FF2B5EF4-FFF2-40B4-BE49-F238E27FC236}">
                    <a16:creationId xmlns:a16="http://schemas.microsoft.com/office/drawing/2014/main" id="{999CE40A-43D1-483F-B106-A1856CAA9F04}"/>
                  </a:ext>
                </a:extLst>
              </p:cNvPr>
              <p:cNvSpPr/>
              <p:nvPr/>
            </p:nvSpPr>
            <p:spPr>
              <a:xfrm>
                <a:off x="1117130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155" name="Rectangle 8154">
                <a:extLst>
                  <a:ext uri="{FF2B5EF4-FFF2-40B4-BE49-F238E27FC236}">
                    <a16:creationId xmlns:a16="http://schemas.microsoft.com/office/drawing/2014/main" id="{C0F37D39-5B1E-4FAC-B92D-81898ED4650F}"/>
                  </a:ext>
                </a:extLst>
              </p:cNvPr>
              <p:cNvSpPr/>
              <p:nvPr/>
            </p:nvSpPr>
            <p:spPr>
              <a:xfrm>
                <a:off x="1297046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156" name="Rectangle 8155">
                <a:extLst>
                  <a:ext uri="{FF2B5EF4-FFF2-40B4-BE49-F238E27FC236}">
                    <a16:creationId xmlns:a16="http://schemas.microsoft.com/office/drawing/2014/main" id="{9484DA9C-513E-45E5-8E6A-11E52AC4CEC4}"/>
                  </a:ext>
                </a:extLst>
              </p:cNvPr>
              <p:cNvSpPr/>
              <p:nvPr/>
            </p:nvSpPr>
            <p:spPr>
              <a:xfrm>
                <a:off x="577340" y="167393"/>
                <a:ext cx="900000" cy="974051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3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</p:grpSp>
        <p:grpSp>
          <p:nvGrpSpPr>
            <p:cNvPr id="8077" name="Groupe 8076"/>
            <p:cNvGrpSpPr/>
            <p:nvPr userDrawn="1"/>
          </p:nvGrpSpPr>
          <p:grpSpPr>
            <a:xfrm>
              <a:off x="9571376" y="119033"/>
              <a:ext cx="900000" cy="975016"/>
              <a:chOff x="577340" y="166428"/>
              <a:chExt cx="900000" cy="975016"/>
            </a:xfrm>
          </p:grpSpPr>
          <p:sp>
            <p:nvSpPr>
              <p:cNvPr id="8105" name="Rectangle 8104">
                <a:extLst>
                  <a:ext uri="{FF2B5EF4-FFF2-40B4-BE49-F238E27FC236}">
                    <a16:creationId xmlns:a16="http://schemas.microsoft.com/office/drawing/2014/main" id="{2072BB47-84CB-47FD-8A25-43491CA83C8F}"/>
                  </a:ext>
                </a:extLst>
              </p:cNvPr>
              <p:cNvSpPr/>
              <p:nvPr/>
            </p:nvSpPr>
            <p:spPr>
              <a:xfrm>
                <a:off x="757550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106" name="Rectangle 8105">
                <a:extLst>
                  <a:ext uri="{FF2B5EF4-FFF2-40B4-BE49-F238E27FC236}">
                    <a16:creationId xmlns:a16="http://schemas.microsoft.com/office/drawing/2014/main" id="{FD392A82-503D-4B66-9AF9-9E65B8C12603}"/>
                  </a:ext>
                </a:extLst>
              </p:cNvPr>
              <p:cNvSpPr/>
              <p:nvPr/>
            </p:nvSpPr>
            <p:spPr>
              <a:xfrm>
                <a:off x="577634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107" name="Rectangle 8106">
                <a:extLst>
                  <a:ext uri="{FF2B5EF4-FFF2-40B4-BE49-F238E27FC236}">
                    <a16:creationId xmlns:a16="http://schemas.microsoft.com/office/drawing/2014/main" id="{E8131C02-69AB-405B-82D1-978E3C621405}"/>
                  </a:ext>
                </a:extLst>
              </p:cNvPr>
              <p:cNvSpPr/>
              <p:nvPr/>
            </p:nvSpPr>
            <p:spPr>
              <a:xfrm>
                <a:off x="937466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108" name="Rectangle 8107">
                <a:extLst>
                  <a:ext uri="{FF2B5EF4-FFF2-40B4-BE49-F238E27FC236}">
                    <a16:creationId xmlns:a16="http://schemas.microsoft.com/office/drawing/2014/main" id="{F369E73F-6F1E-4CCA-9F58-1EF6C7EB008B}"/>
                  </a:ext>
                </a:extLst>
              </p:cNvPr>
              <p:cNvSpPr/>
              <p:nvPr/>
            </p:nvSpPr>
            <p:spPr>
              <a:xfrm>
                <a:off x="1117298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109" name="Rectangle 8108">
                <a:extLst>
                  <a:ext uri="{FF2B5EF4-FFF2-40B4-BE49-F238E27FC236}">
                    <a16:creationId xmlns:a16="http://schemas.microsoft.com/office/drawing/2014/main" id="{E4D8B003-AF02-4D34-8F85-57B55CDD3871}"/>
                  </a:ext>
                </a:extLst>
              </p:cNvPr>
              <p:cNvSpPr/>
              <p:nvPr/>
            </p:nvSpPr>
            <p:spPr>
              <a:xfrm>
                <a:off x="1297214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110" name="Rectangle 8109">
                <a:extLst>
                  <a:ext uri="{FF2B5EF4-FFF2-40B4-BE49-F238E27FC236}">
                    <a16:creationId xmlns:a16="http://schemas.microsoft.com/office/drawing/2014/main" id="{14BBDF8A-4682-45D3-ABAD-64B00A4ED731}"/>
                  </a:ext>
                </a:extLst>
              </p:cNvPr>
              <p:cNvSpPr/>
              <p:nvPr/>
            </p:nvSpPr>
            <p:spPr>
              <a:xfrm>
                <a:off x="757466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111" name="Rectangle 8110">
                <a:extLst>
                  <a:ext uri="{FF2B5EF4-FFF2-40B4-BE49-F238E27FC236}">
                    <a16:creationId xmlns:a16="http://schemas.microsoft.com/office/drawing/2014/main" id="{C13E0C4B-1D4F-471E-A5AD-E4BC58BB3024}"/>
                  </a:ext>
                </a:extLst>
              </p:cNvPr>
              <p:cNvSpPr/>
              <p:nvPr/>
            </p:nvSpPr>
            <p:spPr>
              <a:xfrm>
                <a:off x="577550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112" name="Rectangle 8111">
                <a:extLst>
                  <a:ext uri="{FF2B5EF4-FFF2-40B4-BE49-F238E27FC236}">
                    <a16:creationId xmlns:a16="http://schemas.microsoft.com/office/drawing/2014/main" id="{1E8CE2AB-2430-43FD-88E9-634F132AAB31}"/>
                  </a:ext>
                </a:extLst>
              </p:cNvPr>
              <p:cNvSpPr/>
              <p:nvPr/>
            </p:nvSpPr>
            <p:spPr>
              <a:xfrm>
                <a:off x="937382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113" name="Rectangle 8112">
                <a:extLst>
                  <a:ext uri="{FF2B5EF4-FFF2-40B4-BE49-F238E27FC236}">
                    <a16:creationId xmlns:a16="http://schemas.microsoft.com/office/drawing/2014/main" id="{9E64BB36-121D-45B5-AE9E-04F22BB2C216}"/>
                  </a:ext>
                </a:extLst>
              </p:cNvPr>
              <p:cNvSpPr/>
              <p:nvPr/>
            </p:nvSpPr>
            <p:spPr>
              <a:xfrm>
                <a:off x="1117214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114" name="Rectangle 8113">
                <a:extLst>
                  <a:ext uri="{FF2B5EF4-FFF2-40B4-BE49-F238E27FC236}">
                    <a16:creationId xmlns:a16="http://schemas.microsoft.com/office/drawing/2014/main" id="{13321878-5F07-4A14-B23A-57FA538E97B3}"/>
                  </a:ext>
                </a:extLst>
              </p:cNvPr>
              <p:cNvSpPr/>
              <p:nvPr/>
            </p:nvSpPr>
            <p:spPr>
              <a:xfrm>
                <a:off x="1297130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115" name="Rectangle 8114">
                <a:extLst>
                  <a:ext uri="{FF2B5EF4-FFF2-40B4-BE49-F238E27FC236}">
                    <a16:creationId xmlns:a16="http://schemas.microsoft.com/office/drawing/2014/main" id="{3E8B26BB-C162-4CAF-8919-EF4839B4A043}"/>
                  </a:ext>
                </a:extLst>
              </p:cNvPr>
              <p:cNvSpPr/>
              <p:nvPr/>
            </p:nvSpPr>
            <p:spPr>
              <a:xfrm>
                <a:off x="757550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116" name="Rectangle 8115">
                <a:extLst>
                  <a:ext uri="{FF2B5EF4-FFF2-40B4-BE49-F238E27FC236}">
                    <a16:creationId xmlns:a16="http://schemas.microsoft.com/office/drawing/2014/main" id="{C8C38007-7AE0-49F4-AA4F-ED66905690A4}"/>
                  </a:ext>
                </a:extLst>
              </p:cNvPr>
              <p:cNvSpPr/>
              <p:nvPr/>
            </p:nvSpPr>
            <p:spPr>
              <a:xfrm>
                <a:off x="577634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117" name="Rectangle 8116">
                <a:extLst>
                  <a:ext uri="{FF2B5EF4-FFF2-40B4-BE49-F238E27FC236}">
                    <a16:creationId xmlns:a16="http://schemas.microsoft.com/office/drawing/2014/main" id="{5A8361CA-680F-45F3-A21C-8BEEE02F34C3}"/>
                  </a:ext>
                </a:extLst>
              </p:cNvPr>
              <p:cNvSpPr/>
              <p:nvPr/>
            </p:nvSpPr>
            <p:spPr>
              <a:xfrm>
                <a:off x="937466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118" name="Rectangle 8117">
                <a:extLst>
                  <a:ext uri="{FF2B5EF4-FFF2-40B4-BE49-F238E27FC236}">
                    <a16:creationId xmlns:a16="http://schemas.microsoft.com/office/drawing/2014/main" id="{3C722730-A2DD-4CBE-B807-91549D72388A}"/>
                  </a:ext>
                </a:extLst>
              </p:cNvPr>
              <p:cNvSpPr/>
              <p:nvPr/>
            </p:nvSpPr>
            <p:spPr>
              <a:xfrm>
                <a:off x="1117298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119" name="Rectangle 8118">
                <a:extLst>
                  <a:ext uri="{FF2B5EF4-FFF2-40B4-BE49-F238E27FC236}">
                    <a16:creationId xmlns:a16="http://schemas.microsoft.com/office/drawing/2014/main" id="{4B63B2AA-AD7D-4206-AB24-8D005AC5273B}"/>
                  </a:ext>
                </a:extLst>
              </p:cNvPr>
              <p:cNvSpPr/>
              <p:nvPr/>
            </p:nvSpPr>
            <p:spPr>
              <a:xfrm>
                <a:off x="1297214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120" name="Rectangle 8119">
                <a:extLst>
                  <a:ext uri="{FF2B5EF4-FFF2-40B4-BE49-F238E27FC236}">
                    <a16:creationId xmlns:a16="http://schemas.microsoft.com/office/drawing/2014/main" id="{AA6F6B95-5E2C-4B16-9D85-A798791032F6}"/>
                  </a:ext>
                </a:extLst>
              </p:cNvPr>
              <p:cNvSpPr/>
              <p:nvPr/>
            </p:nvSpPr>
            <p:spPr>
              <a:xfrm>
                <a:off x="757466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121" name="Rectangle 8120">
                <a:extLst>
                  <a:ext uri="{FF2B5EF4-FFF2-40B4-BE49-F238E27FC236}">
                    <a16:creationId xmlns:a16="http://schemas.microsoft.com/office/drawing/2014/main" id="{F2D828FA-E322-4A76-B5BA-9F0DD3C3E38E}"/>
                  </a:ext>
                </a:extLst>
              </p:cNvPr>
              <p:cNvSpPr/>
              <p:nvPr/>
            </p:nvSpPr>
            <p:spPr>
              <a:xfrm>
                <a:off x="577550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122" name="Rectangle 8121">
                <a:extLst>
                  <a:ext uri="{FF2B5EF4-FFF2-40B4-BE49-F238E27FC236}">
                    <a16:creationId xmlns:a16="http://schemas.microsoft.com/office/drawing/2014/main" id="{E9E8AA24-7BE4-48CC-9651-A0C0BDCA86BB}"/>
                  </a:ext>
                </a:extLst>
              </p:cNvPr>
              <p:cNvSpPr/>
              <p:nvPr/>
            </p:nvSpPr>
            <p:spPr>
              <a:xfrm>
                <a:off x="937382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123" name="Rectangle 8122">
                <a:extLst>
                  <a:ext uri="{FF2B5EF4-FFF2-40B4-BE49-F238E27FC236}">
                    <a16:creationId xmlns:a16="http://schemas.microsoft.com/office/drawing/2014/main" id="{5AD14553-DFCB-41AC-914D-8BC53D83B4DB}"/>
                  </a:ext>
                </a:extLst>
              </p:cNvPr>
              <p:cNvSpPr/>
              <p:nvPr/>
            </p:nvSpPr>
            <p:spPr>
              <a:xfrm>
                <a:off x="1117214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124" name="Rectangle 8123">
                <a:extLst>
                  <a:ext uri="{FF2B5EF4-FFF2-40B4-BE49-F238E27FC236}">
                    <a16:creationId xmlns:a16="http://schemas.microsoft.com/office/drawing/2014/main" id="{A316032A-87F0-4502-BC7E-864A70483D67}"/>
                  </a:ext>
                </a:extLst>
              </p:cNvPr>
              <p:cNvSpPr/>
              <p:nvPr/>
            </p:nvSpPr>
            <p:spPr>
              <a:xfrm>
                <a:off x="1297130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125" name="Rectangle 8124">
                <a:extLst>
                  <a:ext uri="{FF2B5EF4-FFF2-40B4-BE49-F238E27FC236}">
                    <a16:creationId xmlns:a16="http://schemas.microsoft.com/office/drawing/2014/main" id="{8B04A37E-8D97-4B1D-948B-D23E208A7C8F}"/>
                  </a:ext>
                </a:extLst>
              </p:cNvPr>
              <p:cNvSpPr/>
              <p:nvPr/>
            </p:nvSpPr>
            <p:spPr>
              <a:xfrm>
                <a:off x="757382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126" name="Rectangle 8125">
                <a:extLst>
                  <a:ext uri="{FF2B5EF4-FFF2-40B4-BE49-F238E27FC236}">
                    <a16:creationId xmlns:a16="http://schemas.microsoft.com/office/drawing/2014/main" id="{4E2AC16B-51E1-41D7-850D-089913FA0710}"/>
                  </a:ext>
                </a:extLst>
              </p:cNvPr>
              <p:cNvSpPr/>
              <p:nvPr/>
            </p:nvSpPr>
            <p:spPr>
              <a:xfrm>
                <a:off x="577466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127" name="Rectangle 8126">
                <a:extLst>
                  <a:ext uri="{FF2B5EF4-FFF2-40B4-BE49-F238E27FC236}">
                    <a16:creationId xmlns:a16="http://schemas.microsoft.com/office/drawing/2014/main" id="{ABD2CAC0-2F5A-43BF-9285-075F799C766E}"/>
                  </a:ext>
                </a:extLst>
              </p:cNvPr>
              <p:cNvSpPr/>
              <p:nvPr/>
            </p:nvSpPr>
            <p:spPr>
              <a:xfrm>
                <a:off x="937298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128" name="Rectangle 8127">
                <a:extLst>
                  <a:ext uri="{FF2B5EF4-FFF2-40B4-BE49-F238E27FC236}">
                    <a16:creationId xmlns:a16="http://schemas.microsoft.com/office/drawing/2014/main" id="{999CE40A-43D1-483F-B106-A1856CAA9F04}"/>
                  </a:ext>
                </a:extLst>
              </p:cNvPr>
              <p:cNvSpPr/>
              <p:nvPr/>
            </p:nvSpPr>
            <p:spPr>
              <a:xfrm>
                <a:off x="1117130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129" name="Rectangle 8128">
                <a:extLst>
                  <a:ext uri="{FF2B5EF4-FFF2-40B4-BE49-F238E27FC236}">
                    <a16:creationId xmlns:a16="http://schemas.microsoft.com/office/drawing/2014/main" id="{C0F37D39-5B1E-4FAC-B92D-81898ED4650F}"/>
                  </a:ext>
                </a:extLst>
              </p:cNvPr>
              <p:cNvSpPr/>
              <p:nvPr/>
            </p:nvSpPr>
            <p:spPr>
              <a:xfrm>
                <a:off x="1297046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130" name="Rectangle 8129">
                <a:extLst>
                  <a:ext uri="{FF2B5EF4-FFF2-40B4-BE49-F238E27FC236}">
                    <a16:creationId xmlns:a16="http://schemas.microsoft.com/office/drawing/2014/main" id="{9484DA9C-513E-45E5-8E6A-11E52AC4CEC4}"/>
                  </a:ext>
                </a:extLst>
              </p:cNvPr>
              <p:cNvSpPr/>
              <p:nvPr/>
            </p:nvSpPr>
            <p:spPr>
              <a:xfrm>
                <a:off x="577340" y="167393"/>
                <a:ext cx="900000" cy="974051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3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</p:grpSp>
        <p:grpSp>
          <p:nvGrpSpPr>
            <p:cNvPr id="8078" name="Groupe 8077"/>
            <p:cNvGrpSpPr/>
            <p:nvPr userDrawn="1"/>
          </p:nvGrpSpPr>
          <p:grpSpPr>
            <a:xfrm>
              <a:off x="10470830" y="118070"/>
              <a:ext cx="900000" cy="975016"/>
              <a:chOff x="577340" y="166428"/>
              <a:chExt cx="900000" cy="975016"/>
            </a:xfrm>
          </p:grpSpPr>
          <p:sp>
            <p:nvSpPr>
              <p:cNvPr id="8079" name="Rectangle 8078">
                <a:extLst>
                  <a:ext uri="{FF2B5EF4-FFF2-40B4-BE49-F238E27FC236}">
                    <a16:creationId xmlns:a16="http://schemas.microsoft.com/office/drawing/2014/main" id="{2072BB47-84CB-47FD-8A25-43491CA83C8F}"/>
                  </a:ext>
                </a:extLst>
              </p:cNvPr>
              <p:cNvSpPr/>
              <p:nvPr/>
            </p:nvSpPr>
            <p:spPr>
              <a:xfrm>
                <a:off x="757550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080" name="Rectangle 8079">
                <a:extLst>
                  <a:ext uri="{FF2B5EF4-FFF2-40B4-BE49-F238E27FC236}">
                    <a16:creationId xmlns:a16="http://schemas.microsoft.com/office/drawing/2014/main" id="{FD392A82-503D-4B66-9AF9-9E65B8C12603}"/>
                  </a:ext>
                </a:extLst>
              </p:cNvPr>
              <p:cNvSpPr/>
              <p:nvPr/>
            </p:nvSpPr>
            <p:spPr>
              <a:xfrm>
                <a:off x="577634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081" name="Rectangle 8080">
                <a:extLst>
                  <a:ext uri="{FF2B5EF4-FFF2-40B4-BE49-F238E27FC236}">
                    <a16:creationId xmlns:a16="http://schemas.microsoft.com/office/drawing/2014/main" id="{E8131C02-69AB-405B-82D1-978E3C621405}"/>
                  </a:ext>
                </a:extLst>
              </p:cNvPr>
              <p:cNvSpPr/>
              <p:nvPr/>
            </p:nvSpPr>
            <p:spPr>
              <a:xfrm>
                <a:off x="937466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082" name="Rectangle 8081">
                <a:extLst>
                  <a:ext uri="{FF2B5EF4-FFF2-40B4-BE49-F238E27FC236}">
                    <a16:creationId xmlns:a16="http://schemas.microsoft.com/office/drawing/2014/main" id="{F369E73F-6F1E-4CCA-9F58-1EF6C7EB008B}"/>
                  </a:ext>
                </a:extLst>
              </p:cNvPr>
              <p:cNvSpPr/>
              <p:nvPr/>
            </p:nvSpPr>
            <p:spPr>
              <a:xfrm>
                <a:off x="1117298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083" name="Rectangle 8082">
                <a:extLst>
                  <a:ext uri="{FF2B5EF4-FFF2-40B4-BE49-F238E27FC236}">
                    <a16:creationId xmlns:a16="http://schemas.microsoft.com/office/drawing/2014/main" id="{E4D8B003-AF02-4D34-8F85-57B55CDD3871}"/>
                  </a:ext>
                </a:extLst>
              </p:cNvPr>
              <p:cNvSpPr/>
              <p:nvPr/>
            </p:nvSpPr>
            <p:spPr>
              <a:xfrm>
                <a:off x="1297214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084" name="Rectangle 8083">
                <a:extLst>
                  <a:ext uri="{FF2B5EF4-FFF2-40B4-BE49-F238E27FC236}">
                    <a16:creationId xmlns:a16="http://schemas.microsoft.com/office/drawing/2014/main" id="{14BBDF8A-4682-45D3-ABAD-64B00A4ED731}"/>
                  </a:ext>
                </a:extLst>
              </p:cNvPr>
              <p:cNvSpPr/>
              <p:nvPr/>
            </p:nvSpPr>
            <p:spPr>
              <a:xfrm>
                <a:off x="757466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085" name="Rectangle 8084">
                <a:extLst>
                  <a:ext uri="{FF2B5EF4-FFF2-40B4-BE49-F238E27FC236}">
                    <a16:creationId xmlns:a16="http://schemas.microsoft.com/office/drawing/2014/main" id="{C13E0C4B-1D4F-471E-A5AD-E4BC58BB3024}"/>
                  </a:ext>
                </a:extLst>
              </p:cNvPr>
              <p:cNvSpPr/>
              <p:nvPr/>
            </p:nvSpPr>
            <p:spPr>
              <a:xfrm>
                <a:off x="577550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086" name="Rectangle 8085">
                <a:extLst>
                  <a:ext uri="{FF2B5EF4-FFF2-40B4-BE49-F238E27FC236}">
                    <a16:creationId xmlns:a16="http://schemas.microsoft.com/office/drawing/2014/main" id="{1E8CE2AB-2430-43FD-88E9-634F132AAB31}"/>
                  </a:ext>
                </a:extLst>
              </p:cNvPr>
              <p:cNvSpPr/>
              <p:nvPr/>
            </p:nvSpPr>
            <p:spPr>
              <a:xfrm>
                <a:off x="937382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087" name="Rectangle 8086">
                <a:extLst>
                  <a:ext uri="{FF2B5EF4-FFF2-40B4-BE49-F238E27FC236}">
                    <a16:creationId xmlns:a16="http://schemas.microsoft.com/office/drawing/2014/main" id="{9E64BB36-121D-45B5-AE9E-04F22BB2C216}"/>
                  </a:ext>
                </a:extLst>
              </p:cNvPr>
              <p:cNvSpPr/>
              <p:nvPr/>
            </p:nvSpPr>
            <p:spPr>
              <a:xfrm>
                <a:off x="1117214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088" name="Rectangle 8087">
                <a:extLst>
                  <a:ext uri="{FF2B5EF4-FFF2-40B4-BE49-F238E27FC236}">
                    <a16:creationId xmlns:a16="http://schemas.microsoft.com/office/drawing/2014/main" id="{13321878-5F07-4A14-B23A-57FA538E97B3}"/>
                  </a:ext>
                </a:extLst>
              </p:cNvPr>
              <p:cNvSpPr/>
              <p:nvPr/>
            </p:nvSpPr>
            <p:spPr>
              <a:xfrm>
                <a:off x="1297130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089" name="Rectangle 8088">
                <a:extLst>
                  <a:ext uri="{FF2B5EF4-FFF2-40B4-BE49-F238E27FC236}">
                    <a16:creationId xmlns:a16="http://schemas.microsoft.com/office/drawing/2014/main" id="{3E8B26BB-C162-4CAF-8919-EF4839B4A043}"/>
                  </a:ext>
                </a:extLst>
              </p:cNvPr>
              <p:cNvSpPr/>
              <p:nvPr/>
            </p:nvSpPr>
            <p:spPr>
              <a:xfrm>
                <a:off x="757550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090" name="Rectangle 8089">
                <a:extLst>
                  <a:ext uri="{FF2B5EF4-FFF2-40B4-BE49-F238E27FC236}">
                    <a16:creationId xmlns:a16="http://schemas.microsoft.com/office/drawing/2014/main" id="{C8C38007-7AE0-49F4-AA4F-ED66905690A4}"/>
                  </a:ext>
                </a:extLst>
              </p:cNvPr>
              <p:cNvSpPr/>
              <p:nvPr/>
            </p:nvSpPr>
            <p:spPr>
              <a:xfrm>
                <a:off x="577634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091" name="Rectangle 8090">
                <a:extLst>
                  <a:ext uri="{FF2B5EF4-FFF2-40B4-BE49-F238E27FC236}">
                    <a16:creationId xmlns:a16="http://schemas.microsoft.com/office/drawing/2014/main" id="{5A8361CA-680F-45F3-A21C-8BEEE02F34C3}"/>
                  </a:ext>
                </a:extLst>
              </p:cNvPr>
              <p:cNvSpPr/>
              <p:nvPr/>
            </p:nvSpPr>
            <p:spPr>
              <a:xfrm>
                <a:off x="937466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092" name="Rectangle 8091">
                <a:extLst>
                  <a:ext uri="{FF2B5EF4-FFF2-40B4-BE49-F238E27FC236}">
                    <a16:creationId xmlns:a16="http://schemas.microsoft.com/office/drawing/2014/main" id="{3C722730-A2DD-4CBE-B807-91549D72388A}"/>
                  </a:ext>
                </a:extLst>
              </p:cNvPr>
              <p:cNvSpPr/>
              <p:nvPr/>
            </p:nvSpPr>
            <p:spPr>
              <a:xfrm>
                <a:off x="1117298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093" name="Rectangle 8092">
                <a:extLst>
                  <a:ext uri="{FF2B5EF4-FFF2-40B4-BE49-F238E27FC236}">
                    <a16:creationId xmlns:a16="http://schemas.microsoft.com/office/drawing/2014/main" id="{4B63B2AA-AD7D-4206-AB24-8D005AC5273B}"/>
                  </a:ext>
                </a:extLst>
              </p:cNvPr>
              <p:cNvSpPr/>
              <p:nvPr/>
            </p:nvSpPr>
            <p:spPr>
              <a:xfrm>
                <a:off x="1297214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094" name="Rectangle 8093">
                <a:extLst>
                  <a:ext uri="{FF2B5EF4-FFF2-40B4-BE49-F238E27FC236}">
                    <a16:creationId xmlns:a16="http://schemas.microsoft.com/office/drawing/2014/main" id="{AA6F6B95-5E2C-4B16-9D85-A798791032F6}"/>
                  </a:ext>
                </a:extLst>
              </p:cNvPr>
              <p:cNvSpPr/>
              <p:nvPr/>
            </p:nvSpPr>
            <p:spPr>
              <a:xfrm>
                <a:off x="757466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095" name="Rectangle 8094">
                <a:extLst>
                  <a:ext uri="{FF2B5EF4-FFF2-40B4-BE49-F238E27FC236}">
                    <a16:creationId xmlns:a16="http://schemas.microsoft.com/office/drawing/2014/main" id="{F2D828FA-E322-4A76-B5BA-9F0DD3C3E38E}"/>
                  </a:ext>
                </a:extLst>
              </p:cNvPr>
              <p:cNvSpPr/>
              <p:nvPr/>
            </p:nvSpPr>
            <p:spPr>
              <a:xfrm>
                <a:off x="577550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096" name="Rectangle 8095">
                <a:extLst>
                  <a:ext uri="{FF2B5EF4-FFF2-40B4-BE49-F238E27FC236}">
                    <a16:creationId xmlns:a16="http://schemas.microsoft.com/office/drawing/2014/main" id="{E9E8AA24-7BE4-48CC-9651-A0C0BDCA86BB}"/>
                  </a:ext>
                </a:extLst>
              </p:cNvPr>
              <p:cNvSpPr/>
              <p:nvPr/>
            </p:nvSpPr>
            <p:spPr>
              <a:xfrm>
                <a:off x="937382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097" name="Rectangle 8096">
                <a:extLst>
                  <a:ext uri="{FF2B5EF4-FFF2-40B4-BE49-F238E27FC236}">
                    <a16:creationId xmlns:a16="http://schemas.microsoft.com/office/drawing/2014/main" id="{5AD14553-DFCB-41AC-914D-8BC53D83B4DB}"/>
                  </a:ext>
                </a:extLst>
              </p:cNvPr>
              <p:cNvSpPr/>
              <p:nvPr/>
            </p:nvSpPr>
            <p:spPr>
              <a:xfrm>
                <a:off x="1117214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098" name="Rectangle 8097">
                <a:extLst>
                  <a:ext uri="{FF2B5EF4-FFF2-40B4-BE49-F238E27FC236}">
                    <a16:creationId xmlns:a16="http://schemas.microsoft.com/office/drawing/2014/main" id="{A316032A-87F0-4502-BC7E-864A70483D67}"/>
                  </a:ext>
                </a:extLst>
              </p:cNvPr>
              <p:cNvSpPr/>
              <p:nvPr/>
            </p:nvSpPr>
            <p:spPr>
              <a:xfrm>
                <a:off x="1297130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099" name="Rectangle 8098">
                <a:extLst>
                  <a:ext uri="{FF2B5EF4-FFF2-40B4-BE49-F238E27FC236}">
                    <a16:creationId xmlns:a16="http://schemas.microsoft.com/office/drawing/2014/main" id="{8B04A37E-8D97-4B1D-948B-D23E208A7C8F}"/>
                  </a:ext>
                </a:extLst>
              </p:cNvPr>
              <p:cNvSpPr/>
              <p:nvPr/>
            </p:nvSpPr>
            <p:spPr>
              <a:xfrm>
                <a:off x="757382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100" name="Rectangle 8099">
                <a:extLst>
                  <a:ext uri="{FF2B5EF4-FFF2-40B4-BE49-F238E27FC236}">
                    <a16:creationId xmlns:a16="http://schemas.microsoft.com/office/drawing/2014/main" id="{4E2AC16B-51E1-41D7-850D-089913FA0710}"/>
                  </a:ext>
                </a:extLst>
              </p:cNvPr>
              <p:cNvSpPr/>
              <p:nvPr/>
            </p:nvSpPr>
            <p:spPr>
              <a:xfrm>
                <a:off x="577466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101" name="Rectangle 8100">
                <a:extLst>
                  <a:ext uri="{FF2B5EF4-FFF2-40B4-BE49-F238E27FC236}">
                    <a16:creationId xmlns:a16="http://schemas.microsoft.com/office/drawing/2014/main" id="{ABD2CAC0-2F5A-43BF-9285-075F799C766E}"/>
                  </a:ext>
                </a:extLst>
              </p:cNvPr>
              <p:cNvSpPr/>
              <p:nvPr/>
            </p:nvSpPr>
            <p:spPr>
              <a:xfrm>
                <a:off x="937298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102" name="Rectangle 8101">
                <a:extLst>
                  <a:ext uri="{FF2B5EF4-FFF2-40B4-BE49-F238E27FC236}">
                    <a16:creationId xmlns:a16="http://schemas.microsoft.com/office/drawing/2014/main" id="{999CE40A-43D1-483F-B106-A1856CAA9F04}"/>
                  </a:ext>
                </a:extLst>
              </p:cNvPr>
              <p:cNvSpPr/>
              <p:nvPr/>
            </p:nvSpPr>
            <p:spPr>
              <a:xfrm>
                <a:off x="1117130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103" name="Rectangle 8102">
                <a:extLst>
                  <a:ext uri="{FF2B5EF4-FFF2-40B4-BE49-F238E27FC236}">
                    <a16:creationId xmlns:a16="http://schemas.microsoft.com/office/drawing/2014/main" id="{C0F37D39-5B1E-4FAC-B92D-81898ED4650F}"/>
                  </a:ext>
                </a:extLst>
              </p:cNvPr>
              <p:cNvSpPr/>
              <p:nvPr/>
            </p:nvSpPr>
            <p:spPr>
              <a:xfrm>
                <a:off x="1297046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104" name="Rectangle 8103">
                <a:extLst>
                  <a:ext uri="{FF2B5EF4-FFF2-40B4-BE49-F238E27FC236}">
                    <a16:creationId xmlns:a16="http://schemas.microsoft.com/office/drawing/2014/main" id="{9484DA9C-513E-45E5-8E6A-11E52AC4CEC4}"/>
                  </a:ext>
                </a:extLst>
              </p:cNvPr>
              <p:cNvSpPr/>
              <p:nvPr/>
            </p:nvSpPr>
            <p:spPr>
              <a:xfrm>
                <a:off x="577340" y="167393"/>
                <a:ext cx="900000" cy="974051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3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</p:grpSp>
      </p:grpSp>
      <p:grpSp>
        <p:nvGrpSpPr>
          <p:cNvPr id="8391" name="Groupe 8390"/>
          <p:cNvGrpSpPr/>
          <p:nvPr userDrawn="1"/>
        </p:nvGrpSpPr>
        <p:grpSpPr>
          <a:xfrm>
            <a:off x="778021" y="5671551"/>
            <a:ext cx="10793490" cy="900000"/>
            <a:chOff x="577340" y="118070"/>
            <a:chExt cx="10793490" cy="979831"/>
          </a:xfrm>
        </p:grpSpPr>
        <p:grpSp>
          <p:nvGrpSpPr>
            <p:cNvPr id="8392" name="Groupe 8391"/>
            <p:cNvGrpSpPr/>
            <p:nvPr userDrawn="1"/>
          </p:nvGrpSpPr>
          <p:grpSpPr>
            <a:xfrm>
              <a:off x="577340" y="122885"/>
              <a:ext cx="900000" cy="975016"/>
              <a:chOff x="577340" y="166428"/>
              <a:chExt cx="900000" cy="975016"/>
            </a:xfrm>
          </p:grpSpPr>
          <p:sp>
            <p:nvSpPr>
              <p:cNvPr id="8690" name="Rectangle 8689">
                <a:extLst>
                  <a:ext uri="{FF2B5EF4-FFF2-40B4-BE49-F238E27FC236}">
                    <a16:creationId xmlns:a16="http://schemas.microsoft.com/office/drawing/2014/main" id="{2072BB47-84CB-47FD-8A25-43491CA83C8F}"/>
                  </a:ext>
                </a:extLst>
              </p:cNvPr>
              <p:cNvSpPr/>
              <p:nvPr/>
            </p:nvSpPr>
            <p:spPr>
              <a:xfrm>
                <a:off x="757550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691" name="Rectangle 8690">
                <a:extLst>
                  <a:ext uri="{FF2B5EF4-FFF2-40B4-BE49-F238E27FC236}">
                    <a16:creationId xmlns:a16="http://schemas.microsoft.com/office/drawing/2014/main" id="{FD392A82-503D-4B66-9AF9-9E65B8C12603}"/>
                  </a:ext>
                </a:extLst>
              </p:cNvPr>
              <p:cNvSpPr/>
              <p:nvPr/>
            </p:nvSpPr>
            <p:spPr>
              <a:xfrm>
                <a:off x="577634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692" name="Rectangle 8691">
                <a:extLst>
                  <a:ext uri="{FF2B5EF4-FFF2-40B4-BE49-F238E27FC236}">
                    <a16:creationId xmlns:a16="http://schemas.microsoft.com/office/drawing/2014/main" id="{E8131C02-69AB-405B-82D1-978E3C621405}"/>
                  </a:ext>
                </a:extLst>
              </p:cNvPr>
              <p:cNvSpPr/>
              <p:nvPr/>
            </p:nvSpPr>
            <p:spPr>
              <a:xfrm>
                <a:off x="937466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693" name="Rectangle 8692">
                <a:extLst>
                  <a:ext uri="{FF2B5EF4-FFF2-40B4-BE49-F238E27FC236}">
                    <a16:creationId xmlns:a16="http://schemas.microsoft.com/office/drawing/2014/main" id="{F369E73F-6F1E-4CCA-9F58-1EF6C7EB008B}"/>
                  </a:ext>
                </a:extLst>
              </p:cNvPr>
              <p:cNvSpPr/>
              <p:nvPr/>
            </p:nvSpPr>
            <p:spPr>
              <a:xfrm>
                <a:off x="1117298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694" name="Rectangle 8693">
                <a:extLst>
                  <a:ext uri="{FF2B5EF4-FFF2-40B4-BE49-F238E27FC236}">
                    <a16:creationId xmlns:a16="http://schemas.microsoft.com/office/drawing/2014/main" id="{E4D8B003-AF02-4D34-8F85-57B55CDD3871}"/>
                  </a:ext>
                </a:extLst>
              </p:cNvPr>
              <p:cNvSpPr/>
              <p:nvPr/>
            </p:nvSpPr>
            <p:spPr>
              <a:xfrm>
                <a:off x="1297214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695" name="Rectangle 8694">
                <a:extLst>
                  <a:ext uri="{FF2B5EF4-FFF2-40B4-BE49-F238E27FC236}">
                    <a16:creationId xmlns:a16="http://schemas.microsoft.com/office/drawing/2014/main" id="{14BBDF8A-4682-45D3-ABAD-64B00A4ED731}"/>
                  </a:ext>
                </a:extLst>
              </p:cNvPr>
              <p:cNvSpPr/>
              <p:nvPr/>
            </p:nvSpPr>
            <p:spPr>
              <a:xfrm>
                <a:off x="757466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696" name="Rectangle 8695">
                <a:extLst>
                  <a:ext uri="{FF2B5EF4-FFF2-40B4-BE49-F238E27FC236}">
                    <a16:creationId xmlns:a16="http://schemas.microsoft.com/office/drawing/2014/main" id="{C13E0C4B-1D4F-471E-A5AD-E4BC58BB3024}"/>
                  </a:ext>
                </a:extLst>
              </p:cNvPr>
              <p:cNvSpPr/>
              <p:nvPr/>
            </p:nvSpPr>
            <p:spPr>
              <a:xfrm>
                <a:off x="577550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697" name="Rectangle 8696">
                <a:extLst>
                  <a:ext uri="{FF2B5EF4-FFF2-40B4-BE49-F238E27FC236}">
                    <a16:creationId xmlns:a16="http://schemas.microsoft.com/office/drawing/2014/main" id="{1E8CE2AB-2430-43FD-88E9-634F132AAB31}"/>
                  </a:ext>
                </a:extLst>
              </p:cNvPr>
              <p:cNvSpPr/>
              <p:nvPr/>
            </p:nvSpPr>
            <p:spPr>
              <a:xfrm>
                <a:off x="937382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698" name="Rectangle 8697">
                <a:extLst>
                  <a:ext uri="{FF2B5EF4-FFF2-40B4-BE49-F238E27FC236}">
                    <a16:creationId xmlns:a16="http://schemas.microsoft.com/office/drawing/2014/main" id="{9E64BB36-121D-45B5-AE9E-04F22BB2C216}"/>
                  </a:ext>
                </a:extLst>
              </p:cNvPr>
              <p:cNvSpPr/>
              <p:nvPr/>
            </p:nvSpPr>
            <p:spPr>
              <a:xfrm>
                <a:off x="1117214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699" name="Rectangle 8698">
                <a:extLst>
                  <a:ext uri="{FF2B5EF4-FFF2-40B4-BE49-F238E27FC236}">
                    <a16:creationId xmlns:a16="http://schemas.microsoft.com/office/drawing/2014/main" id="{13321878-5F07-4A14-B23A-57FA538E97B3}"/>
                  </a:ext>
                </a:extLst>
              </p:cNvPr>
              <p:cNvSpPr/>
              <p:nvPr/>
            </p:nvSpPr>
            <p:spPr>
              <a:xfrm>
                <a:off x="1297130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700" name="Rectangle 8699">
                <a:extLst>
                  <a:ext uri="{FF2B5EF4-FFF2-40B4-BE49-F238E27FC236}">
                    <a16:creationId xmlns:a16="http://schemas.microsoft.com/office/drawing/2014/main" id="{3E8B26BB-C162-4CAF-8919-EF4839B4A043}"/>
                  </a:ext>
                </a:extLst>
              </p:cNvPr>
              <p:cNvSpPr/>
              <p:nvPr/>
            </p:nvSpPr>
            <p:spPr>
              <a:xfrm>
                <a:off x="757550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701" name="Rectangle 8700">
                <a:extLst>
                  <a:ext uri="{FF2B5EF4-FFF2-40B4-BE49-F238E27FC236}">
                    <a16:creationId xmlns:a16="http://schemas.microsoft.com/office/drawing/2014/main" id="{C8C38007-7AE0-49F4-AA4F-ED66905690A4}"/>
                  </a:ext>
                </a:extLst>
              </p:cNvPr>
              <p:cNvSpPr/>
              <p:nvPr/>
            </p:nvSpPr>
            <p:spPr>
              <a:xfrm>
                <a:off x="577634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702" name="Rectangle 8701">
                <a:extLst>
                  <a:ext uri="{FF2B5EF4-FFF2-40B4-BE49-F238E27FC236}">
                    <a16:creationId xmlns:a16="http://schemas.microsoft.com/office/drawing/2014/main" id="{5A8361CA-680F-45F3-A21C-8BEEE02F34C3}"/>
                  </a:ext>
                </a:extLst>
              </p:cNvPr>
              <p:cNvSpPr/>
              <p:nvPr/>
            </p:nvSpPr>
            <p:spPr>
              <a:xfrm>
                <a:off x="937466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703" name="Rectangle 8702">
                <a:extLst>
                  <a:ext uri="{FF2B5EF4-FFF2-40B4-BE49-F238E27FC236}">
                    <a16:creationId xmlns:a16="http://schemas.microsoft.com/office/drawing/2014/main" id="{3C722730-A2DD-4CBE-B807-91549D72388A}"/>
                  </a:ext>
                </a:extLst>
              </p:cNvPr>
              <p:cNvSpPr/>
              <p:nvPr/>
            </p:nvSpPr>
            <p:spPr>
              <a:xfrm>
                <a:off x="1117298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704" name="Rectangle 8703">
                <a:extLst>
                  <a:ext uri="{FF2B5EF4-FFF2-40B4-BE49-F238E27FC236}">
                    <a16:creationId xmlns:a16="http://schemas.microsoft.com/office/drawing/2014/main" id="{4B63B2AA-AD7D-4206-AB24-8D005AC5273B}"/>
                  </a:ext>
                </a:extLst>
              </p:cNvPr>
              <p:cNvSpPr/>
              <p:nvPr/>
            </p:nvSpPr>
            <p:spPr>
              <a:xfrm>
                <a:off x="1297214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705" name="Rectangle 8704">
                <a:extLst>
                  <a:ext uri="{FF2B5EF4-FFF2-40B4-BE49-F238E27FC236}">
                    <a16:creationId xmlns:a16="http://schemas.microsoft.com/office/drawing/2014/main" id="{AA6F6B95-5E2C-4B16-9D85-A798791032F6}"/>
                  </a:ext>
                </a:extLst>
              </p:cNvPr>
              <p:cNvSpPr/>
              <p:nvPr/>
            </p:nvSpPr>
            <p:spPr>
              <a:xfrm>
                <a:off x="757466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706" name="Rectangle 8705">
                <a:extLst>
                  <a:ext uri="{FF2B5EF4-FFF2-40B4-BE49-F238E27FC236}">
                    <a16:creationId xmlns:a16="http://schemas.microsoft.com/office/drawing/2014/main" id="{F2D828FA-E322-4A76-B5BA-9F0DD3C3E38E}"/>
                  </a:ext>
                </a:extLst>
              </p:cNvPr>
              <p:cNvSpPr/>
              <p:nvPr/>
            </p:nvSpPr>
            <p:spPr>
              <a:xfrm>
                <a:off x="577550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707" name="Rectangle 8706">
                <a:extLst>
                  <a:ext uri="{FF2B5EF4-FFF2-40B4-BE49-F238E27FC236}">
                    <a16:creationId xmlns:a16="http://schemas.microsoft.com/office/drawing/2014/main" id="{E9E8AA24-7BE4-48CC-9651-A0C0BDCA86BB}"/>
                  </a:ext>
                </a:extLst>
              </p:cNvPr>
              <p:cNvSpPr/>
              <p:nvPr/>
            </p:nvSpPr>
            <p:spPr>
              <a:xfrm>
                <a:off x="937382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708" name="Rectangle 8707">
                <a:extLst>
                  <a:ext uri="{FF2B5EF4-FFF2-40B4-BE49-F238E27FC236}">
                    <a16:creationId xmlns:a16="http://schemas.microsoft.com/office/drawing/2014/main" id="{5AD14553-DFCB-41AC-914D-8BC53D83B4DB}"/>
                  </a:ext>
                </a:extLst>
              </p:cNvPr>
              <p:cNvSpPr/>
              <p:nvPr/>
            </p:nvSpPr>
            <p:spPr>
              <a:xfrm>
                <a:off x="1117214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709" name="Rectangle 8708">
                <a:extLst>
                  <a:ext uri="{FF2B5EF4-FFF2-40B4-BE49-F238E27FC236}">
                    <a16:creationId xmlns:a16="http://schemas.microsoft.com/office/drawing/2014/main" id="{A316032A-87F0-4502-BC7E-864A70483D67}"/>
                  </a:ext>
                </a:extLst>
              </p:cNvPr>
              <p:cNvSpPr/>
              <p:nvPr/>
            </p:nvSpPr>
            <p:spPr>
              <a:xfrm>
                <a:off x="1297130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710" name="Rectangle 8709">
                <a:extLst>
                  <a:ext uri="{FF2B5EF4-FFF2-40B4-BE49-F238E27FC236}">
                    <a16:creationId xmlns:a16="http://schemas.microsoft.com/office/drawing/2014/main" id="{8B04A37E-8D97-4B1D-948B-D23E208A7C8F}"/>
                  </a:ext>
                </a:extLst>
              </p:cNvPr>
              <p:cNvSpPr/>
              <p:nvPr/>
            </p:nvSpPr>
            <p:spPr>
              <a:xfrm>
                <a:off x="757382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711" name="Rectangle 8710">
                <a:extLst>
                  <a:ext uri="{FF2B5EF4-FFF2-40B4-BE49-F238E27FC236}">
                    <a16:creationId xmlns:a16="http://schemas.microsoft.com/office/drawing/2014/main" id="{4E2AC16B-51E1-41D7-850D-089913FA0710}"/>
                  </a:ext>
                </a:extLst>
              </p:cNvPr>
              <p:cNvSpPr/>
              <p:nvPr/>
            </p:nvSpPr>
            <p:spPr>
              <a:xfrm>
                <a:off x="577466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712" name="Rectangle 8711">
                <a:extLst>
                  <a:ext uri="{FF2B5EF4-FFF2-40B4-BE49-F238E27FC236}">
                    <a16:creationId xmlns:a16="http://schemas.microsoft.com/office/drawing/2014/main" id="{ABD2CAC0-2F5A-43BF-9285-075F799C766E}"/>
                  </a:ext>
                </a:extLst>
              </p:cNvPr>
              <p:cNvSpPr/>
              <p:nvPr/>
            </p:nvSpPr>
            <p:spPr>
              <a:xfrm>
                <a:off x="937298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713" name="Rectangle 8712">
                <a:extLst>
                  <a:ext uri="{FF2B5EF4-FFF2-40B4-BE49-F238E27FC236}">
                    <a16:creationId xmlns:a16="http://schemas.microsoft.com/office/drawing/2014/main" id="{999CE40A-43D1-483F-B106-A1856CAA9F04}"/>
                  </a:ext>
                </a:extLst>
              </p:cNvPr>
              <p:cNvSpPr/>
              <p:nvPr/>
            </p:nvSpPr>
            <p:spPr>
              <a:xfrm>
                <a:off x="1117130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714" name="Rectangle 8713">
                <a:extLst>
                  <a:ext uri="{FF2B5EF4-FFF2-40B4-BE49-F238E27FC236}">
                    <a16:creationId xmlns:a16="http://schemas.microsoft.com/office/drawing/2014/main" id="{C0F37D39-5B1E-4FAC-B92D-81898ED4650F}"/>
                  </a:ext>
                </a:extLst>
              </p:cNvPr>
              <p:cNvSpPr/>
              <p:nvPr/>
            </p:nvSpPr>
            <p:spPr>
              <a:xfrm>
                <a:off x="1297046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715" name="Rectangle 8714">
                <a:extLst>
                  <a:ext uri="{FF2B5EF4-FFF2-40B4-BE49-F238E27FC236}">
                    <a16:creationId xmlns:a16="http://schemas.microsoft.com/office/drawing/2014/main" id="{9484DA9C-513E-45E5-8E6A-11E52AC4CEC4}"/>
                  </a:ext>
                </a:extLst>
              </p:cNvPr>
              <p:cNvSpPr/>
              <p:nvPr/>
            </p:nvSpPr>
            <p:spPr>
              <a:xfrm>
                <a:off x="577340" y="167393"/>
                <a:ext cx="900000" cy="974051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3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</p:grpSp>
        <p:grpSp>
          <p:nvGrpSpPr>
            <p:cNvPr id="8393" name="Groupe 8392"/>
            <p:cNvGrpSpPr/>
            <p:nvPr userDrawn="1"/>
          </p:nvGrpSpPr>
          <p:grpSpPr>
            <a:xfrm>
              <a:off x="1476794" y="121922"/>
              <a:ext cx="900000" cy="975016"/>
              <a:chOff x="577340" y="166428"/>
              <a:chExt cx="900000" cy="975016"/>
            </a:xfrm>
          </p:grpSpPr>
          <p:sp>
            <p:nvSpPr>
              <p:cNvPr id="8664" name="Rectangle 8663">
                <a:extLst>
                  <a:ext uri="{FF2B5EF4-FFF2-40B4-BE49-F238E27FC236}">
                    <a16:creationId xmlns:a16="http://schemas.microsoft.com/office/drawing/2014/main" id="{2072BB47-84CB-47FD-8A25-43491CA83C8F}"/>
                  </a:ext>
                </a:extLst>
              </p:cNvPr>
              <p:cNvSpPr/>
              <p:nvPr/>
            </p:nvSpPr>
            <p:spPr>
              <a:xfrm>
                <a:off x="757550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665" name="Rectangle 8664">
                <a:extLst>
                  <a:ext uri="{FF2B5EF4-FFF2-40B4-BE49-F238E27FC236}">
                    <a16:creationId xmlns:a16="http://schemas.microsoft.com/office/drawing/2014/main" id="{FD392A82-503D-4B66-9AF9-9E65B8C12603}"/>
                  </a:ext>
                </a:extLst>
              </p:cNvPr>
              <p:cNvSpPr/>
              <p:nvPr/>
            </p:nvSpPr>
            <p:spPr>
              <a:xfrm>
                <a:off x="577634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666" name="Rectangle 8665">
                <a:extLst>
                  <a:ext uri="{FF2B5EF4-FFF2-40B4-BE49-F238E27FC236}">
                    <a16:creationId xmlns:a16="http://schemas.microsoft.com/office/drawing/2014/main" id="{E8131C02-69AB-405B-82D1-978E3C621405}"/>
                  </a:ext>
                </a:extLst>
              </p:cNvPr>
              <p:cNvSpPr/>
              <p:nvPr/>
            </p:nvSpPr>
            <p:spPr>
              <a:xfrm>
                <a:off x="937466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667" name="Rectangle 8666">
                <a:extLst>
                  <a:ext uri="{FF2B5EF4-FFF2-40B4-BE49-F238E27FC236}">
                    <a16:creationId xmlns:a16="http://schemas.microsoft.com/office/drawing/2014/main" id="{F369E73F-6F1E-4CCA-9F58-1EF6C7EB008B}"/>
                  </a:ext>
                </a:extLst>
              </p:cNvPr>
              <p:cNvSpPr/>
              <p:nvPr/>
            </p:nvSpPr>
            <p:spPr>
              <a:xfrm>
                <a:off x="1117298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668" name="Rectangle 8667">
                <a:extLst>
                  <a:ext uri="{FF2B5EF4-FFF2-40B4-BE49-F238E27FC236}">
                    <a16:creationId xmlns:a16="http://schemas.microsoft.com/office/drawing/2014/main" id="{E4D8B003-AF02-4D34-8F85-57B55CDD3871}"/>
                  </a:ext>
                </a:extLst>
              </p:cNvPr>
              <p:cNvSpPr/>
              <p:nvPr/>
            </p:nvSpPr>
            <p:spPr>
              <a:xfrm>
                <a:off x="1297214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669" name="Rectangle 8668">
                <a:extLst>
                  <a:ext uri="{FF2B5EF4-FFF2-40B4-BE49-F238E27FC236}">
                    <a16:creationId xmlns:a16="http://schemas.microsoft.com/office/drawing/2014/main" id="{14BBDF8A-4682-45D3-ABAD-64B00A4ED731}"/>
                  </a:ext>
                </a:extLst>
              </p:cNvPr>
              <p:cNvSpPr/>
              <p:nvPr/>
            </p:nvSpPr>
            <p:spPr>
              <a:xfrm>
                <a:off x="757466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670" name="Rectangle 8669">
                <a:extLst>
                  <a:ext uri="{FF2B5EF4-FFF2-40B4-BE49-F238E27FC236}">
                    <a16:creationId xmlns:a16="http://schemas.microsoft.com/office/drawing/2014/main" id="{C13E0C4B-1D4F-471E-A5AD-E4BC58BB3024}"/>
                  </a:ext>
                </a:extLst>
              </p:cNvPr>
              <p:cNvSpPr/>
              <p:nvPr/>
            </p:nvSpPr>
            <p:spPr>
              <a:xfrm>
                <a:off x="577550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671" name="Rectangle 8670">
                <a:extLst>
                  <a:ext uri="{FF2B5EF4-FFF2-40B4-BE49-F238E27FC236}">
                    <a16:creationId xmlns:a16="http://schemas.microsoft.com/office/drawing/2014/main" id="{1E8CE2AB-2430-43FD-88E9-634F132AAB31}"/>
                  </a:ext>
                </a:extLst>
              </p:cNvPr>
              <p:cNvSpPr/>
              <p:nvPr/>
            </p:nvSpPr>
            <p:spPr>
              <a:xfrm>
                <a:off x="937382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672" name="Rectangle 8671">
                <a:extLst>
                  <a:ext uri="{FF2B5EF4-FFF2-40B4-BE49-F238E27FC236}">
                    <a16:creationId xmlns:a16="http://schemas.microsoft.com/office/drawing/2014/main" id="{9E64BB36-121D-45B5-AE9E-04F22BB2C216}"/>
                  </a:ext>
                </a:extLst>
              </p:cNvPr>
              <p:cNvSpPr/>
              <p:nvPr/>
            </p:nvSpPr>
            <p:spPr>
              <a:xfrm>
                <a:off x="1117214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673" name="Rectangle 8672">
                <a:extLst>
                  <a:ext uri="{FF2B5EF4-FFF2-40B4-BE49-F238E27FC236}">
                    <a16:creationId xmlns:a16="http://schemas.microsoft.com/office/drawing/2014/main" id="{13321878-5F07-4A14-B23A-57FA538E97B3}"/>
                  </a:ext>
                </a:extLst>
              </p:cNvPr>
              <p:cNvSpPr/>
              <p:nvPr/>
            </p:nvSpPr>
            <p:spPr>
              <a:xfrm>
                <a:off x="1297130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674" name="Rectangle 8673">
                <a:extLst>
                  <a:ext uri="{FF2B5EF4-FFF2-40B4-BE49-F238E27FC236}">
                    <a16:creationId xmlns:a16="http://schemas.microsoft.com/office/drawing/2014/main" id="{3E8B26BB-C162-4CAF-8919-EF4839B4A043}"/>
                  </a:ext>
                </a:extLst>
              </p:cNvPr>
              <p:cNvSpPr/>
              <p:nvPr/>
            </p:nvSpPr>
            <p:spPr>
              <a:xfrm>
                <a:off x="757550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675" name="Rectangle 8674">
                <a:extLst>
                  <a:ext uri="{FF2B5EF4-FFF2-40B4-BE49-F238E27FC236}">
                    <a16:creationId xmlns:a16="http://schemas.microsoft.com/office/drawing/2014/main" id="{C8C38007-7AE0-49F4-AA4F-ED66905690A4}"/>
                  </a:ext>
                </a:extLst>
              </p:cNvPr>
              <p:cNvSpPr/>
              <p:nvPr/>
            </p:nvSpPr>
            <p:spPr>
              <a:xfrm>
                <a:off x="577634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676" name="Rectangle 8675">
                <a:extLst>
                  <a:ext uri="{FF2B5EF4-FFF2-40B4-BE49-F238E27FC236}">
                    <a16:creationId xmlns:a16="http://schemas.microsoft.com/office/drawing/2014/main" id="{5A8361CA-680F-45F3-A21C-8BEEE02F34C3}"/>
                  </a:ext>
                </a:extLst>
              </p:cNvPr>
              <p:cNvSpPr/>
              <p:nvPr/>
            </p:nvSpPr>
            <p:spPr>
              <a:xfrm>
                <a:off x="937466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677" name="Rectangle 8676">
                <a:extLst>
                  <a:ext uri="{FF2B5EF4-FFF2-40B4-BE49-F238E27FC236}">
                    <a16:creationId xmlns:a16="http://schemas.microsoft.com/office/drawing/2014/main" id="{3C722730-A2DD-4CBE-B807-91549D72388A}"/>
                  </a:ext>
                </a:extLst>
              </p:cNvPr>
              <p:cNvSpPr/>
              <p:nvPr/>
            </p:nvSpPr>
            <p:spPr>
              <a:xfrm>
                <a:off x="1117298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678" name="Rectangle 8677">
                <a:extLst>
                  <a:ext uri="{FF2B5EF4-FFF2-40B4-BE49-F238E27FC236}">
                    <a16:creationId xmlns:a16="http://schemas.microsoft.com/office/drawing/2014/main" id="{4B63B2AA-AD7D-4206-AB24-8D005AC5273B}"/>
                  </a:ext>
                </a:extLst>
              </p:cNvPr>
              <p:cNvSpPr/>
              <p:nvPr/>
            </p:nvSpPr>
            <p:spPr>
              <a:xfrm>
                <a:off x="1297214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679" name="Rectangle 8678">
                <a:extLst>
                  <a:ext uri="{FF2B5EF4-FFF2-40B4-BE49-F238E27FC236}">
                    <a16:creationId xmlns:a16="http://schemas.microsoft.com/office/drawing/2014/main" id="{AA6F6B95-5E2C-4B16-9D85-A798791032F6}"/>
                  </a:ext>
                </a:extLst>
              </p:cNvPr>
              <p:cNvSpPr/>
              <p:nvPr/>
            </p:nvSpPr>
            <p:spPr>
              <a:xfrm>
                <a:off x="757466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680" name="Rectangle 8679">
                <a:extLst>
                  <a:ext uri="{FF2B5EF4-FFF2-40B4-BE49-F238E27FC236}">
                    <a16:creationId xmlns:a16="http://schemas.microsoft.com/office/drawing/2014/main" id="{F2D828FA-E322-4A76-B5BA-9F0DD3C3E38E}"/>
                  </a:ext>
                </a:extLst>
              </p:cNvPr>
              <p:cNvSpPr/>
              <p:nvPr/>
            </p:nvSpPr>
            <p:spPr>
              <a:xfrm>
                <a:off x="577550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681" name="Rectangle 8680">
                <a:extLst>
                  <a:ext uri="{FF2B5EF4-FFF2-40B4-BE49-F238E27FC236}">
                    <a16:creationId xmlns:a16="http://schemas.microsoft.com/office/drawing/2014/main" id="{E9E8AA24-7BE4-48CC-9651-A0C0BDCA86BB}"/>
                  </a:ext>
                </a:extLst>
              </p:cNvPr>
              <p:cNvSpPr/>
              <p:nvPr/>
            </p:nvSpPr>
            <p:spPr>
              <a:xfrm>
                <a:off x="937382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682" name="Rectangle 8681">
                <a:extLst>
                  <a:ext uri="{FF2B5EF4-FFF2-40B4-BE49-F238E27FC236}">
                    <a16:creationId xmlns:a16="http://schemas.microsoft.com/office/drawing/2014/main" id="{5AD14553-DFCB-41AC-914D-8BC53D83B4DB}"/>
                  </a:ext>
                </a:extLst>
              </p:cNvPr>
              <p:cNvSpPr/>
              <p:nvPr/>
            </p:nvSpPr>
            <p:spPr>
              <a:xfrm>
                <a:off x="1117214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683" name="Rectangle 8682">
                <a:extLst>
                  <a:ext uri="{FF2B5EF4-FFF2-40B4-BE49-F238E27FC236}">
                    <a16:creationId xmlns:a16="http://schemas.microsoft.com/office/drawing/2014/main" id="{A316032A-87F0-4502-BC7E-864A70483D67}"/>
                  </a:ext>
                </a:extLst>
              </p:cNvPr>
              <p:cNvSpPr/>
              <p:nvPr/>
            </p:nvSpPr>
            <p:spPr>
              <a:xfrm>
                <a:off x="1297130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684" name="Rectangle 8683">
                <a:extLst>
                  <a:ext uri="{FF2B5EF4-FFF2-40B4-BE49-F238E27FC236}">
                    <a16:creationId xmlns:a16="http://schemas.microsoft.com/office/drawing/2014/main" id="{8B04A37E-8D97-4B1D-948B-D23E208A7C8F}"/>
                  </a:ext>
                </a:extLst>
              </p:cNvPr>
              <p:cNvSpPr/>
              <p:nvPr/>
            </p:nvSpPr>
            <p:spPr>
              <a:xfrm>
                <a:off x="757382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685" name="Rectangle 8684">
                <a:extLst>
                  <a:ext uri="{FF2B5EF4-FFF2-40B4-BE49-F238E27FC236}">
                    <a16:creationId xmlns:a16="http://schemas.microsoft.com/office/drawing/2014/main" id="{4E2AC16B-51E1-41D7-850D-089913FA0710}"/>
                  </a:ext>
                </a:extLst>
              </p:cNvPr>
              <p:cNvSpPr/>
              <p:nvPr/>
            </p:nvSpPr>
            <p:spPr>
              <a:xfrm>
                <a:off x="577466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686" name="Rectangle 8685">
                <a:extLst>
                  <a:ext uri="{FF2B5EF4-FFF2-40B4-BE49-F238E27FC236}">
                    <a16:creationId xmlns:a16="http://schemas.microsoft.com/office/drawing/2014/main" id="{ABD2CAC0-2F5A-43BF-9285-075F799C766E}"/>
                  </a:ext>
                </a:extLst>
              </p:cNvPr>
              <p:cNvSpPr/>
              <p:nvPr/>
            </p:nvSpPr>
            <p:spPr>
              <a:xfrm>
                <a:off x="937298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687" name="Rectangle 8686">
                <a:extLst>
                  <a:ext uri="{FF2B5EF4-FFF2-40B4-BE49-F238E27FC236}">
                    <a16:creationId xmlns:a16="http://schemas.microsoft.com/office/drawing/2014/main" id="{999CE40A-43D1-483F-B106-A1856CAA9F04}"/>
                  </a:ext>
                </a:extLst>
              </p:cNvPr>
              <p:cNvSpPr/>
              <p:nvPr/>
            </p:nvSpPr>
            <p:spPr>
              <a:xfrm>
                <a:off x="1117130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688" name="Rectangle 8687">
                <a:extLst>
                  <a:ext uri="{FF2B5EF4-FFF2-40B4-BE49-F238E27FC236}">
                    <a16:creationId xmlns:a16="http://schemas.microsoft.com/office/drawing/2014/main" id="{C0F37D39-5B1E-4FAC-B92D-81898ED4650F}"/>
                  </a:ext>
                </a:extLst>
              </p:cNvPr>
              <p:cNvSpPr/>
              <p:nvPr/>
            </p:nvSpPr>
            <p:spPr>
              <a:xfrm>
                <a:off x="1297046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689" name="Rectangle 8688">
                <a:extLst>
                  <a:ext uri="{FF2B5EF4-FFF2-40B4-BE49-F238E27FC236}">
                    <a16:creationId xmlns:a16="http://schemas.microsoft.com/office/drawing/2014/main" id="{9484DA9C-513E-45E5-8E6A-11E52AC4CEC4}"/>
                  </a:ext>
                </a:extLst>
              </p:cNvPr>
              <p:cNvSpPr/>
              <p:nvPr/>
            </p:nvSpPr>
            <p:spPr>
              <a:xfrm>
                <a:off x="577340" y="167393"/>
                <a:ext cx="900000" cy="974051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3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</p:grpSp>
        <p:grpSp>
          <p:nvGrpSpPr>
            <p:cNvPr id="8394" name="Groupe 8393"/>
            <p:cNvGrpSpPr/>
            <p:nvPr userDrawn="1"/>
          </p:nvGrpSpPr>
          <p:grpSpPr>
            <a:xfrm>
              <a:off x="2376164" y="121922"/>
              <a:ext cx="900000" cy="975016"/>
              <a:chOff x="577340" y="166428"/>
              <a:chExt cx="900000" cy="975016"/>
            </a:xfrm>
          </p:grpSpPr>
          <p:sp>
            <p:nvSpPr>
              <p:cNvPr id="8638" name="Rectangle 8637">
                <a:extLst>
                  <a:ext uri="{FF2B5EF4-FFF2-40B4-BE49-F238E27FC236}">
                    <a16:creationId xmlns:a16="http://schemas.microsoft.com/office/drawing/2014/main" id="{2072BB47-84CB-47FD-8A25-43491CA83C8F}"/>
                  </a:ext>
                </a:extLst>
              </p:cNvPr>
              <p:cNvSpPr/>
              <p:nvPr/>
            </p:nvSpPr>
            <p:spPr>
              <a:xfrm>
                <a:off x="757550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639" name="Rectangle 8638">
                <a:extLst>
                  <a:ext uri="{FF2B5EF4-FFF2-40B4-BE49-F238E27FC236}">
                    <a16:creationId xmlns:a16="http://schemas.microsoft.com/office/drawing/2014/main" id="{FD392A82-503D-4B66-9AF9-9E65B8C12603}"/>
                  </a:ext>
                </a:extLst>
              </p:cNvPr>
              <p:cNvSpPr/>
              <p:nvPr/>
            </p:nvSpPr>
            <p:spPr>
              <a:xfrm>
                <a:off x="577634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640" name="Rectangle 8639">
                <a:extLst>
                  <a:ext uri="{FF2B5EF4-FFF2-40B4-BE49-F238E27FC236}">
                    <a16:creationId xmlns:a16="http://schemas.microsoft.com/office/drawing/2014/main" id="{E8131C02-69AB-405B-82D1-978E3C621405}"/>
                  </a:ext>
                </a:extLst>
              </p:cNvPr>
              <p:cNvSpPr/>
              <p:nvPr/>
            </p:nvSpPr>
            <p:spPr>
              <a:xfrm>
                <a:off x="937466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641" name="Rectangle 8640">
                <a:extLst>
                  <a:ext uri="{FF2B5EF4-FFF2-40B4-BE49-F238E27FC236}">
                    <a16:creationId xmlns:a16="http://schemas.microsoft.com/office/drawing/2014/main" id="{F369E73F-6F1E-4CCA-9F58-1EF6C7EB008B}"/>
                  </a:ext>
                </a:extLst>
              </p:cNvPr>
              <p:cNvSpPr/>
              <p:nvPr/>
            </p:nvSpPr>
            <p:spPr>
              <a:xfrm>
                <a:off x="1117298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642" name="Rectangle 8641">
                <a:extLst>
                  <a:ext uri="{FF2B5EF4-FFF2-40B4-BE49-F238E27FC236}">
                    <a16:creationId xmlns:a16="http://schemas.microsoft.com/office/drawing/2014/main" id="{E4D8B003-AF02-4D34-8F85-57B55CDD3871}"/>
                  </a:ext>
                </a:extLst>
              </p:cNvPr>
              <p:cNvSpPr/>
              <p:nvPr/>
            </p:nvSpPr>
            <p:spPr>
              <a:xfrm>
                <a:off x="1297214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643" name="Rectangle 8642">
                <a:extLst>
                  <a:ext uri="{FF2B5EF4-FFF2-40B4-BE49-F238E27FC236}">
                    <a16:creationId xmlns:a16="http://schemas.microsoft.com/office/drawing/2014/main" id="{14BBDF8A-4682-45D3-ABAD-64B00A4ED731}"/>
                  </a:ext>
                </a:extLst>
              </p:cNvPr>
              <p:cNvSpPr/>
              <p:nvPr/>
            </p:nvSpPr>
            <p:spPr>
              <a:xfrm>
                <a:off x="757466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644" name="Rectangle 8643">
                <a:extLst>
                  <a:ext uri="{FF2B5EF4-FFF2-40B4-BE49-F238E27FC236}">
                    <a16:creationId xmlns:a16="http://schemas.microsoft.com/office/drawing/2014/main" id="{C13E0C4B-1D4F-471E-A5AD-E4BC58BB3024}"/>
                  </a:ext>
                </a:extLst>
              </p:cNvPr>
              <p:cNvSpPr/>
              <p:nvPr/>
            </p:nvSpPr>
            <p:spPr>
              <a:xfrm>
                <a:off x="577550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645" name="Rectangle 8644">
                <a:extLst>
                  <a:ext uri="{FF2B5EF4-FFF2-40B4-BE49-F238E27FC236}">
                    <a16:creationId xmlns:a16="http://schemas.microsoft.com/office/drawing/2014/main" id="{1E8CE2AB-2430-43FD-88E9-634F132AAB31}"/>
                  </a:ext>
                </a:extLst>
              </p:cNvPr>
              <p:cNvSpPr/>
              <p:nvPr/>
            </p:nvSpPr>
            <p:spPr>
              <a:xfrm>
                <a:off x="937382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646" name="Rectangle 8645">
                <a:extLst>
                  <a:ext uri="{FF2B5EF4-FFF2-40B4-BE49-F238E27FC236}">
                    <a16:creationId xmlns:a16="http://schemas.microsoft.com/office/drawing/2014/main" id="{9E64BB36-121D-45B5-AE9E-04F22BB2C216}"/>
                  </a:ext>
                </a:extLst>
              </p:cNvPr>
              <p:cNvSpPr/>
              <p:nvPr/>
            </p:nvSpPr>
            <p:spPr>
              <a:xfrm>
                <a:off x="1117214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647" name="Rectangle 8646">
                <a:extLst>
                  <a:ext uri="{FF2B5EF4-FFF2-40B4-BE49-F238E27FC236}">
                    <a16:creationId xmlns:a16="http://schemas.microsoft.com/office/drawing/2014/main" id="{13321878-5F07-4A14-B23A-57FA538E97B3}"/>
                  </a:ext>
                </a:extLst>
              </p:cNvPr>
              <p:cNvSpPr/>
              <p:nvPr/>
            </p:nvSpPr>
            <p:spPr>
              <a:xfrm>
                <a:off x="1297130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648" name="Rectangle 8647">
                <a:extLst>
                  <a:ext uri="{FF2B5EF4-FFF2-40B4-BE49-F238E27FC236}">
                    <a16:creationId xmlns:a16="http://schemas.microsoft.com/office/drawing/2014/main" id="{3E8B26BB-C162-4CAF-8919-EF4839B4A043}"/>
                  </a:ext>
                </a:extLst>
              </p:cNvPr>
              <p:cNvSpPr/>
              <p:nvPr/>
            </p:nvSpPr>
            <p:spPr>
              <a:xfrm>
                <a:off x="757550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649" name="Rectangle 8648">
                <a:extLst>
                  <a:ext uri="{FF2B5EF4-FFF2-40B4-BE49-F238E27FC236}">
                    <a16:creationId xmlns:a16="http://schemas.microsoft.com/office/drawing/2014/main" id="{C8C38007-7AE0-49F4-AA4F-ED66905690A4}"/>
                  </a:ext>
                </a:extLst>
              </p:cNvPr>
              <p:cNvSpPr/>
              <p:nvPr/>
            </p:nvSpPr>
            <p:spPr>
              <a:xfrm>
                <a:off x="577634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650" name="Rectangle 8649">
                <a:extLst>
                  <a:ext uri="{FF2B5EF4-FFF2-40B4-BE49-F238E27FC236}">
                    <a16:creationId xmlns:a16="http://schemas.microsoft.com/office/drawing/2014/main" id="{5A8361CA-680F-45F3-A21C-8BEEE02F34C3}"/>
                  </a:ext>
                </a:extLst>
              </p:cNvPr>
              <p:cNvSpPr/>
              <p:nvPr/>
            </p:nvSpPr>
            <p:spPr>
              <a:xfrm>
                <a:off x="937466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651" name="Rectangle 8650">
                <a:extLst>
                  <a:ext uri="{FF2B5EF4-FFF2-40B4-BE49-F238E27FC236}">
                    <a16:creationId xmlns:a16="http://schemas.microsoft.com/office/drawing/2014/main" id="{3C722730-A2DD-4CBE-B807-91549D72388A}"/>
                  </a:ext>
                </a:extLst>
              </p:cNvPr>
              <p:cNvSpPr/>
              <p:nvPr/>
            </p:nvSpPr>
            <p:spPr>
              <a:xfrm>
                <a:off x="1117298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652" name="Rectangle 8651">
                <a:extLst>
                  <a:ext uri="{FF2B5EF4-FFF2-40B4-BE49-F238E27FC236}">
                    <a16:creationId xmlns:a16="http://schemas.microsoft.com/office/drawing/2014/main" id="{4B63B2AA-AD7D-4206-AB24-8D005AC5273B}"/>
                  </a:ext>
                </a:extLst>
              </p:cNvPr>
              <p:cNvSpPr/>
              <p:nvPr/>
            </p:nvSpPr>
            <p:spPr>
              <a:xfrm>
                <a:off x="1297214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653" name="Rectangle 8652">
                <a:extLst>
                  <a:ext uri="{FF2B5EF4-FFF2-40B4-BE49-F238E27FC236}">
                    <a16:creationId xmlns:a16="http://schemas.microsoft.com/office/drawing/2014/main" id="{AA6F6B95-5E2C-4B16-9D85-A798791032F6}"/>
                  </a:ext>
                </a:extLst>
              </p:cNvPr>
              <p:cNvSpPr/>
              <p:nvPr/>
            </p:nvSpPr>
            <p:spPr>
              <a:xfrm>
                <a:off x="757466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654" name="Rectangle 8653">
                <a:extLst>
                  <a:ext uri="{FF2B5EF4-FFF2-40B4-BE49-F238E27FC236}">
                    <a16:creationId xmlns:a16="http://schemas.microsoft.com/office/drawing/2014/main" id="{F2D828FA-E322-4A76-B5BA-9F0DD3C3E38E}"/>
                  </a:ext>
                </a:extLst>
              </p:cNvPr>
              <p:cNvSpPr/>
              <p:nvPr/>
            </p:nvSpPr>
            <p:spPr>
              <a:xfrm>
                <a:off x="577550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655" name="Rectangle 8654">
                <a:extLst>
                  <a:ext uri="{FF2B5EF4-FFF2-40B4-BE49-F238E27FC236}">
                    <a16:creationId xmlns:a16="http://schemas.microsoft.com/office/drawing/2014/main" id="{E9E8AA24-7BE4-48CC-9651-A0C0BDCA86BB}"/>
                  </a:ext>
                </a:extLst>
              </p:cNvPr>
              <p:cNvSpPr/>
              <p:nvPr/>
            </p:nvSpPr>
            <p:spPr>
              <a:xfrm>
                <a:off x="937382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656" name="Rectangle 8655">
                <a:extLst>
                  <a:ext uri="{FF2B5EF4-FFF2-40B4-BE49-F238E27FC236}">
                    <a16:creationId xmlns:a16="http://schemas.microsoft.com/office/drawing/2014/main" id="{5AD14553-DFCB-41AC-914D-8BC53D83B4DB}"/>
                  </a:ext>
                </a:extLst>
              </p:cNvPr>
              <p:cNvSpPr/>
              <p:nvPr/>
            </p:nvSpPr>
            <p:spPr>
              <a:xfrm>
                <a:off x="1117214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657" name="Rectangle 8656">
                <a:extLst>
                  <a:ext uri="{FF2B5EF4-FFF2-40B4-BE49-F238E27FC236}">
                    <a16:creationId xmlns:a16="http://schemas.microsoft.com/office/drawing/2014/main" id="{A316032A-87F0-4502-BC7E-864A70483D67}"/>
                  </a:ext>
                </a:extLst>
              </p:cNvPr>
              <p:cNvSpPr/>
              <p:nvPr/>
            </p:nvSpPr>
            <p:spPr>
              <a:xfrm>
                <a:off x="1297130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658" name="Rectangle 8657">
                <a:extLst>
                  <a:ext uri="{FF2B5EF4-FFF2-40B4-BE49-F238E27FC236}">
                    <a16:creationId xmlns:a16="http://schemas.microsoft.com/office/drawing/2014/main" id="{8B04A37E-8D97-4B1D-948B-D23E208A7C8F}"/>
                  </a:ext>
                </a:extLst>
              </p:cNvPr>
              <p:cNvSpPr/>
              <p:nvPr/>
            </p:nvSpPr>
            <p:spPr>
              <a:xfrm>
                <a:off x="757382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659" name="Rectangle 8658">
                <a:extLst>
                  <a:ext uri="{FF2B5EF4-FFF2-40B4-BE49-F238E27FC236}">
                    <a16:creationId xmlns:a16="http://schemas.microsoft.com/office/drawing/2014/main" id="{4E2AC16B-51E1-41D7-850D-089913FA0710}"/>
                  </a:ext>
                </a:extLst>
              </p:cNvPr>
              <p:cNvSpPr/>
              <p:nvPr/>
            </p:nvSpPr>
            <p:spPr>
              <a:xfrm>
                <a:off x="577466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660" name="Rectangle 8659">
                <a:extLst>
                  <a:ext uri="{FF2B5EF4-FFF2-40B4-BE49-F238E27FC236}">
                    <a16:creationId xmlns:a16="http://schemas.microsoft.com/office/drawing/2014/main" id="{ABD2CAC0-2F5A-43BF-9285-075F799C766E}"/>
                  </a:ext>
                </a:extLst>
              </p:cNvPr>
              <p:cNvSpPr/>
              <p:nvPr/>
            </p:nvSpPr>
            <p:spPr>
              <a:xfrm>
                <a:off x="937298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661" name="Rectangle 8660">
                <a:extLst>
                  <a:ext uri="{FF2B5EF4-FFF2-40B4-BE49-F238E27FC236}">
                    <a16:creationId xmlns:a16="http://schemas.microsoft.com/office/drawing/2014/main" id="{999CE40A-43D1-483F-B106-A1856CAA9F04}"/>
                  </a:ext>
                </a:extLst>
              </p:cNvPr>
              <p:cNvSpPr/>
              <p:nvPr/>
            </p:nvSpPr>
            <p:spPr>
              <a:xfrm>
                <a:off x="1117130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662" name="Rectangle 8661">
                <a:extLst>
                  <a:ext uri="{FF2B5EF4-FFF2-40B4-BE49-F238E27FC236}">
                    <a16:creationId xmlns:a16="http://schemas.microsoft.com/office/drawing/2014/main" id="{C0F37D39-5B1E-4FAC-B92D-81898ED4650F}"/>
                  </a:ext>
                </a:extLst>
              </p:cNvPr>
              <p:cNvSpPr/>
              <p:nvPr/>
            </p:nvSpPr>
            <p:spPr>
              <a:xfrm>
                <a:off x="1297046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663" name="Rectangle 8662">
                <a:extLst>
                  <a:ext uri="{FF2B5EF4-FFF2-40B4-BE49-F238E27FC236}">
                    <a16:creationId xmlns:a16="http://schemas.microsoft.com/office/drawing/2014/main" id="{9484DA9C-513E-45E5-8E6A-11E52AC4CEC4}"/>
                  </a:ext>
                </a:extLst>
              </p:cNvPr>
              <p:cNvSpPr/>
              <p:nvPr/>
            </p:nvSpPr>
            <p:spPr>
              <a:xfrm>
                <a:off x="577340" y="167393"/>
                <a:ext cx="900000" cy="974051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3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</p:grpSp>
        <p:grpSp>
          <p:nvGrpSpPr>
            <p:cNvPr id="8395" name="Groupe 8394"/>
            <p:cNvGrpSpPr/>
            <p:nvPr userDrawn="1"/>
          </p:nvGrpSpPr>
          <p:grpSpPr>
            <a:xfrm>
              <a:off x="3275618" y="120959"/>
              <a:ext cx="900000" cy="975016"/>
              <a:chOff x="577340" y="166428"/>
              <a:chExt cx="900000" cy="975016"/>
            </a:xfrm>
          </p:grpSpPr>
          <p:sp>
            <p:nvSpPr>
              <p:cNvPr id="8612" name="Rectangle 8611">
                <a:extLst>
                  <a:ext uri="{FF2B5EF4-FFF2-40B4-BE49-F238E27FC236}">
                    <a16:creationId xmlns:a16="http://schemas.microsoft.com/office/drawing/2014/main" id="{2072BB47-84CB-47FD-8A25-43491CA83C8F}"/>
                  </a:ext>
                </a:extLst>
              </p:cNvPr>
              <p:cNvSpPr/>
              <p:nvPr/>
            </p:nvSpPr>
            <p:spPr>
              <a:xfrm>
                <a:off x="757550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613" name="Rectangle 8612">
                <a:extLst>
                  <a:ext uri="{FF2B5EF4-FFF2-40B4-BE49-F238E27FC236}">
                    <a16:creationId xmlns:a16="http://schemas.microsoft.com/office/drawing/2014/main" id="{FD392A82-503D-4B66-9AF9-9E65B8C12603}"/>
                  </a:ext>
                </a:extLst>
              </p:cNvPr>
              <p:cNvSpPr/>
              <p:nvPr/>
            </p:nvSpPr>
            <p:spPr>
              <a:xfrm>
                <a:off x="577634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614" name="Rectangle 8613">
                <a:extLst>
                  <a:ext uri="{FF2B5EF4-FFF2-40B4-BE49-F238E27FC236}">
                    <a16:creationId xmlns:a16="http://schemas.microsoft.com/office/drawing/2014/main" id="{E8131C02-69AB-405B-82D1-978E3C621405}"/>
                  </a:ext>
                </a:extLst>
              </p:cNvPr>
              <p:cNvSpPr/>
              <p:nvPr/>
            </p:nvSpPr>
            <p:spPr>
              <a:xfrm>
                <a:off x="937466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615" name="Rectangle 8614">
                <a:extLst>
                  <a:ext uri="{FF2B5EF4-FFF2-40B4-BE49-F238E27FC236}">
                    <a16:creationId xmlns:a16="http://schemas.microsoft.com/office/drawing/2014/main" id="{F369E73F-6F1E-4CCA-9F58-1EF6C7EB008B}"/>
                  </a:ext>
                </a:extLst>
              </p:cNvPr>
              <p:cNvSpPr/>
              <p:nvPr/>
            </p:nvSpPr>
            <p:spPr>
              <a:xfrm>
                <a:off x="1117298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616" name="Rectangle 8615">
                <a:extLst>
                  <a:ext uri="{FF2B5EF4-FFF2-40B4-BE49-F238E27FC236}">
                    <a16:creationId xmlns:a16="http://schemas.microsoft.com/office/drawing/2014/main" id="{E4D8B003-AF02-4D34-8F85-57B55CDD3871}"/>
                  </a:ext>
                </a:extLst>
              </p:cNvPr>
              <p:cNvSpPr/>
              <p:nvPr/>
            </p:nvSpPr>
            <p:spPr>
              <a:xfrm>
                <a:off x="1297214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617" name="Rectangle 8616">
                <a:extLst>
                  <a:ext uri="{FF2B5EF4-FFF2-40B4-BE49-F238E27FC236}">
                    <a16:creationId xmlns:a16="http://schemas.microsoft.com/office/drawing/2014/main" id="{14BBDF8A-4682-45D3-ABAD-64B00A4ED731}"/>
                  </a:ext>
                </a:extLst>
              </p:cNvPr>
              <p:cNvSpPr/>
              <p:nvPr/>
            </p:nvSpPr>
            <p:spPr>
              <a:xfrm>
                <a:off x="757466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618" name="Rectangle 8617">
                <a:extLst>
                  <a:ext uri="{FF2B5EF4-FFF2-40B4-BE49-F238E27FC236}">
                    <a16:creationId xmlns:a16="http://schemas.microsoft.com/office/drawing/2014/main" id="{C13E0C4B-1D4F-471E-A5AD-E4BC58BB3024}"/>
                  </a:ext>
                </a:extLst>
              </p:cNvPr>
              <p:cNvSpPr/>
              <p:nvPr/>
            </p:nvSpPr>
            <p:spPr>
              <a:xfrm>
                <a:off x="577550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619" name="Rectangle 8618">
                <a:extLst>
                  <a:ext uri="{FF2B5EF4-FFF2-40B4-BE49-F238E27FC236}">
                    <a16:creationId xmlns:a16="http://schemas.microsoft.com/office/drawing/2014/main" id="{1E8CE2AB-2430-43FD-88E9-634F132AAB31}"/>
                  </a:ext>
                </a:extLst>
              </p:cNvPr>
              <p:cNvSpPr/>
              <p:nvPr/>
            </p:nvSpPr>
            <p:spPr>
              <a:xfrm>
                <a:off x="937382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620" name="Rectangle 8619">
                <a:extLst>
                  <a:ext uri="{FF2B5EF4-FFF2-40B4-BE49-F238E27FC236}">
                    <a16:creationId xmlns:a16="http://schemas.microsoft.com/office/drawing/2014/main" id="{9E64BB36-121D-45B5-AE9E-04F22BB2C216}"/>
                  </a:ext>
                </a:extLst>
              </p:cNvPr>
              <p:cNvSpPr/>
              <p:nvPr/>
            </p:nvSpPr>
            <p:spPr>
              <a:xfrm>
                <a:off x="1117214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621" name="Rectangle 8620">
                <a:extLst>
                  <a:ext uri="{FF2B5EF4-FFF2-40B4-BE49-F238E27FC236}">
                    <a16:creationId xmlns:a16="http://schemas.microsoft.com/office/drawing/2014/main" id="{13321878-5F07-4A14-B23A-57FA538E97B3}"/>
                  </a:ext>
                </a:extLst>
              </p:cNvPr>
              <p:cNvSpPr/>
              <p:nvPr/>
            </p:nvSpPr>
            <p:spPr>
              <a:xfrm>
                <a:off x="1297130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622" name="Rectangle 8621">
                <a:extLst>
                  <a:ext uri="{FF2B5EF4-FFF2-40B4-BE49-F238E27FC236}">
                    <a16:creationId xmlns:a16="http://schemas.microsoft.com/office/drawing/2014/main" id="{3E8B26BB-C162-4CAF-8919-EF4839B4A043}"/>
                  </a:ext>
                </a:extLst>
              </p:cNvPr>
              <p:cNvSpPr/>
              <p:nvPr/>
            </p:nvSpPr>
            <p:spPr>
              <a:xfrm>
                <a:off x="757550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623" name="Rectangle 8622">
                <a:extLst>
                  <a:ext uri="{FF2B5EF4-FFF2-40B4-BE49-F238E27FC236}">
                    <a16:creationId xmlns:a16="http://schemas.microsoft.com/office/drawing/2014/main" id="{C8C38007-7AE0-49F4-AA4F-ED66905690A4}"/>
                  </a:ext>
                </a:extLst>
              </p:cNvPr>
              <p:cNvSpPr/>
              <p:nvPr/>
            </p:nvSpPr>
            <p:spPr>
              <a:xfrm>
                <a:off x="577634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624" name="Rectangle 8623">
                <a:extLst>
                  <a:ext uri="{FF2B5EF4-FFF2-40B4-BE49-F238E27FC236}">
                    <a16:creationId xmlns:a16="http://schemas.microsoft.com/office/drawing/2014/main" id="{5A8361CA-680F-45F3-A21C-8BEEE02F34C3}"/>
                  </a:ext>
                </a:extLst>
              </p:cNvPr>
              <p:cNvSpPr/>
              <p:nvPr/>
            </p:nvSpPr>
            <p:spPr>
              <a:xfrm>
                <a:off x="937466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625" name="Rectangle 8624">
                <a:extLst>
                  <a:ext uri="{FF2B5EF4-FFF2-40B4-BE49-F238E27FC236}">
                    <a16:creationId xmlns:a16="http://schemas.microsoft.com/office/drawing/2014/main" id="{3C722730-A2DD-4CBE-B807-91549D72388A}"/>
                  </a:ext>
                </a:extLst>
              </p:cNvPr>
              <p:cNvSpPr/>
              <p:nvPr/>
            </p:nvSpPr>
            <p:spPr>
              <a:xfrm>
                <a:off x="1117298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626" name="Rectangle 8625">
                <a:extLst>
                  <a:ext uri="{FF2B5EF4-FFF2-40B4-BE49-F238E27FC236}">
                    <a16:creationId xmlns:a16="http://schemas.microsoft.com/office/drawing/2014/main" id="{4B63B2AA-AD7D-4206-AB24-8D005AC5273B}"/>
                  </a:ext>
                </a:extLst>
              </p:cNvPr>
              <p:cNvSpPr/>
              <p:nvPr/>
            </p:nvSpPr>
            <p:spPr>
              <a:xfrm>
                <a:off x="1297214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627" name="Rectangle 8626">
                <a:extLst>
                  <a:ext uri="{FF2B5EF4-FFF2-40B4-BE49-F238E27FC236}">
                    <a16:creationId xmlns:a16="http://schemas.microsoft.com/office/drawing/2014/main" id="{AA6F6B95-5E2C-4B16-9D85-A798791032F6}"/>
                  </a:ext>
                </a:extLst>
              </p:cNvPr>
              <p:cNvSpPr/>
              <p:nvPr/>
            </p:nvSpPr>
            <p:spPr>
              <a:xfrm>
                <a:off x="757466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628" name="Rectangle 8627">
                <a:extLst>
                  <a:ext uri="{FF2B5EF4-FFF2-40B4-BE49-F238E27FC236}">
                    <a16:creationId xmlns:a16="http://schemas.microsoft.com/office/drawing/2014/main" id="{F2D828FA-E322-4A76-B5BA-9F0DD3C3E38E}"/>
                  </a:ext>
                </a:extLst>
              </p:cNvPr>
              <p:cNvSpPr/>
              <p:nvPr/>
            </p:nvSpPr>
            <p:spPr>
              <a:xfrm>
                <a:off x="577550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629" name="Rectangle 8628">
                <a:extLst>
                  <a:ext uri="{FF2B5EF4-FFF2-40B4-BE49-F238E27FC236}">
                    <a16:creationId xmlns:a16="http://schemas.microsoft.com/office/drawing/2014/main" id="{E9E8AA24-7BE4-48CC-9651-A0C0BDCA86BB}"/>
                  </a:ext>
                </a:extLst>
              </p:cNvPr>
              <p:cNvSpPr/>
              <p:nvPr/>
            </p:nvSpPr>
            <p:spPr>
              <a:xfrm>
                <a:off x="937382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630" name="Rectangle 8629">
                <a:extLst>
                  <a:ext uri="{FF2B5EF4-FFF2-40B4-BE49-F238E27FC236}">
                    <a16:creationId xmlns:a16="http://schemas.microsoft.com/office/drawing/2014/main" id="{5AD14553-DFCB-41AC-914D-8BC53D83B4DB}"/>
                  </a:ext>
                </a:extLst>
              </p:cNvPr>
              <p:cNvSpPr/>
              <p:nvPr/>
            </p:nvSpPr>
            <p:spPr>
              <a:xfrm>
                <a:off x="1117214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631" name="Rectangle 8630">
                <a:extLst>
                  <a:ext uri="{FF2B5EF4-FFF2-40B4-BE49-F238E27FC236}">
                    <a16:creationId xmlns:a16="http://schemas.microsoft.com/office/drawing/2014/main" id="{A316032A-87F0-4502-BC7E-864A70483D67}"/>
                  </a:ext>
                </a:extLst>
              </p:cNvPr>
              <p:cNvSpPr/>
              <p:nvPr/>
            </p:nvSpPr>
            <p:spPr>
              <a:xfrm>
                <a:off x="1297130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632" name="Rectangle 8631">
                <a:extLst>
                  <a:ext uri="{FF2B5EF4-FFF2-40B4-BE49-F238E27FC236}">
                    <a16:creationId xmlns:a16="http://schemas.microsoft.com/office/drawing/2014/main" id="{8B04A37E-8D97-4B1D-948B-D23E208A7C8F}"/>
                  </a:ext>
                </a:extLst>
              </p:cNvPr>
              <p:cNvSpPr/>
              <p:nvPr/>
            </p:nvSpPr>
            <p:spPr>
              <a:xfrm>
                <a:off x="757382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633" name="Rectangle 8632">
                <a:extLst>
                  <a:ext uri="{FF2B5EF4-FFF2-40B4-BE49-F238E27FC236}">
                    <a16:creationId xmlns:a16="http://schemas.microsoft.com/office/drawing/2014/main" id="{4E2AC16B-51E1-41D7-850D-089913FA0710}"/>
                  </a:ext>
                </a:extLst>
              </p:cNvPr>
              <p:cNvSpPr/>
              <p:nvPr/>
            </p:nvSpPr>
            <p:spPr>
              <a:xfrm>
                <a:off x="577466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634" name="Rectangle 8633">
                <a:extLst>
                  <a:ext uri="{FF2B5EF4-FFF2-40B4-BE49-F238E27FC236}">
                    <a16:creationId xmlns:a16="http://schemas.microsoft.com/office/drawing/2014/main" id="{ABD2CAC0-2F5A-43BF-9285-075F799C766E}"/>
                  </a:ext>
                </a:extLst>
              </p:cNvPr>
              <p:cNvSpPr/>
              <p:nvPr/>
            </p:nvSpPr>
            <p:spPr>
              <a:xfrm>
                <a:off x="937298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635" name="Rectangle 8634">
                <a:extLst>
                  <a:ext uri="{FF2B5EF4-FFF2-40B4-BE49-F238E27FC236}">
                    <a16:creationId xmlns:a16="http://schemas.microsoft.com/office/drawing/2014/main" id="{999CE40A-43D1-483F-B106-A1856CAA9F04}"/>
                  </a:ext>
                </a:extLst>
              </p:cNvPr>
              <p:cNvSpPr/>
              <p:nvPr/>
            </p:nvSpPr>
            <p:spPr>
              <a:xfrm>
                <a:off x="1117130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636" name="Rectangle 8635">
                <a:extLst>
                  <a:ext uri="{FF2B5EF4-FFF2-40B4-BE49-F238E27FC236}">
                    <a16:creationId xmlns:a16="http://schemas.microsoft.com/office/drawing/2014/main" id="{C0F37D39-5B1E-4FAC-B92D-81898ED4650F}"/>
                  </a:ext>
                </a:extLst>
              </p:cNvPr>
              <p:cNvSpPr/>
              <p:nvPr/>
            </p:nvSpPr>
            <p:spPr>
              <a:xfrm>
                <a:off x="1297046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637" name="Rectangle 8636">
                <a:extLst>
                  <a:ext uri="{FF2B5EF4-FFF2-40B4-BE49-F238E27FC236}">
                    <a16:creationId xmlns:a16="http://schemas.microsoft.com/office/drawing/2014/main" id="{9484DA9C-513E-45E5-8E6A-11E52AC4CEC4}"/>
                  </a:ext>
                </a:extLst>
              </p:cNvPr>
              <p:cNvSpPr/>
              <p:nvPr/>
            </p:nvSpPr>
            <p:spPr>
              <a:xfrm>
                <a:off x="577340" y="167393"/>
                <a:ext cx="900000" cy="974051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3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</p:grpSp>
        <p:grpSp>
          <p:nvGrpSpPr>
            <p:cNvPr id="8396" name="Groupe 8395"/>
            <p:cNvGrpSpPr/>
            <p:nvPr userDrawn="1"/>
          </p:nvGrpSpPr>
          <p:grpSpPr>
            <a:xfrm>
              <a:off x="4175198" y="121922"/>
              <a:ext cx="900000" cy="975016"/>
              <a:chOff x="577340" y="166428"/>
              <a:chExt cx="900000" cy="975016"/>
            </a:xfrm>
          </p:grpSpPr>
          <p:sp>
            <p:nvSpPr>
              <p:cNvPr id="8586" name="Rectangle 8585">
                <a:extLst>
                  <a:ext uri="{FF2B5EF4-FFF2-40B4-BE49-F238E27FC236}">
                    <a16:creationId xmlns:a16="http://schemas.microsoft.com/office/drawing/2014/main" id="{2072BB47-84CB-47FD-8A25-43491CA83C8F}"/>
                  </a:ext>
                </a:extLst>
              </p:cNvPr>
              <p:cNvSpPr/>
              <p:nvPr/>
            </p:nvSpPr>
            <p:spPr>
              <a:xfrm>
                <a:off x="757550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587" name="Rectangle 8586">
                <a:extLst>
                  <a:ext uri="{FF2B5EF4-FFF2-40B4-BE49-F238E27FC236}">
                    <a16:creationId xmlns:a16="http://schemas.microsoft.com/office/drawing/2014/main" id="{FD392A82-503D-4B66-9AF9-9E65B8C12603}"/>
                  </a:ext>
                </a:extLst>
              </p:cNvPr>
              <p:cNvSpPr/>
              <p:nvPr/>
            </p:nvSpPr>
            <p:spPr>
              <a:xfrm>
                <a:off x="577634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588" name="Rectangle 8587">
                <a:extLst>
                  <a:ext uri="{FF2B5EF4-FFF2-40B4-BE49-F238E27FC236}">
                    <a16:creationId xmlns:a16="http://schemas.microsoft.com/office/drawing/2014/main" id="{E8131C02-69AB-405B-82D1-978E3C621405}"/>
                  </a:ext>
                </a:extLst>
              </p:cNvPr>
              <p:cNvSpPr/>
              <p:nvPr/>
            </p:nvSpPr>
            <p:spPr>
              <a:xfrm>
                <a:off x="937466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589" name="Rectangle 8588">
                <a:extLst>
                  <a:ext uri="{FF2B5EF4-FFF2-40B4-BE49-F238E27FC236}">
                    <a16:creationId xmlns:a16="http://schemas.microsoft.com/office/drawing/2014/main" id="{F369E73F-6F1E-4CCA-9F58-1EF6C7EB008B}"/>
                  </a:ext>
                </a:extLst>
              </p:cNvPr>
              <p:cNvSpPr/>
              <p:nvPr/>
            </p:nvSpPr>
            <p:spPr>
              <a:xfrm>
                <a:off x="1117298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590" name="Rectangle 8589">
                <a:extLst>
                  <a:ext uri="{FF2B5EF4-FFF2-40B4-BE49-F238E27FC236}">
                    <a16:creationId xmlns:a16="http://schemas.microsoft.com/office/drawing/2014/main" id="{E4D8B003-AF02-4D34-8F85-57B55CDD3871}"/>
                  </a:ext>
                </a:extLst>
              </p:cNvPr>
              <p:cNvSpPr/>
              <p:nvPr/>
            </p:nvSpPr>
            <p:spPr>
              <a:xfrm>
                <a:off x="1297214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591" name="Rectangle 8590">
                <a:extLst>
                  <a:ext uri="{FF2B5EF4-FFF2-40B4-BE49-F238E27FC236}">
                    <a16:creationId xmlns:a16="http://schemas.microsoft.com/office/drawing/2014/main" id="{14BBDF8A-4682-45D3-ABAD-64B00A4ED731}"/>
                  </a:ext>
                </a:extLst>
              </p:cNvPr>
              <p:cNvSpPr/>
              <p:nvPr/>
            </p:nvSpPr>
            <p:spPr>
              <a:xfrm>
                <a:off x="757466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592" name="Rectangle 8591">
                <a:extLst>
                  <a:ext uri="{FF2B5EF4-FFF2-40B4-BE49-F238E27FC236}">
                    <a16:creationId xmlns:a16="http://schemas.microsoft.com/office/drawing/2014/main" id="{C13E0C4B-1D4F-471E-A5AD-E4BC58BB3024}"/>
                  </a:ext>
                </a:extLst>
              </p:cNvPr>
              <p:cNvSpPr/>
              <p:nvPr/>
            </p:nvSpPr>
            <p:spPr>
              <a:xfrm>
                <a:off x="577550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593" name="Rectangle 8592">
                <a:extLst>
                  <a:ext uri="{FF2B5EF4-FFF2-40B4-BE49-F238E27FC236}">
                    <a16:creationId xmlns:a16="http://schemas.microsoft.com/office/drawing/2014/main" id="{1E8CE2AB-2430-43FD-88E9-634F132AAB31}"/>
                  </a:ext>
                </a:extLst>
              </p:cNvPr>
              <p:cNvSpPr/>
              <p:nvPr/>
            </p:nvSpPr>
            <p:spPr>
              <a:xfrm>
                <a:off x="937382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594" name="Rectangle 8593">
                <a:extLst>
                  <a:ext uri="{FF2B5EF4-FFF2-40B4-BE49-F238E27FC236}">
                    <a16:creationId xmlns:a16="http://schemas.microsoft.com/office/drawing/2014/main" id="{9E64BB36-121D-45B5-AE9E-04F22BB2C216}"/>
                  </a:ext>
                </a:extLst>
              </p:cNvPr>
              <p:cNvSpPr/>
              <p:nvPr/>
            </p:nvSpPr>
            <p:spPr>
              <a:xfrm>
                <a:off x="1117214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595" name="Rectangle 8594">
                <a:extLst>
                  <a:ext uri="{FF2B5EF4-FFF2-40B4-BE49-F238E27FC236}">
                    <a16:creationId xmlns:a16="http://schemas.microsoft.com/office/drawing/2014/main" id="{13321878-5F07-4A14-B23A-57FA538E97B3}"/>
                  </a:ext>
                </a:extLst>
              </p:cNvPr>
              <p:cNvSpPr/>
              <p:nvPr/>
            </p:nvSpPr>
            <p:spPr>
              <a:xfrm>
                <a:off x="1297130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596" name="Rectangle 8595">
                <a:extLst>
                  <a:ext uri="{FF2B5EF4-FFF2-40B4-BE49-F238E27FC236}">
                    <a16:creationId xmlns:a16="http://schemas.microsoft.com/office/drawing/2014/main" id="{3E8B26BB-C162-4CAF-8919-EF4839B4A043}"/>
                  </a:ext>
                </a:extLst>
              </p:cNvPr>
              <p:cNvSpPr/>
              <p:nvPr/>
            </p:nvSpPr>
            <p:spPr>
              <a:xfrm>
                <a:off x="757550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597" name="Rectangle 8596">
                <a:extLst>
                  <a:ext uri="{FF2B5EF4-FFF2-40B4-BE49-F238E27FC236}">
                    <a16:creationId xmlns:a16="http://schemas.microsoft.com/office/drawing/2014/main" id="{C8C38007-7AE0-49F4-AA4F-ED66905690A4}"/>
                  </a:ext>
                </a:extLst>
              </p:cNvPr>
              <p:cNvSpPr/>
              <p:nvPr/>
            </p:nvSpPr>
            <p:spPr>
              <a:xfrm>
                <a:off x="577634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598" name="Rectangle 8597">
                <a:extLst>
                  <a:ext uri="{FF2B5EF4-FFF2-40B4-BE49-F238E27FC236}">
                    <a16:creationId xmlns:a16="http://schemas.microsoft.com/office/drawing/2014/main" id="{5A8361CA-680F-45F3-A21C-8BEEE02F34C3}"/>
                  </a:ext>
                </a:extLst>
              </p:cNvPr>
              <p:cNvSpPr/>
              <p:nvPr/>
            </p:nvSpPr>
            <p:spPr>
              <a:xfrm>
                <a:off x="937466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599" name="Rectangle 8598">
                <a:extLst>
                  <a:ext uri="{FF2B5EF4-FFF2-40B4-BE49-F238E27FC236}">
                    <a16:creationId xmlns:a16="http://schemas.microsoft.com/office/drawing/2014/main" id="{3C722730-A2DD-4CBE-B807-91549D72388A}"/>
                  </a:ext>
                </a:extLst>
              </p:cNvPr>
              <p:cNvSpPr/>
              <p:nvPr/>
            </p:nvSpPr>
            <p:spPr>
              <a:xfrm>
                <a:off x="1117298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600" name="Rectangle 8599">
                <a:extLst>
                  <a:ext uri="{FF2B5EF4-FFF2-40B4-BE49-F238E27FC236}">
                    <a16:creationId xmlns:a16="http://schemas.microsoft.com/office/drawing/2014/main" id="{4B63B2AA-AD7D-4206-AB24-8D005AC5273B}"/>
                  </a:ext>
                </a:extLst>
              </p:cNvPr>
              <p:cNvSpPr/>
              <p:nvPr/>
            </p:nvSpPr>
            <p:spPr>
              <a:xfrm>
                <a:off x="1297214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601" name="Rectangle 8600">
                <a:extLst>
                  <a:ext uri="{FF2B5EF4-FFF2-40B4-BE49-F238E27FC236}">
                    <a16:creationId xmlns:a16="http://schemas.microsoft.com/office/drawing/2014/main" id="{AA6F6B95-5E2C-4B16-9D85-A798791032F6}"/>
                  </a:ext>
                </a:extLst>
              </p:cNvPr>
              <p:cNvSpPr/>
              <p:nvPr/>
            </p:nvSpPr>
            <p:spPr>
              <a:xfrm>
                <a:off x="757466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602" name="Rectangle 8601">
                <a:extLst>
                  <a:ext uri="{FF2B5EF4-FFF2-40B4-BE49-F238E27FC236}">
                    <a16:creationId xmlns:a16="http://schemas.microsoft.com/office/drawing/2014/main" id="{F2D828FA-E322-4A76-B5BA-9F0DD3C3E38E}"/>
                  </a:ext>
                </a:extLst>
              </p:cNvPr>
              <p:cNvSpPr/>
              <p:nvPr/>
            </p:nvSpPr>
            <p:spPr>
              <a:xfrm>
                <a:off x="577550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603" name="Rectangle 8602">
                <a:extLst>
                  <a:ext uri="{FF2B5EF4-FFF2-40B4-BE49-F238E27FC236}">
                    <a16:creationId xmlns:a16="http://schemas.microsoft.com/office/drawing/2014/main" id="{E9E8AA24-7BE4-48CC-9651-A0C0BDCA86BB}"/>
                  </a:ext>
                </a:extLst>
              </p:cNvPr>
              <p:cNvSpPr/>
              <p:nvPr/>
            </p:nvSpPr>
            <p:spPr>
              <a:xfrm>
                <a:off x="937382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604" name="Rectangle 8603">
                <a:extLst>
                  <a:ext uri="{FF2B5EF4-FFF2-40B4-BE49-F238E27FC236}">
                    <a16:creationId xmlns:a16="http://schemas.microsoft.com/office/drawing/2014/main" id="{5AD14553-DFCB-41AC-914D-8BC53D83B4DB}"/>
                  </a:ext>
                </a:extLst>
              </p:cNvPr>
              <p:cNvSpPr/>
              <p:nvPr/>
            </p:nvSpPr>
            <p:spPr>
              <a:xfrm>
                <a:off x="1117214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605" name="Rectangle 8604">
                <a:extLst>
                  <a:ext uri="{FF2B5EF4-FFF2-40B4-BE49-F238E27FC236}">
                    <a16:creationId xmlns:a16="http://schemas.microsoft.com/office/drawing/2014/main" id="{A316032A-87F0-4502-BC7E-864A70483D67}"/>
                  </a:ext>
                </a:extLst>
              </p:cNvPr>
              <p:cNvSpPr/>
              <p:nvPr/>
            </p:nvSpPr>
            <p:spPr>
              <a:xfrm>
                <a:off x="1297130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606" name="Rectangle 8605">
                <a:extLst>
                  <a:ext uri="{FF2B5EF4-FFF2-40B4-BE49-F238E27FC236}">
                    <a16:creationId xmlns:a16="http://schemas.microsoft.com/office/drawing/2014/main" id="{8B04A37E-8D97-4B1D-948B-D23E208A7C8F}"/>
                  </a:ext>
                </a:extLst>
              </p:cNvPr>
              <p:cNvSpPr/>
              <p:nvPr/>
            </p:nvSpPr>
            <p:spPr>
              <a:xfrm>
                <a:off x="757382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607" name="Rectangle 8606">
                <a:extLst>
                  <a:ext uri="{FF2B5EF4-FFF2-40B4-BE49-F238E27FC236}">
                    <a16:creationId xmlns:a16="http://schemas.microsoft.com/office/drawing/2014/main" id="{4E2AC16B-51E1-41D7-850D-089913FA0710}"/>
                  </a:ext>
                </a:extLst>
              </p:cNvPr>
              <p:cNvSpPr/>
              <p:nvPr/>
            </p:nvSpPr>
            <p:spPr>
              <a:xfrm>
                <a:off x="577466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608" name="Rectangle 8607">
                <a:extLst>
                  <a:ext uri="{FF2B5EF4-FFF2-40B4-BE49-F238E27FC236}">
                    <a16:creationId xmlns:a16="http://schemas.microsoft.com/office/drawing/2014/main" id="{ABD2CAC0-2F5A-43BF-9285-075F799C766E}"/>
                  </a:ext>
                </a:extLst>
              </p:cNvPr>
              <p:cNvSpPr/>
              <p:nvPr/>
            </p:nvSpPr>
            <p:spPr>
              <a:xfrm>
                <a:off x="937298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609" name="Rectangle 8608">
                <a:extLst>
                  <a:ext uri="{FF2B5EF4-FFF2-40B4-BE49-F238E27FC236}">
                    <a16:creationId xmlns:a16="http://schemas.microsoft.com/office/drawing/2014/main" id="{999CE40A-43D1-483F-B106-A1856CAA9F04}"/>
                  </a:ext>
                </a:extLst>
              </p:cNvPr>
              <p:cNvSpPr/>
              <p:nvPr/>
            </p:nvSpPr>
            <p:spPr>
              <a:xfrm>
                <a:off x="1117130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610" name="Rectangle 8609">
                <a:extLst>
                  <a:ext uri="{FF2B5EF4-FFF2-40B4-BE49-F238E27FC236}">
                    <a16:creationId xmlns:a16="http://schemas.microsoft.com/office/drawing/2014/main" id="{C0F37D39-5B1E-4FAC-B92D-81898ED4650F}"/>
                  </a:ext>
                </a:extLst>
              </p:cNvPr>
              <p:cNvSpPr/>
              <p:nvPr/>
            </p:nvSpPr>
            <p:spPr>
              <a:xfrm>
                <a:off x="1297046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611" name="Rectangle 8610">
                <a:extLst>
                  <a:ext uri="{FF2B5EF4-FFF2-40B4-BE49-F238E27FC236}">
                    <a16:creationId xmlns:a16="http://schemas.microsoft.com/office/drawing/2014/main" id="{9484DA9C-513E-45E5-8E6A-11E52AC4CEC4}"/>
                  </a:ext>
                </a:extLst>
              </p:cNvPr>
              <p:cNvSpPr/>
              <p:nvPr/>
            </p:nvSpPr>
            <p:spPr>
              <a:xfrm>
                <a:off x="577340" y="167393"/>
                <a:ext cx="900000" cy="974051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3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</p:grpSp>
        <p:grpSp>
          <p:nvGrpSpPr>
            <p:cNvPr id="8397" name="Groupe 8396"/>
            <p:cNvGrpSpPr/>
            <p:nvPr userDrawn="1"/>
          </p:nvGrpSpPr>
          <p:grpSpPr>
            <a:xfrm>
              <a:off x="5074652" y="120959"/>
              <a:ext cx="900000" cy="975016"/>
              <a:chOff x="577340" y="166428"/>
              <a:chExt cx="900000" cy="975016"/>
            </a:xfrm>
          </p:grpSpPr>
          <p:sp>
            <p:nvSpPr>
              <p:cNvPr id="8560" name="Rectangle 8559">
                <a:extLst>
                  <a:ext uri="{FF2B5EF4-FFF2-40B4-BE49-F238E27FC236}">
                    <a16:creationId xmlns:a16="http://schemas.microsoft.com/office/drawing/2014/main" id="{2072BB47-84CB-47FD-8A25-43491CA83C8F}"/>
                  </a:ext>
                </a:extLst>
              </p:cNvPr>
              <p:cNvSpPr/>
              <p:nvPr/>
            </p:nvSpPr>
            <p:spPr>
              <a:xfrm>
                <a:off x="757550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561" name="Rectangle 8560">
                <a:extLst>
                  <a:ext uri="{FF2B5EF4-FFF2-40B4-BE49-F238E27FC236}">
                    <a16:creationId xmlns:a16="http://schemas.microsoft.com/office/drawing/2014/main" id="{FD392A82-503D-4B66-9AF9-9E65B8C12603}"/>
                  </a:ext>
                </a:extLst>
              </p:cNvPr>
              <p:cNvSpPr/>
              <p:nvPr/>
            </p:nvSpPr>
            <p:spPr>
              <a:xfrm>
                <a:off x="577634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562" name="Rectangle 8561">
                <a:extLst>
                  <a:ext uri="{FF2B5EF4-FFF2-40B4-BE49-F238E27FC236}">
                    <a16:creationId xmlns:a16="http://schemas.microsoft.com/office/drawing/2014/main" id="{E8131C02-69AB-405B-82D1-978E3C621405}"/>
                  </a:ext>
                </a:extLst>
              </p:cNvPr>
              <p:cNvSpPr/>
              <p:nvPr/>
            </p:nvSpPr>
            <p:spPr>
              <a:xfrm>
                <a:off x="937466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563" name="Rectangle 8562">
                <a:extLst>
                  <a:ext uri="{FF2B5EF4-FFF2-40B4-BE49-F238E27FC236}">
                    <a16:creationId xmlns:a16="http://schemas.microsoft.com/office/drawing/2014/main" id="{F369E73F-6F1E-4CCA-9F58-1EF6C7EB008B}"/>
                  </a:ext>
                </a:extLst>
              </p:cNvPr>
              <p:cNvSpPr/>
              <p:nvPr/>
            </p:nvSpPr>
            <p:spPr>
              <a:xfrm>
                <a:off x="1117298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564" name="Rectangle 8563">
                <a:extLst>
                  <a:ext uri="{FF2B5EF4-FFF2-40B4-BE49-F238E27FC236}">
                    <a16:creationId xmlns:a16="http://schemas.microsoft.com/office/drawing/2014/main" id="{E4D8B003-AF02-4D34-8F85-57B55CDD3871}"/>
                  </a:ext>
                </a:extLst>
              </p:cNvPr>
              <p:cNvSpPr/>
              <p:nvPr/>
            </p:nvSpPr>
            <p:spPr>
              <a:xfrm>
                <a:off x="1297214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565" name="Rectangle 8564">
                <a:extLst>
                  <a:ext uri="{FF2B5EF4-FFF2-40B4-BE49-F238E27FC236}">
                    <a16:creationId xmlns:a16="http://schemas.microsoft.com/office/drawing/2014/main" id="{14BBDF8A-4682-45D3-ABAD-64B00A4ED731}"/>
                  </a:ext>
                </a:extLst>
              </p:cNvPr>
              <p:cNvSpPr/>
              <p:nvPr/>
            </p:nvSpPr>
            <p:spPr>
              <a:xfrm>
                <a:off x="757466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566" name="Rectangle 8565">
                <a:extLst>
                  <a:ext uri="{FF2B5EF4-FFF2-40B4-BE49-F238E27FC236}">
                    <a16:creationId xmlns:a16="http://schemas.microsoft.com/office/drawing/2014/main" id="{C13E0C4B-1D4F-471E-A5AD-E4BC58BB3024}"/>
                  </a:ext>
                </a:extLst>
              </p:cNvPr>
              <p:cNvSpPr/>
              <p:nvPr/>
            </p:nvSpPr>
            <p:spPr>
              <a:xfrm>
                <a:off x="577550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567" name="Rectangle 8566">
                <a:extLst>
                  <a:ext uri="{FF2B5EF4-FFF2-40B4-BE49-F238E27FC236}">
                    <a16:creationId xmlns:a16="http://schemas.microsoft.com/office/drawing/2014/main" id="{1E8CE2AB-2430-43FD-88E9-634F132AAB31}"/>
                  </a:ext>
                </a:extLst>
              </p:cNvPr>
              <p:cNvSpPr/>
              <p:nvPr/>
            </p:nvSpPr>
            <p:spPr>
              <a:xfrm>
                <a:off x="937382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568" name="Rectangle 8567">
                <a:extLst>
                  <a:ext uri="{FF2B5EF4-FFF2-40B4-BE49-F238E27FC236}">
                    <a16:creationId xmlns:a16="http://schemas.microsoft.com/office/drawing/2014/main" id="{9E64BB36-121D-45B5-AE9E-04F22BB2C216}"/>
                  </a:ext>
                </a:extLst>
              </p:cNvPr>
              <p:cNvSpPr/>
              <p:nvPr/>
            </p:nvSpPr>
            <p:spPr>
              <a:xfrm>
                <a:off x="1117214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569" name="Rectangle 8568">
                <a:extLst>
                  <a:ext uri="{FF2B5EF4-FFF2-40B4-BE49-F238E27FC236}">
                    <a16:creationId xmlns:a16="http://schemas.microsoft.com/office/drawing/2014/main" id="{13321878-5F07-4A14-B23A-57FA538E97B3}"/>
                  </a:ext>
                </a:extLst>
              </p:cNvPr>
              <p:cNvSpPr/>
              <p:nvPr/>
            </p:nvSpPr>
            <p:spPr>
              <a:xfrm>
                <a:off x="1297130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570" name="Rectangle 8569">
                <a:extLst>
                  <a:ext uri="{FF2B5EF4-FFF2-40B4-BE49-F238E27FC236}">
                    <a16:creationId xmlns:a16="http://schemas.microsoft.com/office/drawing/2014/main" id="{3E8B26BB-C162-4CAF-8919-EF4839B4A043}"/>
                  </a:ext>
                </a:extLst>
              </p:cNvPr>
              <p:cNvSpPr/>
              <p:nvPr/>
            </p:nvSpPr>
            <p:spPr>
              <a:xfrm>
                <a:off x="757550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571" name="Rectangle 8570">
                <a:extLst>
                  <a:ext uri="{FF2B5EF4-FFF2-40B4-BE49-F238E27FC236}">
                    <a16:creationId xmlns:a16="http://schemas.microsoft.com/office/drawing/2014/main" id="{C8C38007-7AE0-49F4-AA4F-ED66905690A4}"/>
                  </a:ext>
                </a:extLst>
              </p:cNvPr>
              <p:cNvSpPr/>
              <p:nvPr/>
            </p:nvSpPr>
            <p:spPr>
              <a:xfrm>
                <a:off x="577634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572" name="Rectangle 8571">
                <a:extLst>
                  <a:ext uri="{FF2B5EF4-FFF2-40B4-BE49-F238E27FC236}">
                    <a16:creationId xmlns:a16="http://schemas.microsoft.com/office/drawing/2014/main" id="{5A8361CA-680F-45F3-A21C-8BEEE02F34C3}"/>
                  </a:ext>
                </a:extLst>
              </p:cNvPr>
              <p:cNvSpPr/>
              <p:nvPr/>
            </p:nvSpPr>
            <p:spPr>
              <a:xfrm>
                <a:off x="937466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573" name="Rectangle 8572">
                <a:extLst>
                  <a:ext uri="{FF2B5EF4-FFF2-40B4-BE49-F238E27FC236}">
                    <a16:creationId xmlns:a16="http://schemas.microsoft.com/office/drawing/2014/main" id="{3C722730-A2DD-4CBE-B807-91549D72388A}"/>
                  </a:ext>
                </a:extLst>
              </p:cNvPr>
              <p:cNvSpPr/>
              <p:nvPr/>
            </p:nvSpPr>
            <p:spPr>
              <a:xfrm>
                <a:off x="1117298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574" name="Rectangle 8573">
                <a:extLst>
                  <a:ext uri="{FF2B5EF4-FFF2-40B4-BE49-F238E27FC236}">
                    <a16:creationId xmlns:a16="http://schemas.microsoft.com/office/drawing/2014/main" id="{4B63B2AA-AD7D-4206-AB24-8D005AC5273B}"/>
                  </a:ext>
                </a:extLst>
              </p:cNvPr>
              <p:cNvSpPr/>
              <p:nvPr/>
            </p:nvSpPr>
            <p:spPr>
              <a:xfrm>
                <a:off x="1297214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575" name="Rectangle 8574">
                <a:extLst>
                  <a:ext uri="{FF2B5EF4-FFF2-40B4-BE49-F238E27FC236}">
                    <a16:creationId xmlns:a16="http://schemas.microsoft.com/office/drawing/2014/main" id="{AA6F6B95-5E2C-4B16-9D85-A798791032F6}"/>
                  </a:ext>
                </a:extLst>
              </p:cNvPr>
              <p:cNvSpPr/>
              <p:nvPr/>
            </p:nvSpPr>
            <p:spPr>
              <a:xfrm>
                <a:off x="757466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576" name="Rectangle 8575">
                <a:extLst>
                  <a:ext uri="{FF2B5EF4-FFF2-40B4-BE49-F238E27FC236}">
                    <a16:creationId xmlns:a16="http://schemas.microsoft.com/office/drawing/2014/main" id="{F2D828FA-E322-4A76-B5BA-9F0DD3C3E38E}"/>
                  </a:ext>
                </a:extLst>
              </p:cNvPr>
              <p:cNvSpPr/>
              <p:nvPr/>
            </p:nvSpPr>
            <p:spPr>
              <a:xfrm>
                <a:off x="577550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577" name="Rectangle 8576">
                <a:extLst>
                  <a:ext uri="{FF2B5EF4-FFF2-40B4-BE49-F238E27FC236}">
                    <a16:creationId xmlns:a16="http://schemas.microsoft.com/office/drawing/2014/main" id="{E9E8AA24-7BE4-48CC-9651-A0C0BDCA86BB}"/>
                  </a:ext>
                </a:extLst>
              </p:cNvPr>
              <p:cNvSpPr/>
              <p:nvPr/>
            </p:nvSpPr>
            <p:spPr>
              <a:xfrm>
                <a:off x="937382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578" name="Rectangle 8577">
                <a:extLst>
                  <a:ext uri="{FF2B5EF4-FFF2-40B4-BE49-F238E27FC236}">
                    <a16:creationId xmlns:a16="http://schemas.microsoft.com/office/drawing/2014/main" id="{5AD14553-DFCB-41AC-914D-8BC53D83B4DB}"/>
                  </a:ext>
                </a:extLst>
              </p:cNvPr>
              <p:cNvSpPr/>
              <p:nvPr/>
            </p:nvSpPr>
            <p:spPr>
              <a:xfrm>
                <a:off x="1117214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579" name="Rectangle 8578">
                <a:extLst>
                  <a:ext uri="{FF2B5EF4-FFF2-40B4-BE49-F238E27FC236}">
                    <a16:creationId xmlns:a16="http://schemas.microsoft.com/office/drawing/2014/main" id="{A316032A-87F0-4502-BC7E-864A70483D67}"/>
                  </a:ext>
                </a:extLst>
              </p:cNvPr>
              <p:cNvSpPr/>
              <p:nvPr/>
            </p:nvSpPr>
            <p:spPr>
              <a:xfrm>
                <a:off x="1297130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580" name="Rectangle 8579">
                <a:extLst>
                  <a:ext uri="{FF2B5EF4-FFF2-40B4-BE49-F238E27FC236}">
                    <a16:creationId xmlns:a16="http://schemas.microsoft.com/office/drawing/2014/main" id="{8B04A37E-8D97-4B1D-948B-D23E208A7C8F}"/>
                  </a:ext>
                </a:extLst>
              </p:cNvPr>
              <p:cNvSpPr/>
              <p:nvPr/>
            </p:nvSpPr>
            <p:spPr>
              <a:xfrm>
                <a:off x="757382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581" name="Rectangle 8580">
                <a:extLst>
                  <a:ext uri="{FF2B5EF4-FFF2-40B4-BE49-F238E27FC236}">
                    <a16:creationId xmlns:a16="http://schemas.microsoft.com/office/drawing/2014/main" id="{4E2AC16B-51E1-41D7-850D-089913FA0710}"/>
                  </a:ext>
                </a:extLst>
              </p:cNvPr>
              <p:cNvSpPr/>
              <p:nvPr/>
            </p:nvSpPr>
            <p:spPr>
              <a:xfrm>
                <a:off x="577466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582" name="Rectangle 8581">
                <a:extLst>
                  <a:ext uri="{FF2B5EF4-FFF2-40B4-BE49-F238E27FC236}">
                    <a16:creationId xmlns:a16="http://schemas.microsoft.com/office/drawing/2014/main" id="{ABD2CAC0-2F5A-43BF-9285-075F799C766E}"/>
                  </a:ext>
                </a:extLst>
              </p:cNvPr>
              <p:cNvSpPr/>
              <p:nvPr/>
            </p:nvSpPr>
            <p:spPr>
              <a:xfrm>
                <a:off x="937298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583" name="Rectangle 8582">
                <a:extLst>
                  <a:ext uri="{FF2B5EF4-FFF2-40B4-BE49-F238E27FC236}">
                    <a16:creationId xmlns:a16="http://schemas.microsoft.com/office/drawing/2014/main" id="{999CE40A-43D1-483F-B106-A1856CAA9F04}"/>
                  </a:ext>
                </a:extLst>
              </p:cNvPr>
              <p:cNvSpPr/>
              <p:nvPr/>
            </p:nvSpPr>
            <p:spPr>
              <a:xfrm>
                <a:off x="1117130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584" name="Rectangle 8583">
                <a:extLst>
                  <a:ext uri="{FF2B5EF4-FFF2-40B4-BE49-F238E27FC236}">
                    <a16:creationId xmlns:a16="http://schemas.microsoft.com/office/drawing/2014/main" id="{C0F37D39-5B1E-4FAC-B92D-81898ED4650F}"/>
                  </a:ext>
                </a:extLst>
              </p:cNvPr>
              <p:cNvSpPr/>
              <p:nvPr/>
            </p:nvSpPr>
            <p:spPr>
              <a:xfrm>
                <a:off x="1297046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585" name="Rectangle 8584">
                <a:extLst>
                  <a:ext uri="{FF2B5EF4-FFF2-40B4-BE49-F238E27FC236}">
                    <a16:creationId xmlns:a16="http://schemas.microsoft.com/office/drawing/2014/main" id="{9484DA9C-513E-45E5-8E6A-11E52AC4CEC4}"/>
                  </a:ext>
                </a:extLst>
              </p:cNvPr>
              <p:cNvSpPr/>
              <p:nvPr/>
            </p:nvSpPr>
            <p:spPr>
              <a:xfrm>
                <a:off x="577340" y="167393"/>
                <a:ext cx="900000" cy="974051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3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</p:grpSp>
        <p:grpSp>
          <p:nvGrpSpPr>
            <p:cNvPr id="8398" name="Groupe 8397"/>
            <p:cNvGrpSpPr/>
            <p:nvPr userDrawn="1"/>
          </p:nvGrpSpPr>
          <p:grpSpPr>
            <a:xfrm>
              <a:off x="5974022" y="120959"/>
              <a:ext cx="900000" cy="975016"/>
              <a:chOff x="577340" y="166428"/>
              <a:chExt cx="900000" cy="975016"/>
            </a:xfrm>
          </p:grpSpPr>
          <p:sp>
            <p:nvSpPr>
              <p:cNvPr id="8534" name="Rectangle 8533">
                <a:extLst>
                  <a:ext uri="{FF2B5EF4-FFF2-40B4-BE49-F238E27FC236}">
                    <a16:creationId xmlns:a16="http://schemas.microsoft.com/office/drawing/2014/main" id="{2072BB47-84CB-47FD-8A25-43491CA83C8F}"/>
                  </a:ext>
                </a:extLst>
              </p:cNvPr>
              <p:cNvSpPr/>
              <p:nvPr/>
            </p:nvSpPr>
            <p:spPr>
              <a:xfrm>
                <a:off x="757550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535" name="Rectangle 8534">
                <a:extLst>
                  <a:ext uri="{FF2B5EF4-FFF2-40B4-BE49-F238E27FC236}">
                    <a16:creationId xmlns:a16="http://schemas.microsoft.com/office/drawing/2014/main" id="{FD392A82-503D-4B66-9AF9-9E65B8C12603}"/>
                  </a:ext>
                </a:extLst>
              </p:cNvPr>
              <p:cNvSpPr/>
              <p:nvPr/>
            </p:nvSpPr>
            <p:spPr>
              <a:xfrm>
                <a:off x="577634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536" name="Rectangle 8535">
                <a:extLst>
                  <a:ext uri="{FF2B5EF4-FFF2-40B4-BE49-F238E27FC236}">
                    <a16:creationId xmlns:a16="http://schemas.microsoft.com/office/drawing/2014/main" id="{E8131C02-69AB-405B-82D1-978E3C621405}"/>
                  </a:ext>
                </a:extLst>
              </p:cNvPr>
              <p:cNvSpPr/>
              <p:nvPr/>
            </p:nvSpPr>
            <p:spPr>
              <a:xfrm>
                <a:off x="937466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537" name="Rectangle 8536">
                <a:extLst>
                  <a:ext uri="{FF2B5EF4-FFF2-40B4-BE49-F238E27FC236}">
                    <a16:creationId xmlns:a16="http://schemas.microsoft.com/office/drawing/2014/main" id="{F369E73F-6F1E-4CCA-9F58-1EF6C7EB008B}"/>
                  </a:ext>
                </a:extLst>
              </p:cNvPr>
              <p:cNvSpPr/>
              <p:nvPr/>
            </p:nvSpPr>
            <p:spPr>
              <a:xfrm>
                <a:off x="1117298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538" name="Rectangle 8537">
                <a:extLst>
                  <a:ext uri="{FF2B5EF4-FFF2-40B4-BE49-F238E27FC236}">
                    <a16:creationId xmlns:a16="http://schemas.microsoft.com/office/drawing/2014/main" id="{E4D8B003-AF02-4D34-8F85-57B55CDD3871}"/>
                  </a:ext>
                </a:extLst>
              </p:cNvPr>
              <p:cNvSpPr/>
              <p:nvPr/>
            </p:nvSpPr>
            <p:spPr>
              <a:xfrm>
                <a:off x="1297214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539" name="Rectangle 8538">
                <a:extLst>
                  <a:ext uri="{FF2B5EF4-FFF2-40B4-BE49-F238E27FC236}">
                    <a16:creationId xmlns:a16="http://schemas.microsoft.com/office/drawing/2014/main" id="{14BBDF8A-4682-45D3-ABAD-64B00A4ED731}"/>
                  </a:ext>
                </a:extLst>
              </p:cNvPr>
              <p:cNvSpPr/>
              <p:nvPr/>
            </p:nvSpPr>
            <p:spPr>
              <a:xfrm>
                <a:off x="757466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540" name="Rectangle 8539">
                <a:extLst>
                  <a:ext uri="{FF2B5EF4-FFF2-40B4-BE49-F238E27FC236}">
                    <a16:creationId xmlns:a16="http://schemas.microsoft.com/office/drawing/2014/main" id="{C13E0C4B-1D4F-471E-A5AD-E4BC58BB3024}"/>
                  </a:ext>
                </a:extLst>
              </p:cNvPr>
              <p:cNvSpPr/>
              <p:nvPr/>
            </p:nvSpPr>
            <p:spPr>
              <a:xfrm>
                <a:off x="577550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541" name="Rectangle 8540">
                <a:extLst>
                  <a:ext uri="{FF2B5EF4-FFF2-40B4-BE49-F238E27FC236}">
                    <a16:creationId xmlns:a16="http://schemas.microsoft.com/office/drawing/2014/main" id="{1E8CE2AB-2430-43FD-88E9-634F132AAB31}"/>
                  </a:ext>
                </a:extLst>
              </p:cNvPr>
              <p:cNvSpPr/>
              <p:nvPr/>
            </p:nvSpPr>
            <p:spPr>
              <a:xfrm>
                <a:off x="937382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542" name="Rectangle 8541">
                <a:extLst>
                  <a:ext uri="{FF2B5EF4-FFF2-40B4-BE49-F238E27FC236}">
                    <a16:creationId xmlns:a16="http://schemas.microsoft.com/office/drawing/2014/main" id="{9E64BB36-121D-45B5-AE9E-04F22BB2C216}"/>
                  </a:ext>
                </a:extLst>
              </p:cNvPr>
              <p:cNvSpPr/>
              <p:nvPr/>
            </p:nvSpPr>
            <p:spPr>
              <a:xfrm>
                <a:off x="1117214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543" name="Rectangle 8542">
                <a:extLst>
                  <a:ext uri="{FF2B5EF4-FFF2-40B4-BE49-F238E27FC236}">
                    <a16:creationId xmlns:a16="http://schemas.microsoft.com/office/drawing/2014/main" id="{13321878-5F07-4A14-B23A-57FA538E97B3}"/>
                  </a:ext>
                </a:extLst>
              </p:cNvPr>
              <p:cNvSpPr/>
              <p:nvPr/>
            </p:nvSpPr>
            <p:spPr>
              <a:xfrm>
                <a:off x="1297130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544" name="Rectangle 8543">
                <a:extLst>
                  <a:ext uri="{FF2B5EF4-FFF2-40B4-BE49-F238E27FC236}">
                    <a16:creationId xmlns:a16="http://schemas.microsoft.com/office/drawing/2014/main" id="{3E8B26BB-C162-4CAF-8919-EF4839B4A043}"/>
                  </a:ext>
                </a:extLst>
              </p:cNvPr>
              <p:cNvSpPr/>
              <p:nvPr/>
            </p:nvSpPr>
            <p:spPr>
              <a:xfrm>
                <a:off x="757550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545" name="Rectangle 8544">
                <a:extLst>
                  <a:ext uri="{FF2B5EF4-FFF2-40B4-BE49-F238E27FC236}">
                    <a16:creationId xmlns:a16="http://schemas.microsoft.com/office/drawing/2014/main" id="{C8C38007-7AE0-49F4-AA4F-ED66905690A4}"/>
                  </a:ext>
                </a:extLst>
              </p:cNvPr>
              <p:cNvSpPr/>
              <p:nvPr/>
            </p:nvSpPr>
            <p:spPr>
              <a:xfrm>
                <a:off x="577634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546" name="Rectangle 8545">
                <a:extLst>
                  <a:ext uri="{FF2B5EF4-FFF2-40B4-BE49-F238E27FC236}">
                    <a16:creationId xmlns:a16="http://schemas.microsoft.com/office/drawing/2014/main" id="{5A8361CA-680F-45F3-A21C-8BEEE02F34C3}"/>
                  </a:ext>
                </a:extLst>
              </p:cNvPr>
              <p:cNvSpPr/>
              <p:nvPr/>
            </p:nvSpPr>
            <p:spPr>
              <a:xfrm>
                <a:off x="937466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547" name="Rectangle 8546">
                <a:extLst>
                  <a:ext uri="{FF2B5EF4-FFF2-40B4-BE49-F238E27FC236}">
                    <a16:creationId xmlns:a16="http://schemas.microsoft.com/office/drawing/2014/main" id="{3C722730-A2DD-4CBE-B807-91549D72388A}"/>
                  </a:ext>
                </a:extLst>
              </p:cNvPr>
              <p:cNvSpPr/>
              <p:nvPr/>
            </p:nvSpPr>
            <p:spPr>
              <a:xfrm>
                <a:off x="1117298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548" name="Rectangle 8547">
                <a:extLst>
                  <a:ext uri="{FF2B5EF4-FFF2-40B4-BE49-F238E27FC236}">
                    <a16:creationId xmlns:a16="http://schemas.microsoft.com/office/drawing/2014/main" id="{4B63B2AA-AD7D-4206-AB24-8D005AC5273B}"/>
                  </a:ext>
                </a:extLst>
              </p:cNvPr>
              <p:cNvSpPr/>
              <p:nvPr/>
            </p:nvSpPr>
            <p:spPr>
              <a:xfrm>
                <a:off x="1297214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549" name="Rectangle 8548">
                <a:extLst>
                  <a:ext uri="{FF2B5EF4-FFF2-40B4-BE49-F238E27FC236}">
                    <a16:creationId xmlns:a16="http://schemas.microsoft.com/office/drawing/2014/main" id="{AA6F6B95-5E2C-4B16-9D85-A798791032F6}"/>
                  </a:ext>
                </a:extLst>
              </p:cNvPr>
              <p:cNvSpPr/>
              <p:nvPr/>
            </p:nvSpPr>
            <p:spPr>
              <a:xfrm>
                <a:off x="757466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550" name="Rectangle 8549">
                <a:extLst>
                  <a:ext uri="{FF2B5EF4-FFF2-40B4-BE49-F238E27FC236}">
                    <a16:creationId xmlns:a16="http://schemas.microsoft.com/office/drawing/2014/main" id="{F2D828FA-E322-4A76-B5BA-9F0DD3C3E38E}"/>
                  </a:ext>
                </a:extLst>
              </p:cNvPr>
              <p:cNvSpPr/>
              <p:nvPr/>
            </p:nvSpPr>
            <p:spPr>
              <a:xfrm>
                <a:off x="577550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551" name="Rectangle 8550">
                <a:extLst>
                  <a:ext uri="{FF2B5EF4-FFF2-40B4-BE49-F238E27FC236}">
                    <a16:creationId xmlns:a16="http://schemas.microsoft.com/office/drawing/2014/main" id="{E9E8AA24-7BE4-48CC-9651-A0C0BDCA86BB}"/>
                  </a:ext>
                </a:extLst>
              </p:cNvPr>
              <p:cNvSpPr/>
              <p:nvPr/>
            </p:nvSpPr>
            <p:spPr>
              <a:xfrm>
                <a:off x="937382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552" name="Rectangle 8551">
                <a:extLst>
                  <a:ext uri="{FF2B5EF4-FFF2-40B4-BE49-F238E27FC236}">
                    <a16:creationId xmlns:a16="http://schemas.microsoft.com/office/drawing/2014/main" id="{5AD14553-DFCB-41AC-914D-8BC53D83B4DB}"/>
                  </a:ext>
                </a:extLst>
              </p:cNvPr>
              <p:cNvSpPr/>
              <p:nvPr/>
            </p:nvSpPr>
            <p:spPr>
              <a:xfrm>
                <a:off x="1117214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553" name="Rectangle 8552">
                <a:extLst>
                  <a:ext uri="{FF2B5EF4-FFF2-40B4-BE49-F238E27FC236}">
                    <a16:creationId xmlns:a16="http://schemas.microsoft.com/office/drawing/2014/main" id="{A316032A-87F0-4502-BC7E-864A70483D67}"/>
                  </a:ext>
                </a:extLst>
              </p:cNvPr>
              <p:cNvSpPr/>
              <p:nvPr/>
            </p:nvSpPr>
            <p:spPr>
              <a:xfrm>
                <a:off x="1297130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554" name="Rectangle 8553">
                <a:extLst>
                  <a:ext uri="{FF2B5EF4-FFF2-40B4-BE49-F238E27FC236}">
                    <a16:creationId xmlns:a16="http://schemas.microsoft.com/office/drawing/2014/main" id="{8B04A37E-8D97-4B1D-948B-D23E208A7C8F}"/>
                  </a:ext>
                </a:extLst>
              </p:cNvPr>
              <p:cNvSpPr/>
              <p:nvPr/>
            </p:nvSpPr>
            <p:spPr>
              <a:xfrm>
                <a:off x="757382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555" name="Rectangle 8554">
                <a:extLst>
                  <a:ext uri="{FF2B5EF4-FFF2-40B4-BE49-F238E27FC236}">
                    <a16:creationId xmlns:a16="http://schemas.microsoft.com/office/drawing/2014/main" id="{4E2AC16B-51E1-41D7-850D-089913FA0710}"/>
                  </a:ext>
                </a:extLst>
              </p:cNvPr>
              <p:cNvSpPr/>
              <p:nvPr/>
            </p:nvSpPr>
            <p:spPr>
              <a:xfrm>
                <a:off x="577466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556" name="Rectangle 8555">
                <a:extLst>
                  <a:ext uri="{FF2B5EF4-FFF2-40B4-BE49-F238E27FC236}">
                    <a16:creationId xmlns:a16="http://schemas.microsoft.com/office/drawing/2014/main" id="{ABD2CAC0-2F5A-43BF-9285-075F799C766E}"/>
                  </a:ext>
                </a:extLst>
              </p:cNvPr>
              <p:cNvSpPr/>
              <p:nvPr/>
            </p:nvSpPr>
            <p:spPr>
              <a:xfrm>
                <a:off x="937298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557" name="Rectangle 8556">
                <a:extLst>
                  <a:ext uri="{FF2B5EF4-FFF2-40B4-BE49-F238E27FC236}">
                    <a16:creationId xmlns:a16="http://schemas.microsoft.com/office/drawing/2014/main" id="{999CE40A-43D1-483F-B106-A1856CAA9F04}"/>
                  </a:ext>
                </a:extLst>
              </p:cNvPr>
              <p:cNvSpPr/>
              <p:nvPr/>
            </p:nvSpPr>
            <p:spPr>
              <a:xfrm>
                <a:off x="1117130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558" name="Rectangle 8557">
                <a:extLst>
                  <a:ext uri="{FF2B5EF4-FFF2-40B4-BE49-F238E27FC236}">
                    <a16:creationId xmlns:a16="http://schemas.microsoft.com/office/drawing/2014/main" id="{C0F37D39-5B1E-4FAC-B92D-81898ED4650F}"/>
                  </a:ext>
                </a:extLst>
              </p:cNvPr>
              <p:cNvSpPr/>
              <p:nvPr/>
            </p:nvSpPr>
            <p:spPr>
              <a:xfrm>
                <a:off x="1297046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559" name="Rectangle 8558">
                <a:extLst>
                  <a:ext uri="{FF2B5EF4-FFF2-40B4-BE49-F238E27FC236}">
                    <a16:creationId xmlns:a16="http://schemas.microsoft.com/office/drawing/2014/main" id="{9484DA9C-513E-45E5-8E6A-11E52AC4CEC4}"/>
                  </a:ext>
                </a:extLst>
              </p:cNvPr>
              <p:cNvSpPr/>
              <p:nvPr/>
            </p:nvSpPr>
            <p:spPr>
              <a:xfrm>
                <a:off x="577340" y="167393"/>
                <a:ext cx="900000" cy="974051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3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</p:grpSp>
        <p:grpSp>
          <p:nvGrpSpPr>
            <p:cNvPr id="8399" name="Groupe 8398"/>
            <p:cNvGrpSpPr/>
            <p:nvPr userDrawn="1"/>
          </p:nvGrpSpPr>
          <p:grpSpPr>
            <a:xfrm>
              <a:off x="6873476" y="119996"/>
              <a:ext cx="900000" cy="975016"/>
              <a:chOff x="577340" y="166428"/>
              <a:chExt cx="900000" cy="975016"/>
            </a:xfrm>
          </p:grpSpPr>
          <p:sp>
            <p:nvSpPr>
              <p:cNvPr id="8508" name="Rectangle 8507">
                <a:extLst>
                  <a:ext uri="{FF2B5EF4-FFF2-40B4-BE49-F238E27FC236}">
                    <a16:creationId xmlns:a16="http://schemas.microsoft.com/office/drawing/2014/main" id="{2072BB47-84CB-47FD-8A25-43491CA83C8F}"/>
                  </a:ext>
                </a:extLst>
              </p:cNvPr>
              <p:cNvSpPr/>
              <p:nvPr/>
            </p:nvSpPr>
            <p:spPr>
              <a:xfrm>
                <a:off x="757550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509" name="Rectangle 8508">
                <a:extLst>
                  <a:ext uri="{FF2B5EF4-FFF2-40B4-BE49-F238E27FC236}">
                    <a16:creationId xmlns:a16="http://schemas.microsoft.com/office/drawing/2014/main" id="{FD392A82-503D-4B66-9AF9-9E65B8C12603}"/>
                  </a:ext>
                </a:extLst>
              </p:cNvPr>
              <p:cNvSpPr/>
              <p:nvPr/>
            </p:nvSpPr>
            <p:spPr>
              <a:xfrm>
                <a:off x="577634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510" name="Rectangle 8509">
                <a:extLst>
                  <a:ext uri="{FF2B5EF4-FFF2-40B4-BE49-F238E27FC236}">
                    <a16:creationId xmlns:a16="http://schemas.microsoft.com/office/drawing/2014/main" id="{E8131C02-69AB-405B-82D1-978E3C621405}"/>
                  </a:ext>
                </a:extLst>
              </p:cNvPr>
              <p:cNvSpPr/>
              <p:nvPr/>
            </p:nvSpPr>
            <p:spPr>
              <a:xfrm>
                <a:off x="937466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511" name="Rectangle 8510">
                <a:extLst>
                  <a:ext uri="{FF2B5EF4-FFF2-40B4-BE49-F238E27FC236}">
                    <a16:creationId xmlns:a16="http://schemas.microsoft.com/office/drawing/2014/main" id="{F369E73F-6F1E-4CCA-9F58-1EF6C7EB008B}"/>
                  </a:ext>
                </a:extLst>
              </p:cNvPr>
              <p:cNvSpPr/>
              <p:nvPr/>
            </p:nvSpPr>
            <p:spPr>
              <a:xfrm>
                <a:off x="1117298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512" name="Rectangle 8511">
                <a:extLst>
                  <a:ext uri="{FF2B5EF4-FFF2-40B4-BE49-F238E27FC236}">
                    <a16:creationId xmlns:a16="http://schemas.microsoft.com/office/drawing/2014/main" id="{E4D8B003-AF02-4D34-8F85-57B55CDD3871}"/>
                  </a:ext>
                </a:extLst>
              </p:cNvPr>
              <p:cNvSpPr/>
              <p:nvPr/>
            </p:nvSpPr>
            <p:spPr>
              <a:xfrm>
                <a:off x="1297214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513" name="Rectangle 8512">
                <a:extLst>
                  <a:ext uri="{FF2B5EF4-FFF2-40B4-BE49-F238E27FC236}">
                    <a16:creationId xmlns:a16="http://schemas.microsoft.com/office/drawing/2014/main" id="{14BBDF8A-4682-45D3-ABAD-64B00A4ED731}"/>
                  </a:ext>
                </a:extLst>
              </p:cNvPr>
              <p:cNvSpPr/>
              <p:nvPr/>
            </p:nvSpPr>
            <p:spPr>
              <a:xfrm>
                <a:off x="757466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514" name="Rectangle 8513">
                <a:extLst>
                  <a:ext uri="{FF2B5EF4-FFF2-40B4-BE49-F238E27FC236}">
                    <a16:creationId xmlns:a16="http://schemas.microsoft.com/office/drawing/2014/main" id="{C13E0C4B-1D4F-471E-A5AD-E4BC58BB3024}"/>
                  </a:ext>
                </a:extLst>
              </p:cNvPr>
              <p:cNvSpPr/>
              <p:nvPr/>
            </p:nvSpPr>
            <p:spPr>
              <a:xfrm>
                <a:off x="577550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515" name="Rectangle 8514">
                <a:extLst>
                  <a:ext uri="{FF2B5EF4-FFF2-40B4-BE49-F238E27FC236}">
                    <a16:creationId xmlns:a16="http://schemas.microsoft.com/office/drawing/2014/main" id="{1E8CE2AB-2430-43FD-88E9-634F132AAB31}"/>
                  </a:ext>
                </a:extLst>
              </p:cNvPr>
              <p:cNvSpPr/>
              <p:nvPr/>
            </p:nvSpPr>
            <p:spPr>
              <a:xfrm>
                <a:off x="937382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516" name="Rectangle 8515">
                <a:extLst>
                  <a:ext uri="{FF2B5EF4-FFF2-40B4-BE49-F238E27FC236}">
                    <a16:creationId xmlns:a16="http://schemas.microsoft.com/office/drawing/2014/main" id="{9E64BB36-121D-45B5-AE9E-04F22BB2C216}"/>
                  </a:ext>
                </a:extLst>
              </p:cNvPr>
              <p:cNvSpPr/>
              <p:nvPr/>
            </p:nvSpPr>
            <p:spPr>
              <a:xfrm>
                <a:off x="1117214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517" name="Rectangle 8516">
                <a:extLst>
                  <a:ext uri="{FF2B5EF4-FFF2-40B4-BE49-F238E27FC236}">
                    <a16:creationId xmlns:a16="http://schemas.microsoft.com/office/drawing/2014/main" id="{13321878-5F07-4A14-B23A-57FA538E97B3}"/>
                  </a:ext>
                </a:extLst>
              </p:cNvPr>
              <p:cNvSpPr/>
              <p:nvPr/>
            </p:nvSpPr>
            <p:spPr>
              <a:xfrm>
                <a:off x="1297130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518" name="Rectangle 8517">
                <a:extLst>
                  <a:ext uri="{FF2B5EF4-FFF2-40B4-BE49-F238E27FC236}">
                    <a16:creationId xmlns:a16="http://schemas.microsoft.com/office/drawing/2014/main" id="{3E8B26BB-C162-4CAF-8919-EF4839B4A043}"/>
                  </a:ext>
                </a:extLst>
              </p:cNvPr>
              <p:cNvSpPr/>
              <p:nvPr/>
            </p:nvSpPr>
            <p:spPr>
              <a:xfrm>
                <a:off x="757550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519" name="Rectangle 8518">
                <a:extLst>
                  <a:ext uri="{FF2B5EF4-FFF2-40B4-BE49-F238E27FC236}">
                    <a16:creationId xmlns:a16="http://schemas.microsoft.com/office/drawing/2014/main" id="{C8C38007-7AE0-49F4-AA4F-ED66905690A4}"/>
                  </a:ext>
                </a:extLst>
              </p:cNvPr>
              <p:cNvSpPr/>
              <p:nvPr/>
            </p:nvSpPr>
            <p:spPr>
              <a:xfrm>
                <a:off x="577634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520" name="Rectangle 8519">
                <a:extLst>
                  <a:ext uri="{FF2B5EF4-FFF2-40B4-BE49-F238E27FC236}">
                    <a16:creationId xmlns:a16="http://schemas.microsoft.com/office/drawing/2014/main" id="{5A8361CA-680F-45F3-A21C-8BEEE02F34C3}"/>
                  </a:ext>
                </a:extLst>
              </p:cNvPr>
              <p:cNvSpPr/>
              <p:nvPr/>
            </p:nvSpPr>
            <p:spPr>
              <a:xfrm>
                <a:off x="937466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521" name="Rectangle 8520">
                <a:extLst>
                  <a:ext uri="{FF2B5EF4-FFF2-40B4-BE49-F238E27FC236}">
                    <a16:creationId xmlns:a16="http://schemas.microsoft.com/office/drawing/2014/main" id="{3C722730-A2DD-4CBE-B807-91549D72388A}"/>
                  </a:ext>
                </a:extLst>
              </p:cNvPr>
              <p:cNvSpPr/>
              <p:nvPr/>
            </p:nvSpPr>
            <p:spPr>
              <a:xfrm>
                <a:off x="1117298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522" name="Rectangle 8521">
                <a:extLst>
                  <a:ext uri="{FF2B5EF4-FFF2-40B4-BE49-F238E27FC236}">
                    <a16:creationId xmlns:a16="http://schemas.microsoft.com/office/drawing/2014/main" id="{4B63B2AA-AD7D-4206-AB24-8D005AC5273B}"/>
                  </a:ext>
                </a:extLst>
              </p:cNvPr>
              <p:cNvSpPr/>
              <p:nvPr/>
            </p:nvSpPr>
            <p:spPr>
              <a:xfrm>
                <a:off x="1297214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523" name="Rectangle 8522">
                <a:extLst>
                  <a:ext uri="{FF2B5EF4-FFF2-40B4-BE49-F238E27FC236}">
                    <a16:creationId xmlns:a16="http://schemas.microsoft.com/office/drawing/2014/main" id="{AA6F6B95-5E2C-4B16-9D85-A798791032F6}"/>
                  </a:ext>
                </a:extLst>
              </p:cNvPr>
              <p:cNvSpPr/>
              <p:nvPr/>
            </p:nvSpPr>
            <p:spPr>
              <a:xfrm>
                <a:off x="757466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524" name="Rectangle 8523">
                <a:extLst>
                  <a:ext uri="{FF2B5EF4-FFF2-40B4-BE49-F238E27FC236}">
                    <a16:creationId xmlns:a16="http://schemas.microsoft.com/office/drawing/2014/main" id="{F2D828FA-E322-4A76-B5BA-9F0DD3C3E38E}"/>
                  </a:ext>
                </a:extLst>
              </p:cNvPr>
              <p:cNvSpPr/>
              <p:nvPr/>
            </p:nvSpPr>
            <p:spPr>
              <a:xfrm>
                <a:off x="577550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525" name="Rectangle 8524">
                <a:extLst>
                  <a:ext uri="{FF2B5EF4-FFF2-40B4-BE49-F238E27FC236}">
                    <a16:creationId xmlns:a16="http://schemas.microsoft.com/office/drawing/2014/main" id="{E9E8AA24-7BE4-48CC-9651-A0C0BDCA86BB}"/>
                  </a:ext>
                </a:extLst>
              </p:cNvPr>
              <p:cNvSpPr/>
              <p:nvPr/>
            </p:nvSpPr>
            <p:spPr>
              <a:xfrm>
                <a:off x="937382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526" name="Rectangle 8525">
                <a:extLst>
                  <a:ext uri="{FF2B5EF4-FFF2-40B4-BE49-F238E27FC236}">
                    <a16:creationId xmlns:a16="http://schemas.microsoft.com/office/drawing/2014/main" id="{5AD14553-DFCB-41AC-914D-8BC53D83B4DB}"/>
                  </a:ext>
                </a:extLst>
              </p:cNvPr>
              <p:cNvSpPr/>
              <p:nvPr/>
            </p:nvSpPr>
            <p:spPr>
              <a:xfrm>
                <a:off x="1117214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527" name="Rectangle 8526">
                <a:extLst>
                  <a:ext uri="{FF2B5EF4-FFF2-40B4-BE49-F238E27FC236}">
                    <a16:creationId xmlns:a16="http://schemas.microsoft.com/office/drawing/2014/main" id="{A316032A-87F0-4502-BC7E-864A70483D67}"/>
                  </a:ext>
                </a:extLst>
              </p:cNvPr>
              <p:cNvSpPr/>
              <p:nvPr/>
            </p:nvSpPr>
            <p:spPr>
              <a:xfrm>
                <a:off x="1297130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528" name="Rectangle 8527">
                <a:extLst>
                  <a:ext uri="{FF2B5EF4-FFF2-40B4-BE49-F238E27FC236}">
                    <a16:creationId xmlns:a16="http://schemas.microsoft.com/office/drawing/2014/main" id="{8B04A37E-8D97-4B1D-948B-D23E208A7C8F}"/>
                  </a:ext>
                </a:extLst>
              </p:cNvPr>
              <p:cNvSpPr/>
              <p:nvPr/>
            </p:nvSpPr>
            <p:spPr>
              <a:xfrm>
                <a:off x="757382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529" name="Rectangle 8528">
                <a:extLst>
                  <a:ext uri="{FF2B5EF4-FFF2-40B4-BE49-F238E27FC236}">
                    <a16:creationId xmlns:a16="http://schemas.microsoft.com/office/drawing/2014/main" id="{4E2AC16B-51E1-41D7-850D-089913FA0710}"/>
                  </a:ext>
                </a:extLst>
              </p:cNvPr>
              <p:cNvSpPr/>
              <p:nvPr/>
            </p:nvSpPr>
            <p:spPr>
              <a:xfrm>
                <a:off x="577466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530" name="Rectangle 8529">
                <a:extLst>
                  <a:ext uri="{FF2B5EF4-FFF2-40B4-BE49-F238E27FC236}">
                    <a16:creationId xmlns:a16="http://schemas.microsoft.com/office/drawing/2014/main" id="{ABD2CAC0-2F5A-43BF-9285-075F799C766E}"/>
                  </a:ext>
                </a:extLst>
              </p:cNvPr>
              <p:cNvSpPr/>
              <p:nvPr/>
            </p:nvSpPr>
            <p:spPr>
              <a:xfrm>
                <a:off x="937298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531" name="Rectangle 8530">
                <a:extLst>
                  <a:ext uri="{FF2B5EF4-FFF2-40B4-BE49-F238E27FC236}">
                    <a16:creationId xmlns:a16="http://schemas.microsoft.com/office/drawing/2014/main" id="{999CE40A-43D1-483F-B106-A1856CAA9F04}"/>
                  </a:ext>
                </a:extLst>
              </p:cNvPr>
              <p:cNvSpPr/>
              <p:nvPr/>
            </p:nvSpPr>
            <p:spPr>
              <a:xfrm>
                <a:off x="1117130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532" name="Rectangle 8531">
                <a:extLst>
                  <a:ext uri="{FF2B5EF4-FFF2-40B4-BE49-F238E27FC236}">
                    <a16:creationId xmlns:a16="http://schemas.microsoft.com/office/drawing/2014/main" id="{C0F37D39-5B1E-4FAC-B92D-81898ED4650F}"/>
                  </a:ext>
                </a:extLst>
              </p:cNvPr>
              <p:cNvSpPr/>
              <p:nvPr/>
            </p:nvSpPr>
            <p:spPr>
              <a:xfrm>
                <a:off x="1297046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533" name="Rectangle 8532">
                <a:extLst>
                  <a:ext uri="{FF2B5EF4-FFF2-40B4-BE49-F238E27FC236}">
                    <a16:creationId xmlns:a16="http://schemas.microsoft.com/office/drawing/2014/main" id="{9484DA9C-513E-45E5-8E6A-11E52AC4CEC4}"/>
                  </a:ext>
                </a:extLst>
              </p:cNvPr>
              <p:cNvSpPr/>
              <p:nvPr/>
            </p:nvSpPr>
            <p:spPr>
              <a:xfrm>
                <a:off x="577340" y="167393"/>
                <a:ext cx="900000" cy="974051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3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</p:grpSp>
        <p:grpSp>
          <p:nvGrpSpPr>
            <p:cNvPr id="8400" name="Groupe 8399"/>
            <p:cNvGrpSpPr/>
            <p:nvPr userDrawn="1"/>
          </p:nvGrpSpPr>
          <p:grpSpPr>
            <a:xfrm>
              <a:off x="7772552" y="119996"/>
              <a:ext cx="900000" cy="975016"/>
              <a:chOff x="577340" y="166428"/>
              <a:chExt cx="900000" cy="975016"/>
            </a:xfrm>
          </p:grpSpPr>
          <p:sp>
            <p:nvSpPr>
              <p:cNvPr id="8482" name="Rectangle 8481">
                <a:extLst>
                  <a:ext uri="{FF2B5EF4-FFF2-40B4-BE49-F238E27FC236}">
                    <a16:creationId xmlns:a16="http://schemas.microsoft.com/office/drawing/2014/main" id="{2072BB47-84CB-47FD-8A25-43491CA83C8F}"/>
                  </a:ext>
                </a:extLst>
              </p:cNvPr>
              <p:cNvSpPr/>
              <p:nvPr/>
            </p:nvSpPr>
            <p:spPr>
              <a:xfrm>
                <a:off x="757550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483" name="Rectangle 8482">
                <a:extLst>
                  <a:ext uri="{FF2B5EF4-FFF2-40B4-BE49-F238E27FC236}">
                    <a16:creationId xmlns:a16="http://schemas.microsoft.com/office/drawing/2014/main" id="{FD392A82-503D-4B66-9AF9-9E65B8C12603}"/>
                  </a:ext>
                </a:extLst>
              </p:cNvPr>
              <p:cNvSpPr/>
              <p:nvPr/>
            </p:nvSpPr>
            <p:spPr>
              <a:xfrm>
                <a:off x="577634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484" name="Rectangle 8483">
                <a:extLst>
                  <a:ext uri="{FF2B5EF4-FFF2-40B4-BE49-F238E27FC236}">
                    <a16:creationId xmlns:a16="http://schemas.microsoft.com/office/drawing/2014/main" id="{E8131C02-69AB-405B-82D1-978E3C621405}"/>
                  </a:ext>
                </a:extLst>
              </p:cNvPr>
              <p:cNvSpPr/>
              <p:nvPr/>
            </p:nvSpPr>
            <p:spPr>
              <a:xfrm>
                <a:off x="937466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485" name="Rectangle 8484">
                <a:extLst>
                  <a:ext uri="{FF2B5EF4-FFF2-40B4-BE49-F238E27FC236}">
                    <a16:creationId xmlns:a16="http://schemas.microsoft.com/office/drawing/2014/main" id="{F369E73F-6F1E-4CCA-9F58-1EF6C7EB008B}"/>
                  </a:ext>
                </a:extLst>
              </p:cNvPr>
              <p:cNvSpPr/>
              <p:nvPr/>
            </p:nvSpPr>
            <p:spPr>
              <a:xfrm>
                <a:off x="1117298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486" name="Rectangle 8485">
                <a:extLst>
                  <a:ext uri="{FF2B5EF4-FFF2-40B4-BE49-F238E27FC236}">
                    <a16:creationId xmlns:a16="http://schemas.microsoft.com/office/drawing/2014/main" id="{E4D8B003-AF02-4D34-8F85-57B55CDD3871}"/>
                  </a:ext>
                </a:extLst>
              </p:cNvPr>
              <p:cNvSpPr/>
              <p:nvPr/>
            </p:nvSpPr>
            <p:spPr>
              <a:xfrm>
                <a:off x="1297214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487" name="Rectangle 8486">
                <a:extLst>
                  <a:ext uri="{FF2B5EF4-FFF2-40B4-BE49-F238E27FC236}">
                    <a16:creationId xmlns:a16="http://schemas.microsoft.com/office/drawing/2014/main" id="{14BBDF8A-4682-45D3-ABAD-64B00A4ED731}"/>
                  </a:ext>
                </a:extLst>
              </p:cNvPr>
              <p:cNvSpPr/>
              <p:nvPr/>
            </p:nvSpPr>
            <p:spPr>
              <a:xfrm>
                <a:off x="757466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488" name="Rectangle 8487">
                <a:extLst>
                  <a:ext uri="{FF2B5EF4-FFF2-40B4-BE49-F238E27FC236}">
                    <a16:creationId xmlns:a16="http://schemas.microsoft.com/office/drawing/2014/main" id="{C13E0C4B-1D4F-471E-A5AD-E4BC58BB3024}"/>
                  </a:ext>
                </a:extLst>
              </p:cNvPr>
              <p:cNvSpPr/>
              <p:nvPr/>
            </p:nvSpPr>
            <p:spPr>
              <a:xfrm>
                <a:off x="577550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489" name="Rectangle 8488">
                <a:extLst>
                  <a:ext uri="{FF2B5EF4-FFF2-40B4-BE49-F238E27FC236}">
                    <a16:creationId xmlns:a16="http://schemas.microsoft.com/office/drawing/2014/main" id="{1E8CE2AB-2430-43FD-88E9-634F132AAB31}"/>
                  </a:ext>
                </a:extLst>
              </p:cNvPr>
              <p:cNvSpPr/>
              <p:nvPr/>
            </p:nvSpPr>
            <p:spPr>
              <a:xfrm>
                <a:off x="937382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490" name="Rectangle 8489">
                <a:extLst>
                  <a:ext uri="{FF2B5EF4-FFF2-40B4-BE49-F238E27FC236}">
                    <a16:creationId xmlns:a16="http://schemas.microsoft.com/office/drawing/2014/main" id="{9E64BB36-121D-45B5-AE9E-04F22BB2C216}"/>
                  </a:ext>
                </a:extLst>
              </p:cNvPr>
              <p:cNvSpPr/>
              <p:nvPr/>
            </p:nvSpPr>
            <p:spPr>
              <a:xfrm>
                <a:off x="1117214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491" name="Rectangle 8490">
                <a:extLst>
                  <a:ext uri="{FF2B5EF4-FFF2-40B4-BE49-F238E27FC236}">
                    <a16:creationId xmlns:a16="http://schemas.microsoft.com/office/drawing/2014/main" id="{13321878-5F07-4A14-B23A-57FA538E97B3}"/>
                  </a:ext>
                </a:extLst>
              </p:cNvPr>
              <p:cNvSpPr/>
              <p:nvPr/>
            </p:nvSpPr>
            <p:spPr>
              <a:xfrm>
                <a:off x="1297130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492" name="Rectangle 8491">
                <a:extLst>
                  <a:ext uri="{FF2B5EF4-FFF2-40B4-BE49-F238E27FC236}">
                    <a16:creationId xmlns:a16="http://schemas.microsoft.com/office/drawing/2014/main" id="{3E8B26BB-C162-4CAF-8919-EF4839B4A043}"/>
                  </a:ext>
                </a:extLst>
              </p:cNvPr>
              <p:cNvSpPr/>
              <p:nvPr/>
            </p:nvSpPr>
            <p:spPr>
              <a:xfrm>
                <a:off x="757550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493" name="Rectangle 8492">
                <a:extLst>
                  <a:ext uri="{FF2B5EF4-FFF2-40B4-BE49-F238E27FC236}">
                    <a16:creationId xmlns:a16="http://schemas.microsoft.com/office/drawing/2014/main" id="{C8C38007-7AE0-49F4-AA4F-ED66905690A4}"/>
                  </a:ext>
                </a:extLst>
              </p:cNvPr>
              <p:cNvSpPr/>
              <p:nvPr/>
            </p:nvSpPr>
            <p:spPr>
              <a:xfrm>
                <a:off x="577634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494" name="Rectangle 8493">
                <a:extLst>
                  <a:ext uri="{FF2B5EF4-FFF2-40B4-BE49-F238E27FC236}">
                    <a16:creationId xmlns:a16="http://schemas.microsoft.com/office/drawing/2014/main" id="{5A8361CA-680F-45F3-A21C-8BEEE02F34C3}"/>
                  </a:ext>
                </a:extLst>
              </p:cNvPr>
              <p:cNvSpPr/>
              <p:nvPr/>
            </p:nvSpPr>
            <p:spPr>
              <a:xfrm>
                <a:off x="937466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495" name="Rectangle 8494">
                <a:extLst>
                  <a:ext uri="{FF2B5EF4-FFF2-40B4-BE49-F238E27FC236}">
                    <a16:creationId xmlns:a16="http://schemas.microsoft.com/office/drawing/2014/main" id="{3C722730-A2DD-4CBE-B807-91549D72388A}"/>
                  </a:ext>
                </a:extLst>
              </p:cNvPr>
              <p:cNvSpPr/>
              <p:nvPr/>
            </p:nvSpPr>
            <p:spPr>
              <a:xfrm>
                <a:off x="1117298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496" name="Rectangle 8495">
                <a:extLst>
                  <a:ext uri="{FF2B5EF4-FFF2-40B4-BE49-F238E27FC236}">
                    <a16:creationId xmlns:a16="http://schemas.microsoft.com/office/drawing/2014/main" id="{4B63B2AA-AD7D-4206-AB24-8D005AC5273B}"/>
                  </a:ext>
                </a:extLst>
              </p:cNvPr>
              <p:cNvSpPr/>
              <p:nvPr/>
            </p:nvSpPr>
            <p:spPr>
              <a:xfrm>
                <a:off x="1297214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497" name="Rectangle 8496">
                <a:extLst>
                  <a:ext uri="{FF2B5EF4-FFF2-40B4-BE49-F238E27FC236}">
                    <a16:creationId xmlns:a16="http://schemas.microsoft.com/office/drawing/2014/main" id="{AA6F6B95-5E2C-4B16-9D85-A798791032F6}"/>
                  </a:ext>
                </a:extLst>
              </p:cNvPr>
              <p:cNvSpPr/>
              <p:nvPr/>
            </p:nvSpPr>
            <p:spPr>
              <a:xfrm>
                <a:off x="757466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498" name="Rectangle 8497">
                <a:extLst>
                  <a:ext uri="{FF2B5EF4-FFF2-40B4-BE49-F238E27FC236}">
                    <a16:creationId xmlns:a16="http://schemas.microsoft.com/office/drawing/2014/main" id="{F2D828FA-E322-4A76-B5BA-9F0DD3C3E38E}"/>
                  </a:ext>
                </a:extLst>
              </p:cNvPr>
              <p:cNvSpPr/>
              <p:nvPr/>
            </p:nvSpPr>
            <p:spPr>
              <a:xfrm>
                <a:off x="577550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499" name="Rectangle 8498">
                <a:extLst>
                  <a:ext uri="{FF2B5EF4-FFF2-40B4-BE49-F238E27FC236}">
                    <a16:creationId xmlns:a16="http://schemas.microsoft.com/office/drawing/2014/main" id="{E9E8AA24-7BE4-48CC-9651-A0C0BDCA86BB}"/>
                  </a:ext>
                </a:extLst>
              </p:cNvPr>
              <p:cNvSpPr/>
              <p:nvPr/>
            </p:nvSpPr>
            <p:spPr>
              <a:xfrm>
                <a:off x="937382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500" name="Rectangle 8499">
                <a:extLst>
                  <a:ext uri="{FF2B5EF4-FFF2-40B4-BE49-F238E27FC236}">
                    <a16:creationId xmlns:a16="http://schemas.microsoft.com/office/drawing/2014/main" id="{5AD14553-DFCB-41AC-914D-8BC53D83B4DB}"/>
                  </a:ext>
                </a:extLst>
              </p:cNvPr>
              <p:cNvSpPr/>
              <p:nvPr/>
            </p:nvSpPr>
            <p:spPr>
              <a:xfrm>
                <a:off x="1117214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501" name="Rectangle 8500">
                <a:extLst>
                  <a:ext uri="{FF2B5EF4-FFF2-40B4-BE49-F238E27FC236}">
                    <a16:creationId xmlns:a16="http://schemas.microsoft.com/office/drawing/2014/main" id="{A316032A-87F0-4502-BC7E-864A70483D67}"/>
                  </a:ext>
                </a:extLst>
              </p:cNvPr>
              <p:cNvSpPr/>
              <p:nvPr/>
            </p:nvSpPr>
            <p:spPr>
              <a:xfrm>
                <a:off x="1297130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502" name="Rectangle 8501">
                <a:extLst>
                  <a:ext uri="{FF2B5EF4-FFF2-40B4-BE49-F238E27FC236}">
                    <a16:creationId xmlns:a16="http://schemas.microsoft.com/office/drawing/2014/main" id="{8B04A37E-8D97-4B1D-948B-D23E208A7C8F}"/>
                  </a:ext>
                </a:extLst>
              </p:cNvPr>
              <p:cNvSpPr/>
              <p:nvPr/>
            </p:nvSpPr>
            <p:spPr>
              <a:xfrm>
                <a:off x="757382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503" name="Rectangle 8502">
                <a:extLst>
                  <a:ext uri="{FF2B5EF4-FFF2-40B4-BE49-F238E27FC236}">
                    <a16:creationId xmlns:a16="http://schemas.microsoft.com/office/drawing/2014/main" id="{4E2AC16B-51E1-41D7-850D-089913FA0710}"/>
                  </a:ext>
                </a:extLst>
              </p:cNvPr>
              <p:cNvSpPr/>
              <p:nvPr/>
            </p:nvSpPr>
            <p:spPr>
              <a:xfrm>
                <a:off x="577466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504" name="Rectangle 8503">
                <a:extLst>
                  <a:ext uri="{FF2B5EF4-FFF2-40B4-BE49-F238E27FC236}">
                    <a16:creationId xmlns:a16="http://schemas.microsoft.com/office/drawing/2014/main" id="{ABD2CAC0-2F5A-43BF-9285-075F799C766E}"/>
                  </a:ext>
                </a:extLst>
              </p:cNvPr>
              <p:cNvSpPr/>
              <p:nvPr/>
            </p:nvSpPr>
            <p:spPr>
              <a:xfrm>
                <a:off x="937298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505" name="Rectangle 8504">
                <a:extLst>
                  <a:ext uri="{FF2B5EF4-FFF2-40B4-BE49-F238E27FC236}">
                    <a16:creationId xmlns:a16="http://schemas.microsoft.com/office/drawing/2014/main" id="{999CE40A-43D1-483F-B106-A1856CAA9F04}"/>
                  </a:ext>
                </a:extLst>
              </p:cNvPr>
              <p:cNvSpPr/>
              <p:nvPr/>
            </p:nvSpPr>
            <p:spPr>
              <a:xfrm>
                <a:off x="1117130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506" name="Rectangle 8505">
                <a:extLst>
                  <a:ext uri="{FF2B5EF4-FFF2-40B4-BE49-F238E27FC236}">
                    <a16:creationId xmlns:a16="http://schemas.microsoft.com/office/drawing/2014/main" id="{C0F37D39-5B1E-4FAC-B92D-81898ED4650F}"/>
                  </a:ext>
                </a:extLst>
              </p:cNvPr>
              <p:cNvSpPr/>
              <p:nvPr/>
            </p:nvSpPr>
            <p:spPr>
              <a:xfrm>
                <a:off x="1297046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507" name="Rectangle 8506">
                <a:extLst>
                  <a:ext uri="{FF2B5EF4-FFF2-40B4-BE49-F238E27FC236}">
                    <a16:creationId xmlns:a16="http://schemas.microsoft.com/office/drawing/2014/main" id="{9484DA9C-513E-45E5-8E6A-11E52AC4CEC4}"/>
                  </a:ext>
                </a:extLst>
              </p:cNvPr>
              <p:cNvSpPr/>
              <p:nvPr/>
            </p:nvSpPr>
            <p:spPr>
              <a:xfrm>
                <a:off x="577340" y="167393"/>
                <a:ext cx="900000" cy="974051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3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</p:grpSp>
        <p:grpSp>
          <p:nvGrpSpPr>
            <p:cNvPr id="8401" name="Groupe 8400"/>
            <p:cNvGrpSpPr/>
            <p:nvPr userDrawn="1"/>
          </p:nvGrpSpPr>
          <p:grpSpPr>
            <a:xfrm>
              <a:off x="8672006" y="119033"/>
              <a:ext cx="900000" cy="975016"/>
              <a:chOff x="577340" y="166428"/>
              <a:chExt cx="900000" cy="975016"/>
            </a:xfrm>
          </p:grpSpPr>
          <p:sp>
            <p:nvSpPr>
              <p:cNvPr id="8456" name="Rectangle 8455">
                <a:extLst>
                  <a:ext uri="{FF2B5EF4-FFF2-40B4-BE49-F238E27FC236}">
                    <a16:creationId xmlns:a16="http://schemas.microsoft.com/office/drawing/2014/main" id="{2072BB47-84CB-47FD-8A25-43491CA83C8F}"/>
                  </a:ext>
                </a:extLst>
              </p:cNvPr>
              <p:cNvSpPr/>
              <p:nvPr/>
            </p:nvSpPr>
            <p:spPr>
              <a:xfrm>
                <a:off x="757550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457" name="Rectangle 8456">
                <a:extLst>
                  <a:ext uri="{FF2B5EF4-FFF2-40B4-BE49-F238E27FC236}">
                    <a16:creationId xmlns:a16="http://schemas.microsoft.com/office/drawing/2014/main" id="{FD392A82-503D-4B66-9AF9-9E65B8C12603}"/>
                  </a:ext>
                </a:extLst>
              </p:cNvPr>
              <p:cNvSpPr/>
              <p:nvPr/>
            </p:nvSpPr>
            <p:spPr>
              <a:xfrm>
                <a:off x="577634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458" name="Rectangle 8457">
                <a:extLst>
                  <a:ext uri="{FF2B5EF4-FFF2-40B4-BE49-F238E27FC236}">
                    <a16:creationId xmlns:a16="http://schemas.microsoft.com/office/drawing/2014/main" id="{E8131C02-69AB-405B-82D1-978E3C621405}"/>
                  </a:ext>
                </a:extLst>
              </p:cNvPr>
              <p:cNvSpPr/>
              <p:nvPr/>
            </p:nvSpPr>
            <p:spPr>
              <a:xfrm>
                <a:off x="937466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459" name="Rectangle 8458">
                <a:extLst>
                  <a:ext uri="{FF2B5EF4-FFF2-40B4-BE49-F238E27FC236}">
                    <a16:creationId xmlns:a16="http://schemas.microsoft.com/office/drawing/2014/main" id="{F369E73F-6F1E-4CCA-9F58-1EF6C7EB008B}"/>
                  </a:ext>
                </a:extLst>
              </p:cNvPr>
              <p:cNvSpPr/>
              <p:nvPr/>
            </p:nvSpPr>
            <p:spPr>
              <a:xfrm>
                <a:off x="1117298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460" name="Rectangle 8459">
                <a:extLst>
                  <a:ext uri="{FF2B5EF4-FFF2-40B4-BE49-F238E27FC236}">
                    <a16:creationId xmlns:a16="http://schemas.microsoft.com/office/drawing/2014/main" id="{E4D8B003-AF02-4D34-8F85-57B55CDD3871}"/>
                  </a:ext>
                </a:extLst>
              </p:cNvPr>
              <p:cNvSpPr/>
              <p:nvPr/>
            </p:nvSpPr>
            <p:spPr>
              <a:xfrm>
                <a:off x="1297214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461" name="Rectangle 8460">
                <a:extLst>
                  <a:ext uri="{FF2B5EF4-FFF2-40B4-BE49-F238E27FC236}">
                    <a16:creationId xmlns:a16="http://schemas.microsoft.com/office/drawing/2014/main" id="{14BBDF8A-4682-45D3-ABAD-64B00A4ED731}"/>
                  </a:ext>
                </a:extLst>
              </p:cNvPr>
              <p:cNvSpPr/>
              <p:nvPr/>
            </p:nvSpPr>
            <p:spPr>
              <a:xfrm>
                <a:off x="757466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462" name="Rectangle 8461">
                <a:extLst>
                  <a:ext uri="{FF2B5EF4-FFF2-40B4-BE49-F238E27FC236}">
                    <a16:creationId xmlns:a16="http://schemas.microsoft.com/office/drawing/2014/main" id="{C13E0C4B-1D4F-471E-A5AD-E4BC58BB3024}"/>
                  </a:ext>
                </a:extLst>
              </p:cNvPr>
              <p:cNvSpPr/>
              <p:nvPr/>
            </p:nvSpPr>
            <p:spPr>
              <a:xfrm>
                <a:off x="577550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463" name="Rectangle 8462">
                <a:extLst>
                  <a:ext uri="{FF2B5EF4-FFF2-40B4-BE49-F238E27FC236}">
                    <a16:creationId xmlns:a16="http://schemas.microsoft.com/office/drawing/2014/main" id="{1E8CE2AB-2430-43FD-88E9-634F132AAB31}"/>
                  </a:ext>
                </a:extLst>
              </p:cNvPr>
              <p:cNvSpPr/>
              <p:nvPr/>
            </p:nvSpPr>
            <p:spPr>
              <a:xfrm>
                <a:off x="937382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464" name="Rectangle 8463">
                <a:extLst>
                  <a:ext uri="{FF2B5EF4-FFF2-40B4-BE49-F238E27FC236}">
                    <a16:creationId xmlns:a16="http://schemas.microsoft.com/office/drawing/2014/main" id="{9E64BB36-121D-45B5-AE9E-04F22BB2C216}"/>
                  </a:ext>
                </a:extLst>
              </p:cNvPr>
              <p:cNvSpPr/>
              <p:nvPr/>
            </p:nvSpPr>
            <p:spPr>
              <a:xfrm>
                <a:off x="1117214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465" name="Rectangle 8464">
                <a:extLst>
                  <a:ext uri="{FF2B5EF4-FFF2-40B4-BE49-F238E27FC236}">
                    <a16:creationId xmlns:a16="http://schemas.microsoft.com/office/drawing/2014/main" id="{13321878-5F07-4A14-B23A-57FA538E97B3}"/>
                  </a:ext>
                </a:extLst>
              </p:cNvPr>
              <p:cNvSpPr/>
              <p:nvPr/>
            </p:nvSpPr>
            <p:spPr>
              <a:xfrm>
                <a:off x="1297130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466" name="Rectangle 8465">
                <a:extLst>
                  <a:ext uri="{FF2B5EF4-FFF2-40B4-BE49-F238E27FC236}">
                    <a16:creationId xmlns:a16="http://schemas.microsoft.com/office/drawing/2014/main" id="{3E8B26BB-C162-4CAF-8919-EF4839B4A043}"/>
                  </a:ext>
                </a:extLst>
              </p:cNvPr>
              <p:cNvSpPr/>
              <p:nvPr/>
            </p:nvSpPr>
            <p:spPr>
              <a:xfrm>
                <a:off x="757550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467" name="Rectangle 8466">
                <a:extLst>
                  <a:ext uri="{FF2B5EF4-FFF2-40B4-BE49-F238E27FC236}">
                    <a16:creationId xmlns:a16="http://schemas.microsoft.com/office/drawing/2014/main" id="{C8C38007-7AE0-49F4-AA4F-ED66905690A4}"/>
                  </a:ext>
                </a:extLst>
              </p:cNvPr>
              <p:cNvSpPr/>
              <p:nvPr/>
            </p:nvSpPr>
            <p:spPr>
              <a:xfrm>
                <a:off x="577634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468" name="Rectangle 8467">
                <a:extLst>
                  <a:ext uri="{FF2B5EF4-FFF2-40B4-BE49-F238E27FC236}">
                    <a16:creationId xmlns:a16="http://schemas.microsoft.com/office/drawing/2014/main" id="{5A8361CA-680F-45F3-A21C-8BEEE02F34C3}"/>
                  </a:ext>
                </a:extLst>
              </p:cNvPr>
              <p:cNvSpPr/>
              <p:nvPr/>
            </p:nvSpPr>
            <p:spPr>
              <a:xfrm>
                <a:off x="937466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469" name="Rectangle 8468">
                <a:extLst>
                  <a:ext uri="{FF2B5EF4-FFF2-40B4-BE49-F238E27FC236}">
                    <a16:creationId xmlns:a16="http://schemas.microsoft.com/office/drawing/2014/main" id="{3C722730-A2DD-4CBE-B807-91549D72388A}"/>
                  </a:ext>
                </a:extLst>
              </p:cNvPr>
              <p:cNvSpPr/>
              <p:nvPr/>
            </p:nvSpPr>
            <p:spPr>
              <a:xfrm>
                <a:off x="1117298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470" name="Rectangle 8469">
                <a:extLst>
                  <a:ext uri="{FF2B5EF4-FFF2-40B4-BE49-F238E27FC236}">
                    <a16:creationId xmlns:a16="http://schemas.microsoft.com/office/drawing/2014/main" id="{4B63B2AA-AD7D-4206-AB24-8D005AC5273B}"/>
                  </a:ext>
                </a:extLst>
              </p:cNvPr>
              <p:cNvSpPr/>
              <p:nvPr/>
            </p:nvSpPr>
            <p:spPr>
              <a:xfrm>
                <a:off x="1297214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471" name="Rectangle 8470">
                <a:extLst>
                  <a:ext uri="{FF2B5EF4-FFF2-40B4-BE49-F238E27FC236}">
                    <a16:creationId xmlns:a16="http://schemas.microsoft.com/office/drawing/2014/main" id="{AA6F6B95-5E2C-4B16-9D85-A798791032F6}"/>
                  </a:ext>
                </a:extLst>
              </p:cNvPr>
              <p:cNvSpPr/>
              <p:nvPr/>
            </p:nvSpPr>
            <p:spPr>
              <a:xfrm>
                <a:off x="757466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472" name="Rectangle 8471">
                <a:extLst>
                  <a:ext uri="{FF2B5EF4-FFF2-40B4-BE49-F238E27FC236}">
                    <a16:creationId xmlns:a16="http://schemas.microsoft.com/office/drawing/2014/main" id="{F2D828FA-E322-4A76-B5BA-9F0DD3C3E38E}"/>
                  </a:ext>
                </a:extLst>
              </p:cNvPr>
              <p:cNvSpPr/>
              <p:nvPr/>
            </p:nvSpPr>
            <p:spPr>
              <a:xfrm>
                <a:off x="577550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473" name="Rectangle 8472">
                <a:extLst>
                  <a:ext uri="{FF2B5EF4-FFF2-40B4-BE49-F238E27FC236}">
                    <a16:creationId xmlns:a16="http://schemas.microsoft.com/office/drawing/2014/main" id="{E9E8AA24-7BE4-48CC-9651-A0C0BDCA86BB}"/>
                  </a:ext>
                </a:extLst>
              </p:cNvPr>
              <p:cNvSpPr/>
              <p:nvPr/>
            </p:nvSpPr>
            <p:spPr>
              <a:xfrm>
                <a:off x="937382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474" name="Rectangle 8473">
                <a:extLst>
                  <a:ext uri="{FF2B5EF4-FFF2-40B4-BE49-F238E27FC236}">
                    <a16:creationId xmlns:a16="http://schemas.microsoft.com/office/drawing/2014/main" id="{5AD14553-DFCB-41AC-914D-8BC53D83B4DB}"/>
                  </a:ext>
                </a:extLst>
              </p:cNvPr>
              <p:cNvSpPr/>
              <p:nvPr/>
            </p:nvSpPr>
            <p:spPr>
              <a:xfrm>
                <a:off x="1117214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475" name="Rectangle 8474">
                <a:extLst>
                  <a:ext uri="{FF2B5EF4-FFF2-40B4-BE49-F238E27FC236}">
                    <a16:creationId xmlns:a16="http://schemas.microsoft.com/office/drawing/2014/main" id="{A316032A-87F0-4502-BC7E-864A70483D67}"/>
                  </a:ext>
                </a:extLst>
              </p:cNvPr>
              <p:cNvSpPr/>
              <p:nvPr/>
            </p:nvSpPr>
            <p:spPr>
              <a:xfrm>
                <a:off x="1297130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476" name="Rectangle 8475">
                <a:extLst>
                  <a:ext uri="{FF2B5EF4-FFF2-40B4-BE49-F238E27FC236}">
                    <a16:creationId xmlns:a16="http://schemas.microsoft.com/office/drawing/2014/main" id="{8B04A37E-8D97-4B1D-948B-D23E208A7C8F}"/>
                  </a:ext>
                </a:extLst>
              </p:cNvPr>
              <p:cNvSpPr/>
              <p:nvPr/>
            </p:nvSpPr>
            <p:spPr>
              <a:xfrm>
                <a:off x="757382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477" name="Rectangle 8476">
                <a:extLst>
                  <a:ext uri="{FF2B5EF4-FFF2-40B4-BE49-F238E27FC236}">
                    <a16:creationId xmlns:a16="http://schemas.microsoft.com/office/drawing/2014/main" id="{4E2AC16B-51E1-41D7-850D-089913FA0710}"/>
                  </a:ext>
                </a:extLst>
              </p:cNvPr>
              <p:cNvSpPr/>
              <p:nvPr/>
            </p:nvSpPr>
            <p:spPr>
              <a:xfrm>
                <a:off x="577466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478" name="Rectangle 8477">
                <a:extLst>
                  <a:ext uri="{FF2B5EF4-FFF2-40B4-BE49-F238E27FC236}">
                    <a16:creationId xmlns:a16="http://schemas.microsoft.com/office/drawing/2014/main" id="{ABD2CAC0-2F5A-43BF-9285-075F799C766E}"/>
                  </a:ext>
                </a:extLst>
              </p:cNvPr>
              <p:cNvSpPr/>
              <p:nvPr/>
            </p:nvSpPr>
            <p:spPr>
              <a:xfrm>
                <a:off x="937298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479" name="Rectangle 8478">
                <a:extLst>
                  <a:ext uri="{FF2B5EF4-FFF2-40B4-BE49-F238E27FC236}">
                    <a16:creationId xmlns:a16="http://schemas.microsoft.com/office/drawing/2014/main" id="{999CE40A-43D1-483F-B106-A1856CAA9F04}"/>
                  </a:ext>
                </a:extLst>
              </p:cNvPr>
              <p:cNvSpPr/>
              <p:nvPr/>
            </p:nvSpPr>
            <p:spPr>
              <a:xfrm>
                <a:off x="1117130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480" name="Rectangle 8479">
                <a:extLst>
                  <a:ext uri="{FF2B5EF4-FFF2-40B4-BE49-F238E27FC236}">
                    <a16:creationId xmlns:a16="http://schemas.microsoft.com/office/drawing/2014/main" id="{C0F37D39-5B1E-4FAC-B92D-81898ED4650F}"/>
                  </a:ext>
                </a:extLst>
              </p:cNvPr>
              <p:cNvSpPr/>
              <p:nvPr/>
            </p:nvSpPr>
            <p:spPr>
              <a:xfrm>
                <a:off x="1297046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481" name="Rectangle 8480">
                <a:extLst>
                  <a:ext uri="{FF2B5EF4-FFF2-40B4-BE49-F238E27FC236}">
                    <a16:creationId xmlns:a16="http://schemas.microsoft.com/office/drawing/2014/main" id="{9484DA9C-513E-45E5-8E6A-11E52AC4CEC4}"/>
                  </a:ext>
                </a:extLst>
              </p:cNvPr>
              <p:cNvSpPr/>
              <p:nvPr/>
            </p:nvSpPr>
            <p:spPr>
              <a:xfrm>
                <a:off x="577340" y="167393"/>
                <a:ext cx="900000" cy="974051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3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</p:grpSp>
        <p:grpSp>
          <p:nvGrpSpPr>
            <p:cNvPr id="8402" name="Groupe 8401"/>
            <p:cNvGrpSpPr/>
            <p:nvPr userDrawn="1"/>
          </p:nvGrpSpPr>
          <p:grpSpPr>
            <a:xfrm>
              <a:off x="9571376" y="119033"/>
              <a:ext cx="900000" cy="975016"/>
              <a:chOff x="577340" y="166428"/>
              <a:chExt cx="900000" cy="975016"/>
            </a:xfrm>
          </p:grpSpPr>
          <p:sp>
            <p:nvSpPr>
              <p:cNvPr id="8430" name="Rectangle 8429">
                <a:extLst>
                  <a:ext uri="{FF2B5EF4-FFF2-40B4-BE49-F238E27FC236}">
                    <a16:creationId xmlns:a16="http://schemas.microsoft.com/office/drawing/2014/main" id="{2072BB47-84CB-47FD-8A25-43491CA83C8F}"/>
                  </a:ext>
                </a:extLst>
              </p:cNvPr>
              <p:cNvSpPr/>
              <p:nvPr/>
            </p:nvSpPr>
            <p:spPr>
              <a:xfrm>
                <a:off x="757550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431" name="Rectangle 8430">
                <a:extLst>
                  <a:ext uri="{FF2B5EF4-FFF2-40B4-BE49-F238E27FC236}">
                    <a16:creationId xmlns:a16="http://schemas.microsoft.com/office/drawing/2014/main" id="{FD392A82-503D-4B66-9AF9-9E65B8C12603}"/>
                  </a:ext>
                </a:extLst>
              </p:cNvPr>
              <p:cNvSpPr/>
              <p:nvPr/>
            </p:nvSpPr>
            <p:spPr>
              <a:xfrm>
                <a:off x="577634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432" name="Rectangle 8431">
                <a:extLst>
                  <a:ext uri="{FF2B5EF4-FFF2-40B4-BE49-F238E27FC236}">
                    <a16:creationId xmlns:a16="http://schemas.microsoft.com/office/drawing/2014/main" id="{E8131C02-69AB-405B-82D1-978E3C621405}"/>
                  </a:ext>
                </a:extLst>
              </p:cNvPr>
              <p:cNvSpPr/>
              <p:nvPr/>
            </p:nvSpPr>
            <p:spPr>
              <a:xfrm>
                <a:off x="937466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433" name="Rectangle 8432">
                <a:extLst>
                  <a:ext uri="{FF2B5EF4-FFF2-40B4-BE49-F238E27FC236}">
                    <a16:creationId xmlns:a16="http://schemas.microsoft.com/office/drawing/2014/main" id="{F369E73F-6F1E-4CCA-9F58-1EF6C7EB008B}"/>
                  </a:ext>
                </a:extLst>
              </p:cNvPr>
              <p:cNvSpPr/>
              <p:nvPr/>
            </p:nvSpPr>
            <p:spPr>
              <a:xfrm>
                <a:off x="1117298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434" name="Rectangle 8433">
                <a:extLst>
                  <a:ext uri="{FF2B5EF4-FFF2-40B4-BE49-F238E27FC236}">
                    <a16:creationId xmlns:a16="http://schemas.microsoft.com/office/drawing/2014/main" id="{E4D8B003-AF02-4D34-8F85-57B55CDD3871}"/>
                  </a:ext>
                </a:extLst>
              </p:cNvPr>
              <p:cNvSpPr/>
              <p:nvPr/>
            </p:nvSpPr>
            <p:spPr>
              <a:xfrm>
                <a:off x="1297214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435" name="Rectangle 8434">
                <a:extLst>
                  <a:ext uri="{FF2B5EF4-FFF2-40B4-BE49-F238E27FC236}">
                    <a16:creationId xmlns:a16="http://schemas.microsoft.com/office/drawing/2014/main" id="{14BBDF8A-4682-45D3-ABAD-64B00A4ED731}"/>
                  </a:ext>
                </a:extLst>
              </p:cNvPr>
              <p:cNvSpPr/>
              <p:nvPr/>
            </p:nvSpPr>
            <p:spPr>
              <a:xfrm>
                <a:off x="757466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436" name="Rectangle 8435">
                <a:extLst>
                  <a:ext uri="{FF2B5EF4-FFF2-40B4-BE49-F238E27FC236}">
                    <a16:creationId xmlns:a16="http://schemas.microsoft.com/office/drawing/2014/main" id="{C13E0C4B-1D4F-471E-A5AD-E4BC58BB3024}"/>
                  </a:ext>
                </a:extLst>
              </p:cNvPr>
              <p:cNvSpPr/>
              <p:nvPr/>
            </p:nvSpPr>
            <p:spPr>
              <a:xfrm>
                <a:off x="577550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437" name="Rectangle 8436">
                <a:extLst>
                  <a:ext uri="{FF2B5EF4-FFF2-40B4-BE49-F238E27FC236}">
                    <a16:creationId xmlns:a16="http://schemas.microsoft.com/office/drawing/2014/main" id="{1E8CE2AB-2430-43FD-88E9-634F132AAB31}"/>
                  </a:ext>
                </a:extLst>
              </p:cNvPr>
              <p:cNvSpPr/>
              <p:nvPr/>
            </p:nvSpPr>
            <p:spPr>
              <a:xfrm>
                <a:off x="937382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438" name="Rectangle 8437">
                <a:extLst>
                  <a:ext uri="{FF2B5EF4-FFF2-40B4-BE49-F238E27FC236}">
                    <a16:creationId xmlns:a16="http://schemas.microsoft.com/office/drawing/2014/main" id="{9E64BB36-121D-45B5-AE9E-04F22BB2C216}"/>
                  </a:ext>
                </a:extLst>
              </p:cNvPr>
              <p:cNvSpPr/>
              <p:nvPr/>
            </p:nvSpPr>
            <p:spPr>
              <a:xfrm>
                <a:off x="1117214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439" name="Rectangle 8438">
                <a:extLst>
                  <a:ext uri="{FF2B5EF4-FFF2-40B4-BE49-F238E27FC236}">
                    <a16:creationId xmlns:a16="http://schemas.microsoft.com/office/drawing/2014/main" id="{13321878-5F07-4A14-B23A-57FA538E97B3}"/>
                  </a:ext>
                </a:extLst>
              </p:cNvPr>
              <p:cNvSpPr/>
              <p:nvPr/>
            </p:nvSpPr>
            <p:spPr>
              <a:xfrm>
                <a:off x="1297130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440" name="Rectangle 8439">
                <a:extLst>
                  <a:ext uri="{FF2B5EF4-FFF2-40B4-BE49-F238E27FC236}">
                    <a16:creationId xmlns:a16="http://schemas.microsoft.com/office/drawing/2014/main" id="{3E8B26BB-C162-4CAF-8919-EF4839B4A043}"/>
                  </a:ext>
                </a:extLst>
              </p:cNvPr>
              <p:cNvSpPr/>
              <p:nvPr/>
            </p:nvSpPr>
            <p:spPr>
              <a:xfrm>
                <a:off x="757550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441" name="Rectangle 8440">
                <a:extLst>
                  <a:ext uri="{FF2B5EF4-FFF2-40B4-BE49-F238E27FC236}">
                    <a16:creationId xmlns:a16="http://schemas.microsoft.com/office/drawing/2014/main" id="{C8C38007-7AE0-49F4-AA4F-ED66905690A4}"/>
                  </a:ext>
                </a:extLst>
              </p:cNvPr>
              <p:cNvSpPr/>
              <p:nvPr/>
            </p:nvSpPr>
            <p:spPr>
              <a:xfrm>
                <a:off x="577634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442" name="Rectangle 8441">
                <a:extLst>
                  <a:ext uri="{FF2B5EF4-FFF2-40B4-BE49-F238E27FC236}">
                    <a16:creationId xmlns:a16="http://schemas.microsoft.com/office/drawing/2014/main" id="{5A8361CA-680F-45F3-A21C-8BEEE02F34C3}"/>
                  </a:ext>
                </a:extLst>
              </p:cNvPr>
              <p:cNvSpPr/>
              <p:nvPr/>
            </p:nvSpPr>
            <p:spPr>
              <a:xfrm>
                <a:off x="937466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443" name="Rectangle 8442">
                <a:extLst>
                  <a:ext uri="{FF2B5EF4-FFF2-40B4-BE49-F238E27FC236}">
                    <a16:creationId xmlns:a16="http://schemas.microsoft.com/office/drawing/2014/main" id="{3C722730-A2DD-4CBE-B807-91549D72388A}"/>
                  </a:ext>
                </a:extLst>
              </p:cNvPr>
              <p:cNvSpPr/>
              <p:nvPr/>
            </p:nvSpPr>
            <p:spPr>
              <a:xfrm>
                <a:off x="1117298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444" name="Rectangle 8443">
                <a:extLst>
                  <a:ext uri="{FF2B5EF4-FFF2-40B4-BE49-F238E27FC236}">
                    <a16:creationId xmlns:a16="http://schemas.microsoft.com/office/drawing/2014/main" id="{4B63B2AA-AD7D-4206-AB24-8D005AC5273B}"/>
                  </a:ext>
                </a:extLst>
              </p:cNvPr>
              <p:cNvSpPr/>
              <p:nvPr/>
            </p:nvSpPr>
            <p:spPr>
              <a:xfrm>
                <a:off x="1297214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445" name="Rectangle 8444">
                <a:extLst>
                  <a:ext uri="{FF2B5EF4-FFF2-40B4-BE49-F238E27FC236}">
                    <a16:creationId xmlns:a16="http://schemas.microsoft.com/office/drawing/2014/main" id="{AA6F6B95-5E2C-4B16-9D85-A798791032F6}"/>
                  </a:ext>
                </a:extLst>
              </p:cNvPr>
              <p:cNvSpPr/>
              <p:nvPr/>
            </p:nvSpPr>
            <p:spPr>
              <a:xfrm>
                <a:off x="757466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446" name="Rectangle 8445">
                <a:extLst>
                  <a:ext uri="{FF2B5EF4-FFF2-40B4-BE49-F238E27FC236}">
                    <a16:creationId xmlns:a16="http://schemas.microsoft.com/office/drawing/2014/main" id="{F2D828FA-E322-4A76-B5BA-9F0DD3C3E38E}"/>
                  </a:ext>
                </a:extLst>
              </p:cNvPr>
              <p:cNvSpPr/>
              <p:nvPr/>
            </p:nvSpPr>
            <p:spPr>
              <a:xfrm>
                <a:off x="577550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447" name="Rectangle 8446">
                <a:extLst>
                  <a:ext uri="{FF2B5EF4-FFF2-40B4-BE49-F238E27FC236}">
                    <a16:creationId xmlns:a16="http://schemas.microsoft.com/office/drawing/2014/main" id="{E9E8AA24-7BE4-48CC-9651-A0C0BDCA86BB}"/>
                  </a:ext>
                </a:extLst>
              </p:cNvPr>
              <p:cNvSpPr/>
              <p:nvPr/>
            </p:nvSpPr>
            <p:spPr>
              <a:xfrm>
                <a:off x="937382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448" name="Rectangle 8447">
                <a:extLst>
                  <a:ext uri="{FF2B5EF4-FFF2-40B4-BE49-F238E27FC236}">
                    <a16:creationId xmlns:a16="http://schemas.microsoft.com/office/drawing/2014/main" id="{5AD14553-DFCB-41AC-914D-8BC53D83B4DB}"/>
                  </a:ext>
                </a:extLst>
              </p:cNvPr>
              <p:cNvSpPr/>
              <p:nvPr/>
            </p:nvSpPr>
            <p:spPr>
              <a:xfrm>
                <a:off x="1117214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449" name="Rectangle 8448">
                <a:extLst>
                  <a:ext uri="{FF2B5EF4-FFF2-40B4-BE49-F238E27FC236}">
                    <a16:creationId xmlns:a16="http://schemas.microsoft.com/office/drawing/2014/main" id="{A316032A-87F0-4502-BC7E-864A70483D67}"/>
                  </a:ext>
                </a:extLst>
              </p:cNvPr>
              <p:cNvSpPr/>
              <p:nvPr/>
            </p:nvSpPr>
            <p:spPr>
              <a:xfrm>
                <a:off x="1297130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450" name="Rectangle 8449">
                <a:extLst>
                  <a:ext uri="{FF2B5EF4-FFF2-40B4-BE49-F238E27FC236}">
                    <a16:creationId xmlns:a16="http://schemas.microsoft.com/office/drawing/2014/main" id="{8B04A37E-8D97-4B1D-948B-D23E208A7C8F}"/>
                  </a:ext>
                </a:extLst>
              </p:cNvPr>
              <p:cNvSpPr/>
              <p:nvPr/>
            </p:nvSpPr>
            <p:spPr>
              <a:xfrm>
                <a:off x="757382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451" name="Rectangle 8450">
                <a:extLst>
                  <a:ext uri="{FF2B5EF4-FFF2-40B4-BE49-F238E27FC236}">
                    <a16:creationId xmlns:a16="http://schemas.microsoft.com/office/drawing/2014/main" id="{4E2AC16B-51E1-41D7-850D-089913FA0710}"/>
                  </a:ext>
                </a:extLst>
              </p:cNvPr>
              <p:cNvSpPr/>
              <p:nvPr/>
            </p:nvSpPr>
            <p:spPr>
              <a:xfrm>
                <a:off x="577466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452" name="Rectangle 8451">
                <a:extLst>
                  <a:ext uri="{FF2B5EF4-FFF2-40B4-BE49-F238E27FC236}">
                    <a16:creationId xmlns:a16="http://schemas.microsoft.com/office/drawing/2014/main" id="{ABD2CAC0-2F5A-43BF-9285-075F799C766E}"/>
                  </a:ext>
                </a:extLst>
              </p:cNvPr>
              <p:cNvSpPr/>
              <p:nvPr/>
            </p:nvSpPr>
            <p:spPr>
              <a:xfrm>
                <a:off x="937298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453" name="Rectangle 8452">
                <a:extLst>
                  <a:ext uri="{FF2B5EF4-FFF2-40B4-BE49-F238E27FC236}">
                    <a16:creationId xmlns:a16="http://schemas.microsoft.com/office/drawing/2014/main" id="{999CE40A-43D1-483F-B106-A1856CAA9F04}"/>
                  </a:ext>
                </a:extLst>
              </p:cNvPr>
              <p:cNvSpPr/>
              <p:nvPr/>
            </p:nvSpPr>
            <p:spPr>
              <a:xfrm>
                <a:off x="1117130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454" name="Rectangle 8453">
                <a:extLst>
                  <a:ext uri="{FF2B5EF4-FFF2-40B4-BE49-F238E27FC236}">
                    <a16:creationId xmlns:a16="http://schemas.microsoft.com/office/drawing/2014/main" id="{C0F37D39-5B1E-4FAC-B92D-81898ED4650F}"/>
                  </a:ext>
                </a:extLst>
              </p:cNvPr>
              <p:cNvSpPr/>
              <p:nvPr/>
            </p:nvSpPr>
            <p:spPr>
              <a:xfrm>
                <a:off x="1297046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455" name="Rectangle 8454">
                <a:extLst>
                  <a:ext uri="{FF2B5EF4-FFF2-40B4-BE49-F238E27FC236}">
                    <a16:creationId xmlns:a16="http://schemas.microsoft.com/office/drawing/2014/main" id="{9484DA9C-513E-45E5-8E6A-11E52AC4CEC4}"/>
                  </a:ext>
                </a:extLst>
              </p:cNvPr>
              <p:cNvSpPr/>
              <p:nvPr/>
            </p:nvSpPr>
            <p:spPr>
              <a:xfrm>
                <a:off x="577340" y="167393"/>
                <a:ext cx="900000" cy="974051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3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</p:grpSp>
        <p:grpSp>
          <p:nvGrpSpPr>
            <p:cNvPr id="8403" name="Groupe 8402"/>
            <p:cNvGrpSpPr/>
            <p:nvPr userDrawn="1"/>
          </p:nvGrpSpPr>
          <p:grpSpPr>
            <a:xfrm>
              <a:off x="10470830" y="118070"/>
              <a:ext cx="900000" cy="975016"/>
              <a:chOff x="577340" y="166428"/>
              <a:chExt cx="900000" cy="975016"/>
            </a:xfrm>
          </p:grpSpPr>
          <p:sp>
            <p:nvSpPr>
              <p:cNvPr id="8404" name="Rectangle 8403">
                <a:extLst>
                  <a:ext uri="{FF2B5EF4-FFF2-40B4-BE49-F238E27FC236}">
                    <a16:creationId xmlns:a16="http://schemas.microsoft.com/office/drawing/2014/main" id="{2072BB47-84CB-47FD-8A25-43491CA83C8F}"/>
                  </a:ext>
                </a:extLst>
              </p:cNvPr>
              <p:cNvSpPr/>
              <p:nvPr/>
            </p:nvSpPr>
            <p:spPr>
              <a:xfrm>
                <a:off x="757550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405" name="Rectangle 8404">
                <a:extLst>
                  <a:ext uri="{FF2B5EF4-FFF2-40B4-BE49-F238E27FC236}">
                    <a16:creationId xmlns:a16="http://schemas.microsoft.com/office/drawing/2014/main" id="{FD392A82-503D-4B66-9AF9-9E65B8C12603}"/>
                  </a:ext>
                </a:extLst>
              </p:cNvPr>
              <p:cNvSpPr/>
              <p:nvPr/>
            </p:nvSpPr>
            <p:spPr>
              <a:xfrm>
                <a:off x="577634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406" name="Rectangle 8405">
                <a:extLst>
                  <a:ext uri="{FF2B5EF4-FFF2-40B4-BE49-F238E27FC236}">
                    <a16:creationId xmlns:a16="http://schemas.microsoft.com/office/drawing/2014/main" id="{E8131C02-69AB-405B-82D1-978E3C621405}"/>
                  </a:ext>
                </a:extLst>
              </p:cNvPr>
              <p:cNvSpPr/>
              <p:nvPr/>
            </p:nvSpPr>
            <p:spPr>
              <a:xfrm>
                <a:off x="937466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407" name="Rectangle 8406">
                <a:extLst>
                  <a:ext uri="{FF2B5EF4-FFF2-40B4-BE49-F238E27FC236}">
                    <a16:creationId xmlns:a16="http://schemas.microsoft.com/office/drawing/2014/main" id="{F369E73F-6F1E-4CCA-9F58-1EF6C7EB008B}"/>
                  </a:ext>
                </a:extLst>
              </p:cNvPr>
              <p:cNvSpPr/>
              <p:nvPr/>
            </p:nvSpPr>
            <p:spPr>
              <a:xfrm>
                <a:off x="1117298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408" name="Rectangle 8407">
                <a:extLst>
                  <a:ext uri="{FF2B5EF4-FFF2-40B4-BE49-F238E27FC236}">
                    <a16:creationId xmlns:a16="http://schemas.microsoft.com/office/drawing/2014/main" id="{E4D8B003-AF02-4D34-8F85-57B55CDD3871}"/>
                  </a:ext>
                </a:extLst>
              </p:cNvPr>
              <p:cNvSpPr/>
              <p:nvPr/>
            </p:nvSpPr>
            <p:spPr>
              <a:xfrm>
                <a:off x="1297214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409" name="Rectangle 8408">
                <a:extLst>
                  <a:ext uri="{FF2B5EF4-FFF2-40B4-BE49-F238E27FC236}">
                    <a16:creationId xmlns:a16="http://schemas.microsoft.com/office/drawing/2014/main" id="{14BBDF8A-4682-45D3-ABAD-64B00A4ED731}"/>
                  </a:ext>
                </a:extLst>
              </p:cNvPr>
              <p:cNvSpPr/>
              <p:nvPr/>
            </p:nvSpPr>
            <p:spPr>
              <a:xfrm>
                <a:off x="757466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410" name="Rectangle 8409">
                <a:extLst>
                  <a:ext uri="{FF2B5EF4-FFF2-40B4-BE49-F238E27FC236}">
                    <a16:creationId xmlns:a16="http://schemas.microsoft.com/office/drawing/2014/main" id="{C13E0C4B-1D4F-471E-A5AD-E4BC58BB3024}"/>
                  </a:ext>
                </a:extLst>
              </p:cNvPr>
              <p:cNvSpPr/>
              <p:nvPr/>
            </p:nvSpPr>
            <p:spPr>
              <a:xfrm>
                <a:off x="577550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411" name="Rectangle 8410">
                <a:extLst>
                  <a:ext uri="{FF2B5EF4-FFF2-40B4-BE49-F238E27FC236}">
                    <a16:creationId xmlns:a16="http://schemas.microsoft.com/office/drawing/2014/main" id="{1E8CE2AB-2430-43FD-88E9-634F132AAB31}"/>
                  </a:ext>
                </a:extLst>
              </p:cNvPr>
              <p:cNvSpPr/>
              <p:nvPr/>
            </p:nvSpPr>
            <p:spPr>
              <a:xfrm>
                <a:off x="937382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412" name="Rectangle 8411">
                <a:extLst>
                  <a:ext uri="{FF2B5EF4-FFF2-40B4-BE49-F238E27FC236}">
                    <a16:creationId xmlns:a16="http://schemas.microsoft.com/office/drawing/2014/main" id="{9E64BB36-121D-45B5-AE9E-04F22BB2C216}"/>
                  </a:ext>
                </a:extLst>
              </p:cNvPr>
              <p:cNvSpPr/>
              <p:nvPr/>
            </p:nvSpPr>
            <p:spPr>
              <a:xfrm>
                <a:off x="1117214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413" name="Rectangle 8412">
                <a:extLst>
                  <a:ext uri="{FF2B5EF4-FFF2-40B4-BE49-F238E27FC236}">
                    <a16:creationId xmlns:a16="http://schemas.microsoft.com/office/drawing/2014/main" id="{13321878-5F07-4A14-B23A-57FA538E97B3}"/>
                  </a:ext>
                </a:extLst>
              </p:cNvPr>
              <p:cNvSpPr/>
              <p:nvPr/>
            </p:nvSpPr>
            <p:spPr>
              <a:xfrm>
                <a:off x="1297130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414" name="Rectangle 8413">
                <a:extLst>
                  <a:ext uri="{FF2B5EF4-FFF2-40B4-BE49-F238E27FC236}">
                    <a16:creationId xmlns:a16="http://schemas.microsoft.com/office/drawing/2014/main" id="{3E8B26BB-C162-4CAF-8919-EF4839B4A043}"/>
                  </a:ext>
                </a:extLst>
              </p:cNvPr>
              <p:cNvSpPr/>
              <p:nvPr/>
            </p:nvSpPr>
            <p:spPr>
              <a:xfrm>
                <a:off x="757550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415" name="Rectangle 8414">
                <a:extLst>
                  <a:ext uri="{FF2B5EF4-FFF2-40B4-BE49-F238E27FC236}">
                    <a16:creationId xmlns:a16="http://schemas.microsoft.com/office/drawing/2014/main" id="{C8C38007-7AE0-49F4-AA4F-ED66905690A4}"/>
                  </a:ext>
                </a:extLst>
              </p:cNvPr>
              <p:cNvSpPr/>
              <p:nvPr/>
            </p:nvSpPr>
            <p:spPr>
              <a:xfrm>
                <a:off x="577634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416" name="Rectangle 8415">
                <a:extLst>
                  <a:ext uri="{FF2B5EF4-FFF2-40B4-BE49-F238E27FC236}">
                    <a16:creationId xmlns:a16="http://schemas.microsoft.com/office/drawing/2014/main" id="{5A8361CA-680F-45F3-A21C-8BEEE02F34C3}"/>
                  </a:ext>
                </a:extLst>
              </p:cNvPr>
              <p:cNvSpPr/>
              <p:nvPr/>
            </p:nvSpPr>
            <p:spPr>
              <a:xfrm>
                <a:off x="937466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417" name="Rectangle 8416">
                <a:extLst>
                  <a:ext uri="{FF2B5EF4-FFF2-40B4-BE49-F238E27FC236}">
                    <a16:creationId xmlns:a16="http://schemas.microsoft.com/office/drawing/2014/main" id="{3C722730-A2DD-4CBE-B807-91549D72388A}"/>
                  </a:ext>
                </a:extLst>
              </p:cNvPr>
              <p:cNvSpPr/>
              <p:nvPr/>
            </p:nvSpPr>
            <p:spPr>
              <a:xfrm>
                <a:off x="1117298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418" name="Rectangle 8417">
                <a:extLst>
                  <a:ext uri="{FF2B5EF4-FFF2-40B4-BE49-F238E27FC236}">
                    <a16:creationId xmlns:a16="http://schemas.microsoft.com/office/drawing/2014/main" id="{4B63B2AA-AD7D-4206-AB24-8D005AC5273B}"/>
                  </a:ext>
                </a:extLst>
              </p:cNvPr>
              <p:cNvSpPr/>
              <p:nvPr/>
            </p:nvSpPr>
            <p:spPr>
              <a:xfrm>
                <a:off x="1297214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419" name="Rectangle 8418">
                <a:extLst>
                  <a:ext uri="{FF2B5EF4-FFF2-40B4-BE49-F238E27FC236}">
                    <a16:creationId xmlns:a16="http://schemas.microsoft.com/office/drawing/2014/main" id="{AA6F6B95-5E2C-4B16-9D85-A798791032F6}"/>
                  </a:ext>
                </a:extLst>
              </p:cNvPr>
              <p:cNvSpPr/>
              <p:nvPr/>
            </p:nvSpPr>
            <p:spPr>
              <a:xfrm>
                <a:off x="757466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420" name="Rectangle 8419">
                <a:extLst>
                  <a:ext uri="{FF2B5EF4-FFF2-40B4-BE49-F238E27FC236}">
                    <a16:creationId xmlns:a16="http://schemas.microsoft.com/office/drawing/2014/main" id="{F2D828FA-E322-4A76-B5BA-9F0DD3C3E38E}"/>
                  </a:ext>
                </a:extLst>
              </p:cNvPr>
              <p:cNvSpPr/>
              <p:nvPr/>
            </p:nvSpPr>
            <p:spPr>
              <a:xfrm>
                <a:off x="577550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421" name="Rectangle 8420">
                <a:extLst>
                  <a:ext uri="{FF2B5EF4-FFF2-40B4-BE49-F238E27FC236}">
                    <a16:creationId xmlns:a16="http://schemas.microsoft.com/office/drawing/2014/main" id="{E9E8AA24-7BE4-48CC-9651-A0C0BDCA86BB}"/>
                  </a:ext>
                </a:extLst>
              </p:cNvPr>
              <p:cNvSpPr/>
              <p:nvPr/>
            </p:nvSpPr>
            <p:spPr>
              <a:xfrm>
                <a:off x="937382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422" name="Rectangle 8421">
                <a:extLst>
                  <a:ext uri="{FF2B5EF4-FFF2-40B4-BE49-F238E27FC236}">
                    <a16:creationId xmlns:a16="http://schemas.microsoft.com/office/drawing/2014/main" id="{5AD14553-DFCB-41AC-914D-8BC53D83B4DB}"/>
                  </a:ext>
                </a:extLst>
              </p:cNvPr>
              <p:cNvSpPr/>
              <p:nvPr/>
            </p:nvSpPr>
            <p:spPr>
              <a:xfrm>
                <a:off x="1117214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423" name="Rectangle 8422">
                <a:extLst>
                  <a:ext uri="{FF2B5EF4-FFF2-40B4-BE49-F238E27FC236}">
                    <a16:creationId xmlns:a16="http://schemas.microsoft.com/office/drawing/2014/main" id="{A316032A-87F0-4502-BC7E-864A70483D67}"/>
                  </a:ext>
                </a:extLst>
              </p:cNvPr>
              <p:cNvSpPr/>
              <p:nvPr/>
            </p:nvSpPr>
            <p:spPr>
              <a:xfrm>
                <a:off x="1297130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424" name="Rectangle 8423">
                <a:extLst>
                  <a:ext uri="{FF2B5EF4-FFF2-40B4-BE49-F238E27FC236}">
                    <a16:creationId xmlns:a16="http://schemas.microsoft.com/office/drawing/2014/main" id="{8B04A37E-8D97-4B1D-948B-D23E208A7C8F}"/>
                  </a:ext>
                </a:extLst>
              </p:cNvPr>
              <p:cNvSpPr/>
              <p:nvPr/>
            </p:nvSpPr>
            <p:spPr>
              <a:xfrm>
                <a:off x="757382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425" name="Rectangle 8424">
                <a:extLst>
                  <a:ext uri="{FF2B5EF4-FFF2-40B4-BE49-F238E27FC236}">
                    <a16:creationId xmlns:a16="http://schemas.microsoft.com/office/drawing/2014/main" id="{4E2AC16B-51E1-41D7-850D-089913FA0710}"/>
                  </a:ext>
                </a:extLst>
              </p:cNvPr>
              <p:cNvSpPr/>
              <p:nvPr/>
            </p:nvSpPr>
            <p:spPr>
              <a:xfrm>
                <a:off x="577466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426" name="Rectangle 8425">
                <a:extLst>
                  <a:ext uri="{FF2B5EF4-FFF2-40B4-BE49-F238E27FC236}">
                    <a16:creationId xmlns:a16="http://schemas.microsoft.com/office/drawing/2014/main" id="{ABD2CAC0-2F5A-43BF-9285-075F799C766E}"/>
                  </a:ext>
                </a:extLst>
              </p:cNvPr>
              <p:cNvSpPr/>
              <p:nvPr/>
            </p:nvSpPr>
            <p:spPr>
              <a:xfrm>
                <a:off x="937298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427" name="Rectangle 8426">
                <a:extLst>
                  <a:ext uri="{FF2B5EF4-FFF2-40B4-BE49-F238E27FC236}">
                    <a16:creationId xmlns:a16="http://schemas.microsoft.com/office/drawing/2014/main" id="{999CE40A-43D1-483F-B106-A1856CAA9F04}"/>
                  </a:ext>
                </a:extLst>
              </p:cNvPr>
              <p:cNvSpPr/>
              <p:nvPr/>
            </p:nvSpPr>
            <p:spPr>
              <a:xfrm>
                <a:off x="1117130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428" name="Rectangle 8427">
                <a:extLst>
                  <a:ext uri="{FF2B5EF4-FFF2-40B4-BE49-F238E27FC236}">
                    <a16:creationId xmlns:a16="http://schemas.microsoft.com/office/drawing/2014/main" id="{C0F37D39-5B1E-4FAC-B92D-81898ED4650F}"/>
                  </a:ext>
                </a:extLst>
              </p:cNvPr>
              <p:cNvSpPr/>
              <p:nvPr/>
            </p:nvSpPr>
            <p:spPr>
              <a:xfrm>
                <a:off x="1297046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429" name="Rectangle 8428">
                <a:extLst>
                  <a:ext uri="{FF2B5EF4-FFF2-40B4-BE49-F238E27FC236}">
                    <a16:creationId xmlns:a16="http://schemas.microsoft.com/office/drawing/2014/main" id="{9484DA9C-513E-45E5-8E6A-11E52AC4CEC4}"/>
                  </a:ext>
                </a:extLst>
              </p:cNvPr>
              <p:cNvSpPr/>
              <p:nvPr/>
            </p:nvSpPr>
            <p:spPr>
              <a:xfrm>
                <a:off x="577340" y="167393"/>
                <a:ext cx="900000" cy="974051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3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</p:grpSp>
      </p:grpSp>
      <p:sp>
        <p:nvSpPr>
          <p:cNvPr id="7" name="Rectangle 6"/>
          <p:cNvSpPr/>
          <p:nvPr userDrawn="1"/>
        </p:nvSpPr>
        <p:spPr>
          <a:xfrm>
            <a:off x="7970520" y="5146766"/>
            <a:ext cx="3594463" cy="1421673"/>
          </a:xfrm>
          <a:prstGeom prst="rect">
            <a:avLst/>
          </a:prstGeom>
          <a:noFill/>
          <a:ln w="28575">
            <a:solidFill>
              <a:srgbClr val="FFFFFF">
                <a:alpha val="6000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H"/>
          </a:p>
        </p:txBody>
      </p:sp>
      <p:sp>
        <p:nvSpPr>
          <p:cNvPr id="8716" name="Rectangle 8715"/>
          <p:cNvSpPr/>
          <p:nvPr userDrawn="1"/>
        </p:nvSpPr>
        <p:spPr>
          <a:xfrm>
            <a:off x="782320" y="294640"/>
            <a:ext cx="10782663" cy="6273799"/>
          </a:xfrm>
          <a:prstGeom prst="rect">
            <a:avLst/>
          </a:prstGeom>
          <a:noFill/>
          <a:ln w="28575">
            <a:solidFill>
              <a:srgbClr val="FFFFFF">
                <a:alpha val="6000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57455024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FEE693-BCF4-48D7-A2B0-56FD0A713B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5600"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r>
              <a:rPr lang="en-US"/>
              <a:t>Click to edit Master title style</a:t>
            </a:r>
            <a:endParaRPr lang="fr-CH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C9C4D9E-B983-4CE3-936E-209BE046677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  <a:lvl2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2pPr>
            <a:lvl3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3pPr>
            <a:lvl4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4pPr>
            <a:lvl5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C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A426F4C-A6EA-4F24-9E4F-B6ABCA768A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FEA277-4ABD-4FFC-841D-26DA6ECA2313}" type="datetime1">
              <a:rPr lang="fr-CH" smtClean="0"/>
              <a:t>26.01.2026</a:t>
            </a:fld>
            <a:endParaRPr lang="fr-C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3B25158-B9AF-49CA-9DE0-F889047A6C7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F515310-27A2-465A-AF54-1214D1C66E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34CE5-34C2-4E1A-BD32-3DE8831B36D6}" type="slidenum">
              <a:rPr lang="fr-CH" smtClean="0"/>
              <a:t>‹N°›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331763765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7FB80387-6204-02CB-8272-82F311815CFE}"/>
              </a:ext>
            </a:extLst>
          </p:cNvPr>
          <p:cNvSpPr/>
          <p:nvPr userDrawn="1"/>
        </p:nvSpPr>
        <p:spPr>
          <a:xfrm>
            <a:off x="0" y="-27432"/>
            <a:ext cx="5006898" cy="6721475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H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60F47A5-8138-4329-B170-D7C28B3FD2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02352" y="433486"/>
            <a:ext cx="6051394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fr-CH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8D4BF7F-BB80-4F7B-A52D-68EA93A7020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802351" y="3429000"/>
            <a:ext cx="6051393" cy="2550018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5A8446B-E14D-42AC-AAF0-7B9558AB9E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0E9950-B733-4ACC-8A2E-7B3D9C3E1375}" type="datetime1">
              <a:rPr lang="fr-CH" smtClean="0"/>
              <a:t>26.01.2026</a:t>
            </a:fld>
            <a:endParaRPr lang="fr-C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B3CDE79-9FE1-436F-A021-6A1EA843A4F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5253E64-3475-428D-8926-CDDF8C366F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34CE5-34C2-4E1A-BD32-3DE8831B36D6}" type="slidenum">
              <a:rPr lang="fr-CH" smtClean="0"/>
              <a:t>‹N°›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347417559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D7F646-A9FB-4A93-8A9B-46DFBD974F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fr-CH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E4E4751-BA14-45E8-BCED-91E7AF87EEB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CH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9A258A8-CC33-437B-8DCF-27B419AFAE3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CH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D246D14-D529-4E54-9E51-16AE703BB8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0986B62-8D56-4B60-80AA-0809324CF4C8}" type="datetime1">
              <a:rPr lang="fr-CH" smtClean="0"/>
              <a:t>26.01.2026</a:t>
            </a:fld>
            <a:endParaRPr lang="fr-CH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AB4E879-7EF1-4667-B24D-6D591C30DF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H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90B0638-B95A-4907-9548-42F7288C55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34CE5-34C2-4E1A-BD32-3DE8831B36D6}" type="slidenum">
              <a:rPr lang="fr-CH" smtClean="0"/>
              <a:t>‹N°›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415352725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F4A655-9569-4DC1-90B1-EA5F4DFF104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fr-CH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0599532-B16E-4262-93AB-DA9591C535C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330E7BC-1050-43D6-AD7F-9DA4614A353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CH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8690C07-1B6F-47EA-B185-9B87385C69E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22E861E-D731-44D6-99C1-0C29D4D8DD2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CH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D80E5516-B71D-4777-BD7E-34367A1932E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14EE4A1-8973-4E31-912A-AE7B9002F71C}" type="datetime1">
              <a:rPr lang="fr-CH" smtClean="0"/>
              <a:t>26.01.2026</a:t>
            </a:fld>
            <a:endParaRPr lang="fr-CH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1342FC4-7CCA-4987-B401-0D3E9EFB52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H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0EDA39A-2D00-49C3-9E0D-81ADACA793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34CE5-34C2-4E1A-BD32-3DE8831B36D6}" type="slidenum">
              <a:rPr lang="fr-CH" smtClean="0"/>
              <a:t>‹N°›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151088745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AF6FFE-96D9-4B34-AEC1-E6E432A54B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fr-CH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938A47B-348E-4902-A87A-5EAEB9AE820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FA360E-15A7-4124-8C47-0E1CAA663EE5}" type="datetime1">
              <a:rPr lang="fr-CH" smtClean="0"/>
              <a:t>26.01.2026</a:t>
            </a:fld>
            <a:endParaRPr lang="fr-CH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118803C-BEDB-4D78-950D-026F72A3B9C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H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C495347-B981-4BE4-8FD5-E37C83D9D6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34CE5-34C2-4E1A-BD32-3DE8831B36D6}" type="slidenum">
              <a:rPr lang="fr-CH" smtClean="0"/>
              <a:t>‹N°›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71725384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roble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3CB548C2-6056-48FA-CA0F-1E89E3CC61AB}"/>
              </a:ext>
            </a:extLst>
          </p:cNvPr>
          <p:cNvSpPr/>
          <p:nvPr userDrawn="1"/>
        </p:nvSpPr>
        <p:spPr>
          <a:xfrm>
            <a:off x="1985847" y="769434"/>
            <a:ext cx="8220307" cy="5263376"/>
          </a:xfrm>
          <a:prstGeom prst="rect">
            <a:avLst/>
          </a:prstGeom>
          <a:solidFill>
            <a:srgbClr val="B5676E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H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C6CD1A69-7E2E-412F-8ABF-C8274AE3F49B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0907751" y="0"/>
            <a:ext cx="2743200" cy="365125"/>
          </a:xfrm>
        </p:spPr>
        <p:txBody>
          <a:bodyPr/>
          <a:lstStyle/>
          <a:p>
            <a:fld id="{56521061-0D93-4B81-83F1-CB9B8348BCE1}" type="datetime1">
              <a:rPr lang="fr-CH" smtClean="0"/>
              <a:t>26.01.2026</a:t>
            </a:fld>
            <a:endParaRPr lang="fr-CH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E02C82F-D3B0-4913-8738-1BE63A851F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34CE5-34C2-4E1A-BD32-3DE8831B36D6}" type="slidenum">
              <a:rPr lang="fr-CH" smtClean="0"/>
              <a:t>‹N°›</a:t>
            </a:fld>
            <a:endParaRPr lang="fr-CH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0758BDA6-52D9-C1EB-6227-61C9369D9049}"/>
              </a:ext>
            </a:extLst>
          </p:cNvPr>
          <p:cNvSpPr/>
          <p:nvPr userDrawn="1"/>
        </p:nvSpPr>
        <p:spPr>
          <a:xfrm>
            <a:off x="1546303" y="1067649"/>
            <a:ext cx="9099395" cy="1115122"/>
          </a:xfrm>
          <a:prstGeom prst="rect">
            <a:avLst/>
          </a:prstGeom>
          <a:solidFill>
            <a:srgbClr val="D3BCB4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rtlCol="0" anchor="ctr"/>
          <a:lstStyle/>
          <a:p>
            <a:pPr algn="ctr"/>
            <a:r>
              <a:rPr lang="fr-CH" sz="5600" spc="600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Daytona Light" panose="020B0604020202020204" pitchFamily="34" charset="0"/>
                <a:cs typeface="Helvetica" panose="020B0604020202020204" pitchFamily="34" charset="0"/>
              </a:rPr>
              <a:t>LE PROBLÈME</a:t>
            </a:r>
          </a:p>
        </p:txBody>
      </p:sp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7921C8FD-113E-8BFB-A142-B44E3B292706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2229138" y="2297150"/>
            <a:ext cx="8196788" cy="3409563"/>
          </a:xfrm>
        </p:spPr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CH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8BC1E8FF-F703-137A-1F3B-552D8AD97FE8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3886200" y="6356350"/>
            <a:ext cx="4441825" cy="365125"/>
          </a:xfrm>
        </p:spPr>
        <p:txBody>
          <a:bodyPr/>
          <a:lstStyle>
            <a:lvl1pPr algn="ctr">
              <a:defRPr/>
            </a:lvl1pPr>
            <a:lvl2pPr algn="ctr">
              <a:defRPr/>
            </a:lvl2pPr>
            <a:lvl3pPr algn="ctr">
              <a:defRPr/>
            </a:lvl3pPr>
            <a:lvl4pPr algn="ctr">
              <a:defRPr/>
            </a:lvl4pPr>
            <a:lvl5pPr algn="ctr"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5230662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C6CD1A69-7E2E-412F-8ABF-C8274AE3F4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26DC1A-D182-42A9-B8B5-3B898D32CB50}" type="datetime1">
              <a:rPr lang="fr-CH" smtClean="0"/>
              <a:t>26.01.2026</a:t>
            </a:fld>
            <a:endParaRPr lang="fr-CH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C61DFA6-2D7D-48AB-895A-E117810E45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H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E02C82F-D3B0-4913-8738-1BE63A851F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34CE5-34C2-4E1A-BD32-3DE8831B36D6}" type="slidenum">
              <a:rPr lang="fr-CH" smtClean="0"/>
              <a:t>‹N°›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422257227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F7EF89-D126-4FE9-A85E-FC417B63215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fr-CH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53F461E-3D4A-4F92-997C-9E6D7D88C66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CH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ED1EF0B-176D-4351-A2A2-7CB8BACC108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D69F0C0-4F88-4D64-93D1-95E1C15F418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5FC7AB-CC60-49A6-B32D-7EF99A202370}" type="datetime1">
              <a:rPr lang="fr-CH" smtClean="0"/>
              <a:t>26.01.2026</a:t>
            </a:fld>
            <a:endParaRPr lang="fr-CH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9975FB2-C8B7-48DC-BFAA-0D39A3DEDF6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H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49AD880-A5FE-415B-8EA9-FD08E17879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34CE5-34C2-4E1A-BD32-3DE8831B36D6}" type="slidenum">
              <a:rPr lang="fr-CH" smtClean="0"/>
              <a:t>‹N°›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161517852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ED9679-CF50-46BE-8BDB-C7E61C307F6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fr-CH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ABE55319-8DC7-45B1-900D-E649D1B00B7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fr-CH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1E3FDFC-1E7F-4BE6-BCAF-A729CD62505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C2A519E-41CD-4F53-9DD3-A6AC86BB5D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4B6F17-CB18-4F9A-8BBB-A8E031E4D57C}" type="datetime1">
              <a:rPr lang="fr-CH" smtClean="0"/>
              <a:t>26.01.2026</a:t>
            </a:fld>
            <a:endParaRPr lang="fr-CH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D366A08-2B1A-43DF-ADB1-1DF388F1CD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H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7559EA7-AD92-4B24-88FA-6D02A7DEDF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34CE5-34C2-4E1A-BD32-3DE8831B36D6}" type="slidenum">
              <a:rPr lang="fr-CH" smtClean="0"/>
              <a:t>‹N°›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1104564110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5DABC7-1652-4289-8CE3-657D09F8DE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fr-CH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875BAA7-152F-420A-9931-8814A393894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C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90894CC-EF76-402A-AF0B-12E652843D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230C0C-7588-4082-B618-69188074804F}" type="datetime1">
              <a:rPr lang="fr-CH" smtClean="0"/>
              <a:t>26.01.2026</a:t>
            </a:fld>
            <a:endParaRPr lang="fr-C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709E598-A738-40DC-9C3D-7441324107F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D38E74F-AF89-4196-BA57-A56C3FBA25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34CE5-34C2-4E1A-BD32-3DE8831B36D6}" type="slidenum">
              <a:rPr lang="fr-CH" smtClean="0"/>
              <a:t>‹N°›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2621446526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57877B9C-2A56-40C4-B057-6B40CD9E28C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fr-CH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86C535A-CD0B-49C4-AB77-3104BF76BDD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C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771BACA-1163-4819-987F-037DDC49D5F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5D6012-C93A-4CA8-B3EA-E261566241B5}" type="datetime1">
              <a:rPr lang="fr-CH" smtClean="0"/>
              <a:t>26.01.2026</a:t>
            </a:fld>
            <a:endParaRPr lang="fr-C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A1DEBA2-F6BE-4147-A731-8805FB37C5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42A3B0E-5F75-49E1-A6FD-DDE0093C5F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34CE5-34C2-4E1A-BD32-3DE8831B36D6}" type="slidenum">
              <a:rPr lang="fr-CH" smtClean="0"/>
              <a:t>‹N°›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112430784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image" Target="../media/image1.png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0">
              <a:srgbClr val="F5F7FA">
                <a:alpha val="89804"/>
              </a:srgbClr>
            </a:gs>
            <a:gs pos="100000">
              <a:srgbClr val="F5F7FA"/>
            </a:gs>
          </a:gsLst>
          <a:lin ang="2700000" scaled="1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5E09ED7-AE38-4460-A0D6-A9B7118A474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en-US"/>
              <a:t>Click to edit Master title style</a:t>
            </a:r>
            <a:endParaRPr lang="fr-CH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9A219C7-FBDA-4B2A-B02F-17797A3D930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C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6B655C9-6EAC-4EDB-A742-619ED6F9EF7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800">
                <a:solidFill>
                  <a:schemeClr val="accent6">
                    <a:lumMod val="50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356E8D19-C006-4054-B5E5-6DC5889B944F}" type="datetime1">
              <a:rPr lang="fr-CH" smtClean="0"/>
              <a:pPr/>
              <a:t>26.01.2026</a:t>
            </a:fld>
            <a:endParaRPr lang="fr-C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68EB6B0-18DC-4318-94C8-083DCC6177A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800">
                <a:solidFill>
                  <a:schemeClr val="accent6">
                    <a:lumMod val="50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endParaRPr lang="fr-C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A7D7902-F4A4-4E29-84B2-EE8B4E9C26E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800">
                <a:solidFill>
                  <a:schemeClr val="accent6">
                    <a:lumMod val="50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D8134CE5-34C2-4E1A-BD32-3DE8831B36D6}" type="slidenum">
              <a:rPr lang="fr-CH" smtClean="0"/>
              <a:pPr/>
              <a:t>‹N°›</a:t>
            </a:fld>
            <a:r>
              <a:rPr lang="fr-CH"/>
              <a:t>/Total</a:t>
            </a:r>
          </a:p>
        </p:txBody>
      </p:sp>
      <p:sp>
        <p:nvSpPr>
          <p:cNvPr id="8" name="PB">
            <a:extLst>
              <a:ext uri="{FF2B5EF4-FFF2-40B4-BE49-F238E27FC236}">
                <a16:creationId xmlns:a16="http://schemas.microsoft.com/office/drawing/2014/main" id="{1052F75B-C0EB-567D-73FC-C1B262D76770}"/>
              </a:ext>
            </a:extLst>
          </p:cNvPr>
          <p:cNvSpPr/>
          <p:nvPr userDrawn="1"/>
        </p:nvSpPr>
        <p:spPr>
          <a:xfrm>
            <a:off x="0" y="6702552"/>
            <a:ext cx="12192000" cy="292608"/>
          </a:xfrm>
          <a:prstGeom prst="rect">
            <a:avLst/>
          </a:prstGeom>
          <a:solidFill>
            <a:schemeClr val="tx1">
              <a:alpha val="36863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H"/>
          </a:p>
        </p:txBody>
      </p:sp>
      <p:pic>
        <p:nvPicPr>
          <p:cNvPr id="7" name="Image 7">
            <a:extLst>
              <a:ext uri="{FF2B5EF4-FFF2-40B4-BE49-F238E27FC236}">
                <a16:creationId xmlns:a16="http://schemas.microsoft.com/office/drawing/2014/main" id="{3F0A1181-D7E7-B3DC-C56C-188A43C4CD6C}"/>
              </a:ext>
            </a:extLst>
          </p:cNvPr>
          <p:cNvPicPr>
            <a:picLocks noChangeAspect="1"/>
          </p:cNvPicPr>
          <p:nvPr userDrawn="1"/>
        </p:nvPicPr>
        <p:blipFill>
          <a:blip r:embed="rId1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6200000">
            <a:off x="-580786" y="2902192"/>
            <a:ext cx="1903346" cy="459519"/>
          </a:xfrm>
          <a:prstGeom prst="rect">
            <a:avLst/>
          </a:prstGeom>
        </p:spPr>
      </p:pic>
      <p:cxnSp>
        <p:nvCxnSpPr>
          <p:cNvPr id="9" name="Connecteur droit 8">
            <a:extLst>
              <a:ext uri="{FF2B5EF4-FFF2-40B4-BE49-F238E27FC236}">
                <a16:creationId xmlns:a16="http://schemas.microsoft.com/office/drawing/2014/main" id="{F56A3F54-2B1D-63AD-E103-C28D42FEFD09}"/>
              </a:ext>
            </a:extLst>
          </p:cNvPr>
          <p:cNvCxnSpPr>
            <a:cxnSpLocks/>
          </p:cNvCxnSpPr>
          <p:nvPr userDrawn="1"/>
        </p:nvCxnSpPr>
        <p:spPr>
          <a:xfrm flipH="1">
            <a:off x="713361" y="365125"/>
            <a:ext cx="5195" cy="6249989"/>
          </a:xfrm>
          <a:prstGeom prst="line">
            <a:avLst/>
          </a:prstGeom>
          <a:ln w="19050" cap="rnd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F92428D2-BBF5-61C6-C54D-89D900B9B794}"/>
              </a:ext>
            </a:extLst>
          </p:cNvPr>
          <p:cNvSpPr txBox="1"/>
          <p:nvPr userDrawn="1"/>
        </p:nvSpPr>
        <p:spPr>
          <a:xfrm rot="16200000">
            <a:off x="-421424" y="704741"/>
            <a:ext cx="1771434" cy="646331"/>
          </a:xfrm>
          <a:prstGeom prst="rect">
            <a:avLst/>
          </a:prstGeom>
          <a:noFill/>
        </p:spPr>
        <p:txBody>
          <a:bodyPr wrap="square" rtlCol="0" anchor="b">
            <a:spAutoFit/>
          </a:bodyPr>
          <a:lstStyle/>
          <a:p>
            <a:pPr algn="r"/>
            <a:r>
              <a:rPr lang="fr-CH" sz="3600">
                <a:solidFill>
                  <a:schemeClr val="accent2">
                    <a:lumMod val="75000"/>
                  </a:schemeClr>
                </a:solidFill>
              </a:rPr>
              <a:t>183</a:t>
            </a:r>
          </a:p>
        </p:txBody>
      </p:sp>
    </p:spTree>
    <p:extLst>
      <p:ext uri="{BB962C8B-B14F-4D97-AF65-F5344CB8AC3E}">
        <p14:creationId xmlns:p14="http://schemas.microsoft.com/office/powerpoint/2010/main" val="661822085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49" r:id="rId1"/>
    <p:sldLayoutId id="2147483661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62" r:id="rId8"/>
    <p:sldLayoutId id="2147483655" r:id="rId9"/>
    <p:sldLayoutId id="2147483656" r:id="rId10"/>
    <p:sldLayoutId id="2147483657" r:id="rId11"/>
    <p:sldLayoutId id="2147483658" r:id="rId12"/>
    <p:sldLayoutId id="2147483659" r:id="rId13"/>
  </p:sldLayoutIdLst>
  <p:hf hdr="0" ft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5600" b="1" kern="1200">
          <a:solidFill>
            <a:srgbClr val="004595"/>
          </a:solidFill>
          <a:effectLst/>
          <a:latin typeface="Century Gothic" panose="020B0502020202020204" pitchFamily="34" charset="0"/>
          <a:ea typeface="+mj-ea"/>
          <a:cs typeface="Helvetica" panose="020B0604020202020204" pitchFamily="34" charset="0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rgbClr val="004595"/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rgbClr val="004595"/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rgbClr val="004595"/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rgbClr val="004595"/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rgbClr val="004595"/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3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3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3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3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3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3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3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9.svg"/><Relationship Id="rId5" Type="http://schemas.openxmlformats.org/officeDocument/2006/relationships/image" Target="../media/image8.png"/><Relationship Id="rId4" Type="http://schemas.openxmlformats.org/officeDocument/2006/relationships/image" Target="../media/image7.sv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9.svg"/><Relationship Id="rId5" Type="http://schemas.openxmlformats.org/officeDocument/2006/relationships/image" Target="../media/image8.png"/><Relationship Id="rId4" Type="http://schemas.openxmlformats.org/officeDocument/2006/relationships/image" Target="../media/image7.sv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9.svg"/><Relationship Id="rId5" Type="http://schemas.openxmlformats.org/officeDocument/2006/relationships/image" Target="../media/image8.png"/><Relationship Id="rId4" Type="http://schemas.openxmlformats.org/officeDocument/2006/relationships/image" Target="../media/image7.svg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3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1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3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3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3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1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3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3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3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1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3.xml"/></Relationships>
</file>

<file path=ppt/slides/_rels/slide4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.svg"/><Relationship Id="rId3" Type="http://schemas.openxmlformats.org/officeDocument/2006/relationships/image" Target="../media/image8.png"/><Relationship Id="rId7" Type="http://schemas.openxmlformats.org/officeDocument/2006/relationships/image" Target="../media/image12.png"/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1.svg"/><Relationship Id="rId5" Type="http://schemas.openxmlformats.org/officeDocument/2006/relationships/image" Target="../media/image10.png"/><Relationship Id="rId4" Type="http://schemas.openxmlformats.org/officeDocument/2006/relationships/image" Target="../media/image9.svg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3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3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3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3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3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3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1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3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3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1.xml"/><Relationship Id="rId1" Type="http://schemas.openxmlformats.org/officeDocument/2006/relationships/slideLayout" Target="../slideLayouts/slideLayout3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2.xml"/><Relationship Id="rId1" Type="http://schemas.openxmlformats.org/officeDocument/2006/relationships/slideLayout" Target="../slideLayouts/slideLayout3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3.xml"/><Relationship Id="rId1" Type="http://schemas.openxmlformats.org/officeDocument/2006/relationships/slideLayout" Target="../slideLayouts/slideLayout3.xm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4.xml"/><Relationship Id="rId1" Type="http://schemas.openxmlformats.org/officeDocument/2006/relationships/slideLayout" Target="../slideLayouts/slideLayout3.xml"/></Relationships>
</file>

<file path=ppt/slides/_rels/slide5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5.xml"/><Relationship Id="rId1" Type="http://schemas.openxmlformats.org/officeDocument/2006/relationships/slideLayout" Target="../slideLayouts/slideLayout1.xml"/></Relationships>
</file>

<file path=ppt/slides/_rels/slide6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6.xml"/><Relationship Id="rId1" Type="http://schemas.openxmlformats.org/officeDocument/2006/relationships/slideLayout" Target="../slideLayouts/slideLayout3.xml"/></Relationships>
</file>

<file path=ppt/slides/_rels/slide6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7.xml"/><Relationship Id="rId1" Type="http://schemas.openxmlformats.org/officeDocument/2006/relationships/slideLayout" Target="../slideLayouts/slideLayout3.xml"/></Relationships>
</file>

<file path=ppt/slides/_rels/slide6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8.xml"/><Relationship Id="rId1" Type="http://schemas.openxmlformats.org/officeDocument/2006/relationships/slideLayout" Target="../slideLayouts/slideLayout3.xml"/></Relationships>
</file>

<file path=ppt/slides/_rels/slide6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9.xml"/><Relationship Id="rId1" Type="http://schemas.openxmlformats.org/officeDocument/2006/relationships/slideLayout" Target="../slideLayouts/slideLayout1.xml"/></Relationships>
</file>

<file path=ppt/slides/_rels/slide6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0.xml"/><Relationship Id="rId1" Type="http://schemas.openxmlformats.org/officeDocument/2006/relationships/slideLayout" Target="../slideLayouts/slideLayout3.xml"/></Relationships>
</file>

<file path=ppt/slides/_rels/slide6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1.xml"/><Relationship Id="rId1" Type="http://schemas.openxmlformats.org/officeDocument/2006/relationships/slideLayout" Target="../slideLayouts/slideLayout3.xml"/></Relationships>
</file>

<file path=ppt/slides/_rels/slide6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2.xml"/><Relationship Id="rId1" Type="http://schemas.openxmlformats.org/officeDocument/2006/relationships/slideLayout" Target="../slideLayouts/slideLayout3.xml"/></Relationships>
</file>

<file path=ppt/slides/_rels/slide6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3.xml"/><Relationship Id="rId1" Type="http://schemas.openxmlformats.org/officeDocument/2006/relationships/slideLayout" Target="../slideLayouts/slideLayout1.xml"/></Relationships>
</file>

<file path=ppt/slides/_rels/slide6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4.xml"/><Relationship Id="rId1" Type="http://schemas.openxmlformats.org/officeDocument/2006/relationships/slideLayout" Target="../slideLayouts/slideLayout3.xml"/></Relationships>
</file>

<file path=ppt/slides/_rels/slide6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5.xml"/><Relationship Id="rId1" Type="http://schemas.openxmlformats.org/officeDocument/2006/relationships/slideLayout" Target="../slideLayouts/slideLayout3.xml"/></Relationships>
</file>

<file path=ppt/slides/_rels/slide7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6.xml"/><Relationship Id="rId1" Type="http://schemas.openxmlformats.org/officeDocument/2006/relationships/slideLayout" Target="../slideLayouts/slideLayout3.xml"/></Relationships>
</file>

<file path=ppt/slides/_rels/slide7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7.xml"/><Relationship Id="rId1" Type="http://schemas.openxmlformats.org/officeDocument/2006/relationships/slideLayout" Target="../slideLayouts/slideLayout3.xml"/></Relationships>
</file>

<file path=ppt/slides/_rels/slide7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8.xml"/><Relationship Id="rId1" Type="http://schemas.openxmlformats.org/officeDocument/2006/relationships/slideLayout" Target="../slideLayouts/slideLayout1.xml"/></Relationships>
</file>

<file path=ppt/slides/_rels/slide7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69.xml"/><Relationship Id="rId1" Type="http://schemas.openxmlformats.org/officeDocument/2006/relationships/slideLayout" Target="../slideLayouts/slideLayout3.xml"/></Relationships>
</file>

<file path=ppt/slides/_rels/slide7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0.xml"/><Relationship Id="rId1" Type="http://schemas.openxmlformats.org/officeDocument/2006/relationships/slideLayout" Target="../slideLayouts/slideLayout1.xml"/></Relationships>
</file>

<file path=ppt/slides/_rels/slide7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1.xml"/><Relationship Id="rId1" Type="http://schemas.openxmlformats.org/officeDocument/2006/relationships/slideLayout" Target="../slideLayouts/slideLayout3.xml"/></Relationships>
</file>

<file path=ppt/slides/_rels/slide7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2.xml"/><Relationship Id="rId1" Type="http://schemas.openxmlformats.org/officeDocument/2006/relationships/slideLayout" Target="../slideLayouts/slideLayout1.xml"/></Relationships>
</file>

<file path=ppt/slides/_rels/slide7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3.xml"/><Relationship Id="rId1" Type="http://schemas.openxmlformats.org/officeDocument/2006/relationships/slideLayout" Target="../slideLayouts/slideLayout3.xml"/></Relationships>
</file>

<file path=ppt/slides/_rels/slide7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4.xml"/><Relationship Id="rId1" Type="http://schemas.openxmlformats.org/officeDocument/2006/relationships/slideLayout" Target="../slideLayouts/slideLayout1.xml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2" descr="Une image contenant texte, habits, fiction, Film d’action&#10;&#10;Le contenu généré par l’IA peut être incorrect.">
            <a:extLst>
              <a:ext uri="{FF2B5EF4-FFF2-40B4-BE49-F238E27FC236}">
                <a16:creationId xmlns:a16="http://schemas.microsoft.com/office/drawing/2014/main" id="{6830DCC0-9BAD-4A86-665B-45C6E26D675B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333"/>
          <a:stretch>
            <a:fillRect/>
          </a:stretch>
        </p:blipFill>
        <p:spPr>
          <a:xfrm>
            <a:off x="20" y="10"/>
            <a:ext cx="12191980" cy="6857990"/>
          </a:xfrm>
          <a:prstGeom prst="rect">
            <a:avLst/>
          </a:prstGeom>
          <a:noFill/>
        </p:spPr>
      </p:pic>
    </p:spTree>
    <p:extLst>
      <p:ext uri="{BB962C8B-B14F-4D97-AF65-F5344CB8AC3E}">
        <p14:creationId xmlns:p14="http://schemas.microsoft.com/office/powerpoint/2010/main" val="271761710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2" descr="Une image contenant texte, oiseau, Emblème, symbole&#10;&#10;Le contenu généré par l’IA peut être incorrect.">
            <a:extLst>
              <a:ext uri="{FF2B5EF4-FFF2-40B4-BE49-F238E27FC236}">
                <a16:creationId xmlns:a16="http://schemas.microsoft.com/office/drawing/2014/main" id="{600D8870-5C1B-DFC1-CFD2-90070E7C2B2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7" name="Image 6">
            <a:extLst>
              <a:ext uri="{FF2B5EF4-FFF2-40B4-BE49-F238E27FC236}">
                <a16:creationId xmlns:a16="http://schemas.microsoft.com/office/drawing/2014/main" id="{0DA2A75A-F982-E550-6F34-0BAFA411401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8903340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7CA417-48A2-4EC1-BB6A-E88DDE96D870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fr-CH">
                <a:solidFill>
                  <a:srgbClr val="004595"/>
                </a:solidFill>
              </a:rPr>
              <a:t>TOP 10 des risques de sécurité</a:t>
            </a:r>
            <a:endParaRPr lang="fr-CH" b="1">
              <a:solidFill>
                <a:srgbClr val="004595"/>
              </a:solidFill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B9501AA-B74D-4416-BEFC-D9228B665E9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4079875"/>
            <a:ext cx="9144000" cy="1655762"/>
          </a:xfrm>
        </p:spPr>
        <p:txBody>
          <a:bodyPr>
            <a:normAutofit/>
          </a:bodyPr>
          <a:lstStyle/>
          <a:p>
            <a:endParaRPr lang="fr-CH" dirty="0"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a:endParaRPr>
          </a:p>
        </p:txBody>
      </p:sp>
      <p:sp>
        <p:nvSpPr>
          <p:cNvPr id="4" name="PB">
            <a:extLst>
              <a:ext uri="{FF2B5EF4-FFF2-40B4-BE49-F238E27FC236}">
                <a16:creationId xmlns:a16="http://schemas.microsoft.com/office/drawing/2014/main" id="{6B057434-1C64-9CF1-4125-1A3A4D1C0B2E}"/>
              </a:ext>
            </a:extLst>
          </p:cNvPr>
          <p:cNvSpPr/>
          <p:nvPr/>
        </p:nvSpPr>
        <p:spPr>
          <a:xfrm>
            <a:off x="0" y="6705600"/>
            <a:ext cx="181970" cy="152400"/>
          </a:xfrm>
          <a:prstGeom prst="rect">
            <a:avLst/>
          </a:prstGeom>
          <a:solidFill>
            <a:srgbClr val="FFA726"/>
          </a:solidFill>
          <a:ln>
            <a:solidFill>
              <a:srgbClr val="FFA72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365435951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30DA6F-8E02-FE92-06B2-FCE42EDDB0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fr-CH"/>
              <a:t>Les objectifs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CDD8913-80D5-66C0-DE37-D654360A75C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CH" dirty="0"/>
              <a:t>A la fin de la séquence, vous serez capables de :</a:t>
            </a:r>
          </a:p>
          <a:p>
            <a:endParaRPr lang="fr-CH" dirty="0">
              <a:effectLst/>
              <a:latin typeface="Century Gothic" panose="020B0502020202020204" pitchFamily="34" charset="0"/>
            </a:endParaRPr>
          </a:p>
          <a:p>
            <a:r>
              <a:rPr lang="fr-CH" dirty="0">
                <a:effectLst/>
                <a:highlight>
                  <a:srgbClr val="FFFF00"/>
                </a:highlight>
                <a:latin typeface="Century Gothic" panose="020B0502020202020204" pitchFamily="34" charset="0"/>
              </a:rPr>
              <a:t>Citer les 10 risques de sécurité les plus répandus dans l’ordre de risque (top 10)</a:t>
            </a:r>
          </a:p>
          <a:p>
            <a:endParaRPr lang="fr-CH" dirty="0">
              <a:effectLst/>
              <a:highlight>
                <a:srgbClr val="FFFF00"/>
              </a:highlight>
              <a:latin typeface="Century Gothic" panose="020B0502020202020204" pitchFamily="34" charset="0"/>
            </a:endParaRPr>
          </a:p>
          <a:p>
            <a:endParaRPr lang="fr-CH" dirty="0">
              <a:effectLst/>
              <a:latin typeface="Century Gothic" panose="020B0502020202020204" pitchFamily="34" charset="0"/>
            </a:endParaRPr>
          </a:p>
          <a:p>
            <a:endParaRPr lang="fr-CH" dirty="0">
              <a:effectLst/>
              <a:latin typeface="Century Gothic" panose="020B0502020202020204" pitchFamily="34" charset="0"/>
            </a:endParaRPr>
          </a:p>
          <a:p>
            <a:endParaRPr lang="fr-CH" dirty="0"/>
          </a:p>
          <a:p>
            <a:endParaRPr lang="fr-CH" dirty="0"/>
          </a:p>
          <a:p>
            <a:endParaRPr lang="fr-CH" dirty="0"/>
          </a:p>
          <a:p>
            <a:endParaRPr lang="fr-C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372C6C7-2C4A-2F24-2DFB-2FC9404045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34CE5-34C2-4E1A-BD32-3DE8831B36D6}" type="slidenum">
              <a:rPr lang="fr-CH" smtClean="0"/>
              <a:t>4</a:t>
            </a:fld>
            <a:endParaRPr lang="fr-CH"/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95824F2F-6580-0D9B-3548-1038F1EDB02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F148B0-E0A0-48F5-997C-8DB230C5AA13}" type="datetime1">
              <a:rPr lang="fr-CH" smtClean="0"/>
              <a:t>26.01.2026</a:t>
            </a:fld>
            <a:endParaRPr lang="fr-CH" dirty="0"/>
          </a:p>
        </p:txBody>
      </p:sp>
      <p:sp>
        <p:nvSpPr>
          <p:cNvPr id="5" name="PB">
            <a:extLst>
              <a:ext uri="{FF2B5EF4-FFF2-40B4-BE49-F238E27FC236}">
                <a16:creationId xmlns:a16="http://schemas.microsoft.com/office/drawing/2014/main" id="{2C14807A-4646-6AA4-F22C-0DF7E408E443}"/>
              </a:ext>
            </a:extLst>
          </p:cNvPr>
          <p:cNvSpPr/>
          <p:nvPr/>
        </p:nvSpPr>
        <p:spPr>
          <a:xfrm>
            <a:off x="0" y="6705600"/>
            <a:ext cx="363940" cy="152400"/>
          </a:xfrm>
          <a:prstGeom prst="rect">
            <a:avLst/>
          </a:prstGeom>
          <a:solidFill>
            <a:srgbClr val="FFA726"/>
          </a:solidFill>
          <a:ln>
            <a:solidFill>
              <a:srgbClr val="FFA72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377915056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30DA6F-8E02-FE92-06B2-FCE42EDDB0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fr-CH"/>
              <a:t>Les objectifs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CDD8913-80D5-66C0-DE37-D654360A75C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CH" dirty="0"/>
              <a:t>A la fin de la séquence, vous serez capables de :</a:t>
            </a:r>
          </a:p>
          <a:p>
            <a:endParaRPr lang="fr-CH" dirty="0">
              <a:effectLst/>
              <a:latin typeface="Century Gothic" panose="020B0502020202020204" pitchFamily="34" charset="0"/>
            </a:endParaRPr>
          </a:p>
          <a:p>
            <a:r>
              <a:rPr lang="fr-CH" dirty="0">
                <a:solidFill>
                  <a:schemeClr val="accent6">
                    <a:lumMod val="60000"/>
                    <a:lumOff val="40000"/>
                  </a:schemeClr>
                </a:solidFill>
                <a:effectLst/>
                <a:latin typeface="Century Gothic" panose="020B0502020202020204" pitchFamily="34" charset="0"/>
              </a:rPr>
              <a:t>Citer les 10 risques de sécurité les plus répandus dans l’ordre de risque (top 10)</a:t>
            </a:r>
          </a:p>
          <a:p>
            <a:r>
              <a:rPr lang="fr-CH" dirty="0">
                <a:effectLst/>
                <a:highlight>
                  <a:srgbClr val="FFFF00"/>
                </a:highlight>
                <a:latin typeface="Century Gothic" panose="020B0502020202020204" pitchFamily="34" charset="0"/>
              </a:rPr>
              <a:t>Expliquer avec ses propres mots le principe de chacun de ces risques</a:t>
            </a:r>
          </a:p>
          <a:p>
            <a:endParaRPr lang="fr-CH" dirty="0">
              <a:effectLst/>
              <a:highlight>
                <a:srgbClr val="FFFF00"/>
              </a:highlight>
              <a:latin typeface="Century Gothic" panose="020B0502020202020204" pitchFamily="34" charset="0"/>
            </a:endParaRPr>
          </a:p>
          <a:p>
            <a:endParaRPr lang="fr-CH" dirty="0">
              <a:effectLst/>
              <a:latin typeface="Century Gothic" panose="020B0502020202020204" pitchFamily="34" charset="0"/>
            </a:endParaRPr>
          </a:p>
          <a:p>
            <a:endParaRPr lang="fr-CH" dirty="0">
              <a:effectLst/>
              <a:latin typeface="Century Gothic" panose="020B0502020202020204" pitchFamily="34" charset="0"/>
            </a:endParaRPr>
          </a:p>
          <a:p>
            <a:endParaRPr lang="fr-CH" dirty="0"/>
          </a:p>
          <a:p>
            <a:endParaRPr lang="fr-CH" dirty="0"/>
          </a:p>
          <a:p>
            <a:endParaRPr lang="fr-CH" dirty="0"/>
          </a:p>
          <a:p>
            <a:endParaRPr lang="fr-C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372C6C7-2C4A-2F24-2DFB-2FC9404045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34CE5-34C2-4E1A-BD32-3DE8831B36D6}" type="slidenum">
              <a:rPr lang="fr-CH" smtClean="0"/>
              <a:t>5</a:t>
            </a:fld>
            <a:endParaRPr lang="fr-CH"/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95824F2F-6580-0D9B-3548-1038F1EDB02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F148B0-E0A0-48F5-997C-8DB230C5AA13}" type="datetime1">
              <a:rPr lang="fr-CH" smtClean="0"/>
              <a:t>26.01.2026</a:t>
            </a:fld>
            <a:endParaRPr lang="fr-CH"/>
          </a:p>
        </p:txBody>
      </p:sp>
      <p:sp>
        <p:nvSpPr>
          <p:cNvPr id="5" name="PB">
            <a:extLst>
              <a:ext uri="{FF2B5EF4-FFF2-40B4-BE49-F238E27FC236}">
                <a16:creationId xmlns:a16="http://schemas.microsoft.com/office/drawing/2014/main" id="{54E822BA-75A1-4CF0-16F1-8499C441775F}"/>
              </a:ext>
            </a:extLst>
          </p:cNvPr>
          <p:cNvSpPr/>
          <p:nvPr/>
        </p:nvSpPr>
        <p:spPr>
          <a:xfrm>
            <a:off x="0" y="6705600"/>
            <a:ext cx="545910" cy="152400"/>
          </a:xfrm>
          <a:prstGeom prst="rect">
            <a:avLst/>
          </a:prstGeom>
          <a:solidFill>
            <a:srgbClr val="FFA726"/>
          </a:solidFill>
          <a:ln>
            <a:solidFill>
              <a:srgbClr val="FFA72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25857415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30DA6F-8E02-FE92-06B2-FCE42EDDB0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fr-CH"/>
              <a:t>Les objectifs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CDD8913-80D5-66C0-DE37-D654360A75C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CH" dirty="0"/>
              <a:t>A la fin de la séquence, vous serez capables de :</a:t>
            </a:r>
          </a:p>
          <a:p>
            <a:endParaRPr lang="fr-CH" dirty="0">
              <a:effectLst/>
              <a:latin typeface="Century Gothic" panose="020B0502020202020204" pitchFamily="34" charset="0"/>
            </a:endParaRPr>
          </a:p>
          <a:p>
            <a:r>
              <a:rPr lang="fr-CH" dirty="0">
                <a:solidFill>
                  <a:schemeClr val="accent6">
                    <a:lumMod val="60000"/>
                    <a:lumOff val="40000"/>
                  </a:schemeClr>
                </a:solidFill>
                <a:effectLst/>
                <a:latin typeface="Century Gothic" panose="020B0502020202020204" pitchFamily="34" charset="0"/>
              </a:rPr>
              <a:t>Citer les 10 risques de sécurité les plus répandus dans l’ordre de risque (top 10)</a:t>
            </a:r>
          </a:p>
          <a:p>
            <a:r>
              <a:rPr lang="fr-CH" dirty="0">
                <a:solidFill>
                  <a:schemeClr val="accent6">
                    <a:lumMod val="60000"/>
                    <a:lumOff val="40000"/>
                  </a:schemeClr>
                </a:solidFill>
                <a:effectLst/>
                <a:latin typeface="Century Gothic" panose="020B0502020202020204" pitchFamily="34" charset="0"/>
              </a:rPr>
              <a:t>Expliquez avec ses propres mots le principe de chacun de ces risques</a:t>
            </a:r>
          </a:p>
          <a:p>
            <a:r>
              <a:rPr lang="fr-CH" dirty="0">
                <a:effectLst/>
                <a:highlight>
                  <a:srgbClr val="FFFF00"/>
                </a:highlight>
                <a:latin typeface="Century Gothic" panose="020B0502020202020204" pitchFamily="34" charset="0"/>
              </a:rPr>
              <a:t>Expliquer avec ses propres mots les contre-mesures à ces risques</a:t>
            </a:r>
          </a:p>
          <a:p>
            <a:endParaRPr lang="fr-CH" dirty="0">
              <a:effectLst/>
              <a:highlight>
                <a:srgbClr val="FFFF00"/>
              </a:highlight>
              <a:latin typeface="Century Gothic" panose="020B0502020202020204" pitchFamily="34" charset="0"/>
            </a:endParaRPr>
          </a:p>
          <a:p>
            <a:endParaRPr lang="fr-CH" dirty="0">
              <a:effectLst/>
              <a:latin typeface="Century Gothic" panose="020B0502020202020204" pitchFamily="34" charset="0"/>
            </a:endParaRPr>
          </a:p>
          <a:p>
            <a:endParaRPr lang="fr-CH" dirty="0">
              <a:effectLst/>
              <a:latin typeface="Century Gothic" panose="020B0502020202020204" pitchFamily="34" charset="0"/>
            </a:endParaRPr>
          </a:p>
          <a:p>
            <a:endParaRPr lang="fr-CH" dirty="0"/>
          </a:p>
          <a:p>
            <a:endParaRPr lang="fr-CH" dirty="0"/>
          </a:p>
          <a:p>
            <a:endParaRPr lang="fr-CH" dirty="0"/>
          </a:p>
          <a:p>
            <a:endParaRPr lang="fr-C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372C6C7-2C4A-2F24-2DFB-2FC9404045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34CE5-34C2-4E1A-BD32-3DE8831B36D6}" type="slidenum">
              <a:rPr lang="fr-CH" smtClean="0"/>
              <a:t>6</a:t>
            </a:fld>
            <a:endParaRPr lang="fr-CH"/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95824F2F-6580-0D9B-3548-1038F1EDB02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F148B0-E0A0-48F5-997C-8DB230C5AA13}" type="datetime1">
              <a:rPr lang="fr-CH" smtClean="0"/>
              <a:t>26.01.2026</a:t>
            </a:fld>
            <a:endParaRPr lang="fr-CH"/>
          </a:p>
        </p:txBody>
      </p:sp>
      <p:sp>
        <p:nvSpPr>
          <p:cNvPr id="5" name="PB">
            <a:extLst>
              <a:ext uri="{FF2B5EF4-FFF2-40B4-BE49-F238E27FC236}">
                <a16:creationId xmlns:a16="http://schemas.microsoft.com/office/drawing/2014/main" id="{A0603B42-F47A-EC33-1A4F-CFB57A176C17}"/>
              </a:ext>
            </a:extLst>
          </p:cNvPr>
          <p:cNvSpPr/>
          <p:nvPr/>
        </p:nvSpPr>
        <p:spPr>
          <a:xfrm>
            <a:off x="0" y="6705600"/>
            <a:ext cx="727881" cy="152400"/>
          </a:xfrm>
          <a:prstGeom prst="rect">
            <a:avLst/>
          </a:prstGeom>
          <a:solidFill>
            <a:srgbClr val="FFA726"/>
          </a:solidFill>
          <a:ln>
            <a:solidFill>
              <a:srgbClr val="FFA72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46274529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30DA6F-8E02-FE92-06B2-FCE42EDDB0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fr-CH" dirty="0"/>
              <a:t>Les objectifs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CDD8913-80D5-66C0-DE37-D654360A75C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CH" dirty="0"/>
              <a:t>A la fin de la séquence, vous serez capables de :</a:t>
            </a:r>
          </a:p>
          <a:p>
            <a:endParaRPr lang="fr-CH" dirty="0">
              <a:effectLst/>
              <a:latin typeface="Century Gothic" panose="020B0502020202020204" pitchFamily="34" charset="0"/>
            </a:endParaRPr>
          </a:p>
          <a:p>
            <a:r>
              <a:rPr lang="fr-CH" dirty="0">
                <a:effectLst/>
                <a:latin typeface="Century Gothic" panose="020B0502020202020204" pitchFamily="34" charset="0"/>
              </a:rPr>
              <a:t>Citer les 10 risques de sécurité les plus répandus dans l’ordre de risque (top 10)</a:t>
            </a:r>
          </a:p>
          <a:p>
            <a:r>
              <a:rPr lang="fr-CH" dirty="0">
                <a:effectLst/>
                <a:latin typeface="Century Gothic" panose="020B0502020202020204" pitchFamily="34" charset="0"/>
              </a:rPr>
              <a:t>Expliquer avec vos propres mots le principe de chacun de ces risques</a:t>
            </a:r>
          </a:p>
          <a:p>
            <a:r>
              <a:rPr lang="fr-CH" dirty="0">
                <a:effectLst/>
                <a:latin typeface="Century Gothic" panose="020B0502020202020204" pitchFamily="34" charset="0"/>
              </a:rPr>
              <a:t>Expliquer ses vos propres mots les contre-mesures à ces risques</a:t>
            </a:r>
          </a:p>
          <a:p>
            <a:endParaRPr lang="fr-CH" dirty="0">
              <a:effectLst/>
              <a:highlight>
                <a:srgbClr val="FFFF00"/>
              </a:highlight>
              <a:latin typeface="Century Gothic" panose="020B0502020202020204" pitchFamily="34" charset="0"/>
            </a:endParaRPr>
          </a:p>
          <a:p>
            <a:endParaRPr lang="fr-CH" dirty="0">
              <a:effectLst/>
              <a:latin typeface="Century Gothic" panose="020B0502020202020204" pitchFamily="34" charset="0"/>
            </a:endParaRPr>
          </a:p>
          <a:p>
            <a:endParaRPr lang="fr-CH" dirty="0">
              <a:effectLst/>
              <a:latin typeface="Century Gothic" panose="020B0502020202020204" pitchFamily="34" charset="0"/>
            </a:endParaRPr>
          </a:p>
          <a:p>
            <a:endParaRPr lang="fr-CH" dirty="0"/>
          </a:p>
          <a:p>
            <a:endParaRPr lang="fr-CH" dirty="0"/>
          </a:p>
          <a:p>
            <a:endParaRPr lang="fr-CH" dirty="0"/>
          </a:p>
          <a:p>
            <a:endParaRPr lang="fr-C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372C6C7-2C4A-2F24-2DFB-2FC9404045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34CE5-34C2-4E1A-BD32-3DE8831B36D6}" type="slidenum">
              <a:rPr lang="fr-CH" smtClean="0"/>
              <a:t>7</a:t>
            </a:fld>
            <a:endParaRPr lang="fr-CH"/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95824F2F-6580-0D9B-3548-1038F1EDB02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F148B0-E0A0-48F5-997C-8DB230C5AA13}" type="datetime1">
              <a:rPr lang="fr-CH" smtClean="0"/>
              <a:t>26.01.2026</a:t>
            </a:fld>
            <a:endParaRPr lang="fr-CH"/>
          </a:p>
        </p:txBody>
      </p:sp>
      <p:sp>
        <p:nvSpPr>
          <p:cNvPr id="5" name="PB">
            <a:extLst>
              <a:ext uri="{FF2B5EF4-FFF2-40B4-BE49-F238E27FC236}">
                <a16:creationId xmlns:a16="http://schemas.microsoft.com/office/drawing/2014/main" id="{C0613BE4-6D79-F4CF-9259-D0D040667A24}"/>
              </a:ext>
            </a:extLst>
          </p:cNvPr>
          <p:cNvSpPr/>
          <p:nvPr/>
        </p:nvSpPr>
        <p:spPr>
          <a:xfrm>
            <a:off x="0" y="6705600"/>
            <a:ext cx="909851" cy="152400"/>
          </a:xfrm>
          <a:prstGeom prst="rect">
            <a:avLst/>
          </a:prstGeom>
          <a:solidFill>
            <a:srgbClr val="FFA726"/>
          </a:solidFill>
          <a:ln>
            <a:solidFill>
              <a:srgbClr val="FFA72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206890041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30DA6F-8E02-FE92-06B2-FCE42EDDB0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fr-CH"/>
              <a:t>Un moyen d’éviter les radars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CDD8913-80D5-66C0-DE37-D654360A75C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fr-CH">
              <a:effectLst/>
              <a:highlight>
                <a:srgbClr val="FFFF00"/>
              </a:highlight>
              <a:latin typeface="Century Gothic" panose="020B0502020202020204" pitchFamily="34" charset="0"/>
            </a:endParaRPr>
          </a:p>
          <a:p>
            <a:endParaRPr lang="fr-CH">
              <a:effectLst/>
              <a:latin typeface="Century Gothic" panose="020B0502020202020204" pitchFamily="34" charset="0"/>
            </a:endParaRPr>
          </a:p>
          <a:p>
            <a:endParaRPr lang="fr-CH">
              <a:effectLst/>
              <a:latin typeface="Century Gothic" panose="020B0502020202020204" pitchFamily="34" charset="0"/>
            </a:endParaRPr>
          </a:p>
          <a:p>
            <a:endParaRPr lang="fr-CH"/>
          </a:p>
          <a:p>
            <a:endParaRPr lang="fr-CH"/>
          </a:p>
          <a:p>
            <a:endParaRPr lang="fr-CH"/>
          </a:p>
          <a:p>
            <a:endParaRPr lang="fr-CH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372C6C7-2C4A-2F24-2DFB-2FC9404045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34CE5-34C2-4E1A-BD32-3DE8831B36D6}" type="slidenum">
              <a:rPr lang="fr-CH" smtClean="0"/>
              <a:t>8</a:t>
            </a:fld>
            <a:endParaRPr lang="fr-CH"/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95824F2F-6580-0D9B-3548-1038F1EDB02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F148B0-E0A0-48F5-997C-8DB230C5AA13}" type="datetime1">
              <a:rPr lang="fr-CH" smtClean="0"/>
              <a:t>26.01.2026</a:t>
            </a:fld>
            <a:endParaRPr lang="fr-CH"/>
          </a:p>
        </p:txBody>
      </p:sp>
      <p:pic>
        <p:nvPicPr>
          <p:cNvPr id="8" name="Picture 7" descr="A black car parked in a parking lot&#10;&#10;Description automatically generated">
            <a:extLst>
              <a:ext uri="{FF2B5EF4-FFF2-40B4-BE49-F238E27FC236}">
                <a16:creationId xmlns:a16="http://schemas.microsoft.com/office/drawing/2014/main" id="{59C598AA-765D-689A-CC40-74FE726FBF2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22573" y="1520746"/>
            <a:ext cx="6208290" cy="4656217"/>
          </a:xfrm>
          <a:prstGeom prst="rect">
            <a:avLst/>
          </a:prstGeom>
        </p:spPr>
      </p:pic>
      <p:sp>
        <p:nvSpPr>
          <p:cNvPr id="5" name="PB">
            <a:extLst>
              <a:ext uri="{FF2B5EF4-FFF2-40B4-BE49-F238E27FC236}">
                <a16:creationId xmlns:a16="http://schemas.microsoft.com/office/drawing/2014/main" id="{74F19957-4244-BBD1-20C5-7990EB18F41A}"/>
              </a:ext>
            </a:extLst>
          </p:cNvPr>
          <p:cNvSpPr/>
          <p:nvPr/>
        </p:nvSpPr>
        <p:spPr>
          <a:xfrm>
            <a:off x="0" y="6705600"/>
            <a:ext cx="1091821" cy="152400"/>
          </a:xfrm>
          <a:prstGeom prst="rect">
            <a:avLst/>
          </a:prstGeom>
          <a:solidFill>
            <a:srgbClr val="FFA726"/>
          </a:solidFill>
          <a:ln>
            <a:solidFill>
              <a:srgbClr val="FFA72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405599361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891AC1-7757-84E9-A4B6-A3DAC9873A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CH" dirty="0"/>
              <a:t>Activité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42E22A4-A7C2-811E-10FB-FA0F6AF6712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CH" dirty="0"/>
              <a:t>Sans moyen d’aide extérieure</a:t>
            </a:r>
          </a:p>
          <a:p>
            <a:r>
              <a:rPr lang="fr-CH" dirty="0"/>
              <a:t>Par groupe de : 3</a:t>
            </a:r>
          </a:p>
          <a:p>
            <a:r>
              <a:rPr lang="fr-CH" dirty="0"/>
              <a:t>Réflexion :</a:t>
            </a:r>
          </a:p>
          <a:p>
            <a:pPr lvl="1"/>
            <a:r>
              <a:rPr lang="fr-CH" dirty="0"/>
              <a:t>Sur les différentes </a:t>
            </a:r>
            <a:r>
              <a:rPr lang="fr-CH" b="1" u="sng" dirty="0"/>
              <a:t>causes</a:t>
            </a:r>
            <a:r>
              <a:rPr lang="fr-CH" dirty="0"/>
              <a:t> de risques qui pourraient nuire à l’application de gestion des infractions (effet direct)</a:t>
            </a:r>
          </a:p>
          <a:p>
            <a:pPr lvl="1"/>
            <a:r>
              <a:rPr lang="fr-CH" dirty="0"/>
              <a:t>Sur les différents risques qui pourraient impacter l’entreprise et ses revenus (effet indirect)</a:t>
            </a:r>
          </a:p>
          <a:p>
            <a:r>
              <a:rPr lang="fr-CH" dirty="0"/>
              <a:t>Temps à disposition : 15 mn</a:t>
            </a:r>
          </a:p>
          <a:p>
            <a:r>
              <a:rPr lang="fr-CH" dirty="0"/>
              <a:t>Mettez les post-it sur le tableau blanc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2AF654B-867E-C048-8759-A2B9BAB874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FEA277-4ABD-4FFC-841D-26DA6ECA2313}" type="datetime1">
              <a:rPr lang="fr-CH" smtClean="0"/>
              <a:t>26.01.2026</a:t>
            </a:fld>
            <a:endParaRPr lang="fr-CH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F31B3E8-8DD8-C96E-262D-84E8D960D1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34CE5-34C2-4E1A-BD32-3DE8831B36D6}" type="slidenum">
              <a:rPr lang="fr-CH" smtClean="0"/>
              <a:t>9</a:t>
            </a:fld>
            <a:endParaRPr lang="fr-CH"/>
          </a:p>
        </p:txBody>
      </p:sp>
      <p:sp>
        <p:nvSpPr>
          <p:cNvPr id="6" name="PB">
            <a:extLst>
              <a:ext uri="{FF2B5EF4-FFF2-40B4-BE49-F238E27FC236}">
                <a16:creationId xmlns:a16="http://schemas.microsoft.com/office/drawing/2014/main" id="{356A7301-2A35-94D2-EB45-43D7F56FF24E}"/>
              </a:ext>
            </a:extLst>
          </p:cNvPr>
          <p:cNvSpPr/>
          <p:nvPr/>
        </p:nvSpPr>
        <p:spPr>
          <a:xfrm>
            <a:off x="0" y="6705600"/>
            <a:ext cx="1273791" cy="152400"/>
          </a:xfrm>
          <a:prstGeom prst="rect">
            <a:avLst/>
          </a:prstGeom>
          <a:solidFill>
            <a:srgbClr val="FFA726"/>
          </a:solidFill>
          <a:ln>
            <a:solidFill>
              <a:srgbClr val="FFA72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119407882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891AC1-7757-84E9-A4B6-A3DAC9873A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fr-CH"/>
              <a:t>Importance de la sécurité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42E22A4-A7C2-811E-10FB-FA0F6AF6712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CH"/>
              <a:t>Fuite de données personnelles et sensibles</a:t>
            </a:r>
          </a:p>
          <a:p>
            <a:r>
              <a:rPr lang="fr-CH"/>
              <a:t>Réputation</a:t>
            </a:r>
          </a:p>
          <a:p>
            <a:r>
              <a:rPr lang="fr-CH"/>
              <a:t>Conséquences judiciaires et pénales</a:t>
            </a:r>
          </a:p>
          <a:p>
            <a:endParaRPr lang="fr-CH"/>
          </a:p>
          <a:p>
            <a:r>
              <a:rPr lang="fr-CH"/>
              <a:t>Statistiques :</a:t>
            </a:r>
          </a:p>
          <a:p>
            <a:pPr lvl="1"/>
            <a:r>
              <a:rPr lang="fr-CH"/>
              <a:t>2365 attaques en 2023, impactant 343’338’964 personnes</a:t>
            </a:r>
          </a:p>
          <a:p>
            <a:pPr lvl="1"/>
            <a:r>
              <a:rPr lang="fr-CH"/>
              <a:t>Une fuite de donnée coûte 4.45 </a:t>
            </a:r>
            <a:r>
              <a:rPr lang="fr-CH" err="1"/>
              <a:t>mio</a:t>
            </a:r>
            <a:r>
              <a:rPr lang="fr-CH"/>
              <a:t> USD en moyenne</a:t>
            </a:r>
          </a:p>
          <a:p>
            <a:pPr lvl="1"/>
            <a:r>
              <a:rPr lang="fr-CH"/>
              <a:t>Phishing, Malware, </a:t>
            </a:r>
            <a:r>
              <a:rPr lang="fr-CH" err="1"/>
              <a:t>Ddos</a:t>
            </a:r>
            <a:r>
              <a:rPr lang="fr-CH"/>
              <a:t>, fuite de données</a:t>
            </a:r>
          </a:p>
          <a:p>
            <a:pPr lvl="1"/>
            <a:r>
              <a:rPr lang="fr-CH"/>
              <a:t>Coût total estimé en 2025 : 10.5 trillions USD</a:t>
            </a:r>
          </a:p>
          <a:p>
            <a:pPr lvl="1"/>
            <a:endParaRPr lang="fr-C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2AF654B-867E-C048-8759-A2B9BAB874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FEA277-4ABD-4FFC-841D-26DA6ECA2313}" type="datetime1">
              <a:rPr lang="fr-CH" smtClean="0"/>
              <a:t>26.01.2026</a:t>
            </a:fld>
            <a:endParaRPr lang="fr-CH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F31B3E8-8DD8-C96E-262D-84E8D960D1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34CE5-34C2-4E1A-BD32-3DE8831B36D6}" type="slidenum">
              <a:rPr lang="fr-CH" smtClean="0"/>
              <a:t>10</a:t>
            </a:fld>
            <a:endParaRPr lang="fr-CH"/>
          </a:p>
        </p:txBody>
      </p:sp>
      <p:sp>
        <p:nvSpPr>
          <p:cNvPr id="6" name="PB">
            <a:extLst>
              <a:ext uri="{FF2B5EF4-FFF2-40B4-BE49-F238E27FC236}">
                <a16:creationId xmlns:a16="http://schemas.microsoft.com/office/drawing/2014/main" id="{BD384CC5-E913-5A53-BA2B-52EEFEFD1521}"/>
              </a:ext>
            </a:extLst>
          </p:cNvPr>
          <p:cNvSpPr/>
          <p:nvPr/>
        </p:nvSpPr>
        <p:spPr>
          <a:xfrm>
            <a:off x="0" y="6705600"/>
            <a:ext cx="1455761" cy="152400"/>
          </a:xfrm>
          <a:prstGeom prst="rect">
            <a:avLst/>
          </a:prstGeom>
          <a:solidFill>
            <a:srgbClr val="FFA726"/>
          </a:solidFill>
          <a:ln>
            <a:solidFill>
              <a:srgbClr val="FFA72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19864104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7CA417-48A2-4EC1-BB6A-E88DDE96D870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fr-CH" dirty="0">
                <a:solidFill>
                  <a:srgbClr val="004595"/>
                </a:solidFill>
              </a:rPr>
              <a:t>OWASP</a:t>
            </a:r>
            <a:endParaRPr lang="fr-CH" b="1" dirty="0">
              <a:solidFill>
                <a:srgbClr val="004595"/>
              </a:solidFill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B9501AA-B74D-4416-BEFC-D9228B665E9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4079875"/>
            <a:ext cx="9144000" cy="1655762"/>
          </a:xfrm>
        </p:spPr>
        <p:txBody>
          <a:bodyPr>
            <a:normAutofit/>
          </a:bodyPr>
          <a:lstStyle/>
          <a:p>
            <a:endParaRPr lang="fr-CH" dirty="0"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a:endParaRPr>
          </a:p>
        </p:txBody>
      </p:sp>
      <p:sp>
        <p:nvSpPr>
          <p:cNvPr id="4" name="PB">
            <a:extLst>
              <a:ext uri="{FF2B5EF4-FFF2-40B4-BE49-F238E27FC236}">
                <a16:creationId xmlns:a16="http://schemas.microsoft.com/office/drawing/2014/main" id="{45566181-C81A-2DF8-F4F6-9FC4768C947A}"/>
              </a:ext>
            </a:extLst>
          </p:cNvPr>
          <p:cNvSpPr/>
          <p:nvPr/>
        </p:nvSpPr>
        <p:spPr>
          <a:xfrm>
            <a:off x="0" y="6705600"/>
            <a:ext cx="1637731" cy="152400"/>
          </a:xfrm>
          <a:prstGeom prst="rect">
            <a:avLst/>
          </a:prstGeom>
          <a:solidFill>
            <a:srgbClr val="FFA726"/>
          </a:solidFill>
          <a:ln>
            <a:solidFill>
              <a:srgbClr val="FFA72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291899319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891AC1-7757-84E9-A4B6-A3DAC9873A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CH"/>
              <a:t>OWASP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42E22A4-A7C2-811E-10FB-FA0F6AF6712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fr-CH"/>
          </a:p>
          <a:p>
            <a:r>
              <a:rPr lang="en-US" b="1"/>
              <a:t>Open Web Application Security Project</a:t>
            </a:r>
          </a:p>
          <a:p>
            <a:r>
              <a:rPr lang="fr-CH"/>
              <a:t>Organisation internationale à but non lucratif</a:t>
            </a:r>
          </a:p>
          <a:p>
            <a:r>
              <a:rPr lang="fr-CH"/>
              <a:t>Sécurité des applications Web</a:t>
            </a:r>
          </a:p>
          <a:p>
            <a:r>
              <a:rPr lang="fr-CH"/>
              <a:t>Leur projet le plus connu est l’OWASP Top 10</a:t>
            </a:r>
          </a:p>
          <a:p>
            <a:endParaRPr lang="fr-CH"/>
          </a:p>
          <a:p>
            <a:r>
              <a:rPr lang="fr-CH"/>
              <a:t>Vision : «</a:t>
            </a:r>
            <a:r>
              <a:rPr lang="fr-CH" i="1"/>
              <a:t>No more </a:t>
            </a:r>
            <a:r>
              <a:rPr lang="fr-CH" i="1" err="1"/>
              <a:t>insecure</a:t>
            </a:r>
            <a:r>
              <a:rPr lang="fr-CH" i="1"/>
              <a:t> software»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2AF654B-867E-C048-8759-A2B9BAB874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FEA277-4ABD-4FFC-841D-26DA6ECA2313}" type="datetime1">
              <a:rPr lang="fr-CH" smtClean="0"/>
              <a:t>26.01.2026</a:t>
            </a:fld>
            <a:endParaRPr lang="fr-CH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F31B3E8-8DD8-C96E-262D-84E8D960D1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34CE5-34C2-4E1A-BD32-3DE8831B36D6}" type="slidenum">
              <a:rPr lang="fr-CH" smtClean="0"/>
              <a:t>12</a:t>
            </a:fld>
            <a:endParaRPr lang="fr-CH"/>
          </a:p>
        </p:txBody>
      </p:sp>
      <p:sp>
        <p:nvSpPr>
          <p:cNvPr id="6" name="PB">
            <a:extLst>
              <a:ext uri="{FF2B5EF4-FFF2-40B4-BE49-F238E27FC236}">
                <a16:creationId xmlns:a16="http://schemas.microsoft.com/office/drawing/2014/main" id="{4AF2FBA4-3B16-D8D5-8826-BB92ACC083D8}"/>
              </a:ext>
            </a:extLst>
          </p:cNvPr>
          <p:cNvSpPr/>
          <p:nvPr/>
        </p:nvSpPr>
        <p:spPr>
          <a:xfrm>
            <a:off x="0" y="6705600"/>
            <a:ext cx="1819702" cy="152400"/>
          </a:xfrm>
          <a:prstGeom prst="rect">
            <a:avLst/>
          </a:prstGeom>
          <a:solidFill>
            <a:srgbClr val="FFA726"/>
          </a:solidFill>
          <a:ln>
            <a:solidFill>
              <a:srgbClr val="FFA72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139301089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891AC1-7757-84E9-A4B6-A3DAC9873A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CH" dirty="0"/>
              <a:t>Le top 10 version 2025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42E22A4-A7C2-811E-10FB-FA0F6AF6712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514350" indent="-514350">
              <a:buFont typeface="+mj-lt"/>
              <a:buAutoNum type="arabicPeriod"/>
            </a:pPr>
            <a:r>
              <a:rPr lang="fr-CH" sz="3200" dirty="0">
                <a:highlight>
                  <a:srgbClr val="FFFF00"/>
                </a:highlight>
              </a:rPr>
              <a:t>Broken Access Control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2AF654B-867E-C048-8759-A2B9BAB874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FEA277-4ABD-4FFC-841D-26DA6ECA2313}" type="datetime1">
              <a:rPr lang="fr-CH" smtClean="0"/>
              <a:t>26.01.2026</a:t>
            </a:fld>
            <a:endParaRPr lang="fr-CH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F31B3E8-8DD8-C96E-262D-84E8D960D1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34CE5-34C2-4E1A-BD32-3DE8831B36D6}" type="slidenum">
              <a:rPr lang="fr-CH" smtClean="0"/>
              <a:t>13</a:t>
            </a:fld>
            <a:endParaRPr lang="fr-CH"/>
          </a:p>
        </p:txBody>
      </p:sp>
      <p:sp>
        <p:nvSpPr>
          <p:cNvPr id="6" name="PB">
            <a:extLst>
              <a:ext uri="{FF2B5EF4-FFF2-40B4-BE49-F238E27FC236}">
                <a16:creationId xmlns:a16="http://schemas.microsoft.com/office/drawing/2014/main" id="{68903763-1A3C-E9BE-F9D5-CE0BF0FB2BD4}"/>
              </a:ext>
            </a:extLst>
          </p:cNvPr>
          <p:cNvSpPr/>
          <p:nvPr/>
        </p:nvSpPr>
        <p:spPr>
          <a:xfrm>
            <a:off x="0" y="6705600"/>
            <a:ext cx="2001672" cy="152400"/>
          </a:xfrm>
          <a:prstGeom prst="rect">
            <a:avLst/>
          </a:prstGeom>
          <a:solidFill>
            <a:srgbClr val="FFA726"/>
          </a:solidFill>
          <a:ln>
            <a:solidFill>
              <a:srgbClr val="FFA72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113241996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891AC1-7757-84E9-A4B6-A3DAC9873A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CH" dirty="0"/>
              <a:t>Le top 10 version 2025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42E22A4-A7C2-811E-10FB-FA0F6AF6712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514350" indent="-514350">
              <a:buFont typeface="+mj-lt"/>
              <a:buAutoNum type="arabicPeriod"/>
            </a:pPr>
            <a:r>
              <a:rPr lang="fr-CH" dirty="0">
                <a:solidFill>
                  <a:schemeClr val="tx1">
                    <a:lumMod val="65000"/>
                  </a:schemeClr>
                </a:solidFill>
              </a:rPr>
              <a:t>Broken Access Control</a:t>
            </a:r>
          </a:p>
          <a:p>
            <a:pPr marL="514350" indent="-514350">
              <a:buFont typeface="+mj-lt"/>
              <a:buAutoNum type="arabicPeriod"/>
            </a:pPr>
            <a:r>
              <a:rPr lang="fr-CH" dirty="0">
                <a:highlight>
                  <a:srgbClr val="FFFF00"/>
                </a:highlight>
              </a:rPr>
              <a:t>Security </a:t>
            </a:r>
            <a:r>
              <a:rPr lang="fr-CH" dirty="0" err="1">
                <a:highlight>
                  <a:srgbClr val="FFFF00"/>
                </a:highlight>
              </a:rPr>
              <a:t>Misconfiguration</a:t>
            </a:r>
            <a:endParaRPr lang="fr-CH" dirty="0">
              <a:highlight>
                <a:srgbClr val="FFFF00"/>
              </a:highlight>
            </a:endParaRP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2AF654B-867E-C048-8759-A2B9BAB874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FEA277-4ABD-4FFC-841D-26DA6ECA2313}" type="datetime1">
              <a:rPr lang="fr-CH" smtClean="0"/>
              <a:t>26.01.2026</a:t>
            </a:fld>
            <a:endParaRPr lang="fr-CH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F31B3E8-8DD8-C96E-262D-84E8D960D1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34CE5-34C2-4E1A-BD32-3DE8831B36D6}" type="slidenum">
              <a:rPr lang="fr-CH" smtClean="0"/>
              <a:t>14</a:t>
            </a:fld>
            <a:endParaRPr lang="fr-CH"/>
          </a:p>
        </p:txBody>
      </p:sp>
      <p:sp>
        <p:nvSpPr>
          <p:cNvPr id="6" name="PB">
            <a:extLst>
              <a:ext uri="{FF2B5EF4-FFF2-40B4-BE49-F238E27FC236}">
                <a16:creationId xmlns:a16="http://schemas.microsoft.com/office/drawing/2014/main" id="{7CE9533D-12EA-E738-B8BD-1000EC209143}"/>
              </a:ext>
            </a:extLst>
          </p:cNvPr>
          <p:cNvSpPr/>
          <p:nvPr/>
        </p:nvSpPr>
        <p:spPr>
          <a:xfrm>
            <a:off x="0" y="6705600"/>
            <a:ext cx="2183642" cy="152400"/>
          </a:xfrm>
          <a:prstGeom prst="rect">
            <a:avLst/>
          </a:prstGeom>
          <a:solidFill>
            <a:srgbClr val="FFA726"/>
          </a:solidFill>
          <a:ln>
            <a:solidFill>
              <a:srgbClr val="FFA72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89710050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891AC1-7757-84E9-A4B6-A3DAC9873A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CH" dirty="0"/>
              <a:t>Le top 10 version 2025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42E22A4-A7C2-811E-10FB-FA0F6AF6712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514350" indent="-514350">
              <a:buFont typeface="+mj-lt"/>
              <a:buAutoNum type="arabicPeriod"/>
            </a:pPr>
            <a:r>
              <a:rPr lang="fr-CH" dirty="0">
                <a:solidFill>
                  <a:schemeClr val="tx1">
                    <a:lumMod val="65000"/>
                  </a:schemeClr>
                </a:solidFill>
              </a:rPr>
              <a:t>Broken Access Control</a:t>
            </a:r>
          </a:p>
          <a:p>
            <a:pPr marL="514350" indent="-514350">
              <a:buFont typeface="+mj-lt"/>
              <a:buAutoNum type="arabicPeriod"/>
            </a:pPr>
            <a:r>
              <a:rPr lang="fr-CH" dirty="0">
                <a:solidFill>
                  <a:schemeClr val="tx1">
                    <a:lumMod val="65000"/>
                  </a:schemeClr>
                </a:solidFill>
              </a:rPr>
              <a:t>Security </a:t>
            </a:r>
            <a:r>
              <a:rPr lang="fr-CH" dirty="0" err="1">
                <a:solidFill>
                  <a:schemeClr val="tx1">
                    <a:lumMod val="65000"/>
                  </a:schemeClr>
                </a:solidFill>
              </a:rPr>
              <a:t>Misconfiguration</a:t>
            </a:r>
            <a:endParaRPr lang="fr-CH" dirty="0">
              <a:solidFill>
                <a:schemeClr val="tx1">
                  <a:lumMod val="65000"/>
                </a:schemeClr>
              </a:solidFill>
            </a:endParaRPr>
          </a:p>
          <a:p>
            <a:pPr marL="514350" indent="-514350">
              <a:buFont typeface="+mj-lt"/>
              <a:buAutoNum type="arabicPeriod"/>
            </a:pPr>
            <a:r>
              <a:rPr lang="fr-CH" dirty="0">
                <a:highlight>
                  <a:srgbClr val="FFFF00"/>
                </a:highlight>
              </a:rPr>
              <a:t>Software </a:t>
            </a:r>
            <a:r>
              <a:rPr lang="fr-CH" dirty="0" err="1">
                <a:highlight>
                  <a:srgbClr val="FFFF00"/>
                </a:highlight>
              </a:rPr>
              <a:t>Supply</a:t>
            </a:r>
            <a:r>
              <a:rPr lang="fr-CH" dirty="0">
                <a:highlight>
                  <a:srgbClr val="FFFF00"/>
                </a:highlight>
              </a:rPr>
              <a:t> Chain </a:t>
            </a:r>
            <a:r>
              <a:rPr lang="fr-CH" dirty="0" err="1">
                <a:highlight>
                  <a:srgbClr val="FFFF00"/>
                </a:highlight>
              </a:rPr>
              <a:t>Failures</a:t>
            </a:r>
            <a:endParaRPr lang="fr-CH" dirty="0">
              <a:highlight>
                <a:srgbClr val="FFFF00"/>
              </a:highlight>
            </a:endParaRP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2AF654B-867E-C048-8759-A2B9BAB874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FEA277-4ABD-4FFC-841D-26DA6ECA2313}" type="datetime1">
              <a:rPr lang="fr-CH" smtClean="0"/>
              <a:t>26.01.2026</a:t>
            </a:fld>
            <a:endParaRPr lang="fr-CH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F31B3E8-8DD8-C96E-262D-84E8D960D1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34CE5-34C2-4E1A-BD32-3DE8831B36D6}" type="slidenum">
              <a:rPr lang="fr-CH" smtClean="0"/>
              <a:t>15</a:t>
            </a:fld>
            <a:endParaRPr lang="fr-CH"/>
          </a:p>
        </p:txBody>
      </p:sp>
      <p:sp>
        <p:nvSpPr>
          <p:cNvPr id="6" name="PB">
            <a:extLst>
              <a:ext uri="{FF2B5EF4-FFF2-40B4-BE49-F238E27FC236}">
                <a16:creationId xmlns:a16="http://schemas.microsoft.com/office/drawing/2014/main" id="{34844478-DB16-7A27-61AA-C5B436C5F03E}"/>
              </a:ext>
            </a:extLst>
          </p:cNvPr>
          <p:cNvSpPr/>
          <p:nvPr/>
        </p:nvSpPr>
        <p:spPr>
          <a:xfrm>
            <a:off x="0" y="6705600"/>
            <a:ext cx="2365612" cy="152400"/>
          </a:xfrm>
          <a:prstGeom prst="rect">
            <a:avLst/>
          </a:prstGeom>
          <a:solidFill>
            <a:srgbClr val="FFA726"/>
          </a:solidFill>
          <a:ln>
            <a:solidFill>
              <a:srgbClr val="FFA72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304048389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891AC1-7757-84E9-A4B6-A3DAC9873A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CH" dirty="0"/>
              <a:t>Le top 10 version 2025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42E22A4-A7C2-811E-10FB-FA0F6AF6712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514350" indent="-514350">
              <a:buFont typeface="+mj-lt"/>
              <a:buAutoNum type="arabicPeriod"/>
            </a:pPr>
            <a:r>
              <a:rPr lang="fr-CH" dirty="0">
                <a:solidFill>
                  <a:schemeClr val="tx1">
                    <a:lumMod val="65000"/>
                  </a:schemeClr>
                </a:solidFill>
              </a:rPr>
              <a:t>Broken Access Control</a:t>
            </a:r>
          </a:p>
          <a:p>
            <a:pPr marL="514350" indent="-514350">
              <a:buFont typeface="+mj-lt"/>
              <a:buAutoNum type="arabicPeriod"/>
            </a:pPr>
            <a:r>
              <a:rPr lang="fr-CH" dirty="0">
                <a:solidFill>
                  <a:schemeClr val="tx1">
                    <a:lumMod val="65000"/>
                  </a:schemeClr>
                </a:solidFill>
              </a:rPr>
              <a:t>Security </a:t>
            </a:r>
            <a:r>
              <a:rPr lang="fr-CH" dirty="0" err="1">
                <a:solidFill>
                  <a:schemeClr val="tx1">
                    <a:lumMod val="65000"/>
                  </a:schemeClr>
                </a:solidFill>
              </a:rPr>
              <a:t>Misconfiguration</a:t>
            </a:r>
            <a:endParaRPr lang="fr-CH" dirty="0">
              <a:solidFill>
                <a:schemeClr val="tx1">
                  <a:lumMod val="65000"/>
                </a:schemeClr>
              </a:solidFill>
            </a:endParaRPr>
          </a:p>
          <a:p>
            <a:pPr marL="514350" indent="-514350">
              <a:buFont typeface="+mj-lt"/>
              <a:buAutoNum type="arabicPeriod"/>
            </a:pPr>
            <a:r>
              <a:rPr lang="fr-CH" dirty="0">
                <a:solidFill>
                  <a:schemeClr val="tx1">
                    <a:lumMod val="65000"/>
                  </a:schemeClr>
                </a:solidFill>
              </a:rPr>
              <a:t>Software </a:t>
            </a:r>
            <a:r>
              <a:rPr lang="fr-CH" dirty="0" err="1">
                <a:solidFill>
                  <a:schemeClr val="tx1">
                    <a:lumMod val="65000"/>
                  </a:schemeClr>
                </a:solidFill>
              </a:rPr>
              <a:t>Supply</a:t>
            </a:r>
            <a:r>
              <a:rPr lang="fr-CH" dirty="0">
                <a:solidFill>
                  <a:schemeClr val="tx1">
                    <a:lumMod val="65000"/>
                  </a:schemeClr>
                </a:solidFill>
              </a:rPr>
              <a:t> Chain </a:t>
            </a:r>
            <a:r>
              <a:rPr lang="fr-CH" dirty="0" err="1">
                <a:solidFill>
                  <a:schemeClr val="tx1">
                    <a:lumMod val="65000"/>
                  </a:schemeClr>
                </a:solidFill>
              </a:rPr>
              <a:t>Failures</a:t>
            </a:r>
            <a:endParaRPr lang="fr-CH" dirty="0">
              <a:solidFill>
                <a:schemeClr val="tx1">
                  <a:lumMod val="65000"/>
                </a:schemeClr>
              </a:solidFill>
            </a:endParaRPr>
          </a:p>
          <a:p>
            <a:pPr marL="514350" indent="-514350">
              <a:buFont typeface="+mj-lt"/>
              <a:buAutoNum type="arabicPeriod"/>
            </a:pPr>
            <a:r>
              <a:rPr lang="fr-CH" dirty="0" err="1">
                <a:highlight>
                  <a:srgbClr val="FFFF00"/>
                </a:highlight>
              </a:rPr>
              <a:t>Cryptographic</a:t>
            </a:r>
            <a:r>
              <a:rPr lang="fr-CH" dirty="0">
                <a:highlight>
                  <a:srgbClr val="FFFF00"/>
                </a:highlight>
              </a:rPr>
              <a:t> </a:t>
            </a:r>
            <a:r>
              <a:rPr lang="fr-CH" dirty="0" err="1">
                <a:highlight>
                  <a:srgbClr val="FFFF00"/>
                </a:highlight>
              </a:rPr>
              <a:t>failures</a:t>
            </a:r>
            <a:endParaRPr lang="fr-CH" dirty="0">
              <a:highlight>
                <a:srgbClr val="FFFF00"/>
              </a:highlight>
            </a:endParaRP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2AF654B-867E-C048-8759-A2B9BAB874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FEA277-4ABD-4FFC-841D-26DA6ECA2313}" type="datetime1">
              <a:rPr lang="fr-CH" smtClean="0"/>
              <a:t>26.01.2026</a:t>
            </a:fld>
            <a:endParaRPr lang="fr-CH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F31B3E8-8DD8-C96E-262D-84E8D960D1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34CE5-34C2-4E1A-BD32-3DE8831B36D6}" type="slidenum">
              <a:rPr lang="fr-CH" smtClean="0"/>
              <a:t>16</a:t>
            </a:fld>
            <a:endParaRPr lang="fr-CH"/>
          </a:p>
        </p:txBody>
      </p:sp>
      <p:sp>
        <p:nvSpPr>
          <p:cNvPr id="6" name="PB">
            <a:extLst>
              <a:ext uri="{FF2B5EF4-FFF2-40B4-BE49-F238E27FC236}">
                <a16:creationId xmlns:a16="http://schemas.microsoft.com/office/drawing/2014/main" id="{B6AC5082-F79E-FB6A-4056-D4889757D4BD}"/>
              </a:ext>
            </a:extLst>
          </p:cNvPr>
          <p:cNvSpPr/>
          <p:nvPr/>
        </p:nvSpPr>
        <p:spPr>
          <a:xfrm>
            <a:off x="0" y="6705600"/>
            <a:ext cx="2547582" cy="152400"/>
          </a:xfrm>
          <a:prstGeom prst="rect">
            <a:avLst/>
          </a:prstGeom>
          <a:solidFill>
            <a:srgbClr val="FFA726"/>
          </a:solidFill>
          <a:ln>
            <a:solidFill>
              <a:srgbClr val="FFA72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54678503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891AC1-7757-84E9-A4B6-A3DAC9873A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CH" dirty="0"/>
              <a:t>Le top 10 version 2025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42E22A4-A7C2-811E-10FB-FA0F6AF6712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514350" indent="-514350">
              <a:buFont typeface="+mj-lt"/>
              <a:buAutoNum type="arabicPeriod"/>
            </a:pPr>
            <a:r>
              <a:rPr lang="fr-CH" dirty="0">
                <a:solidFill>
                  <a:schemeClr val="tx1">
                    <a:lumMod val="65000"/>
                  </a:schemeClr>
                </a:solidFill>
              </a:rPr>
              <a:t>Broken Access Control</a:t>
            </a:r>
          </a:p>
          <a:p>
            <a:pPr marL="514350" indent="-514350">
              <a:buFont typeface="+mj-lt"/>
              <a:buAutoNum type="arabicPeriod"/>
            </a:pPr>
            <a:r>
              <a:rPr lang="fr-CH" dirty="0">
                <a:solidFill>
                  <a:schemeClr val="tx1">
                    <a:lumMod val="65000"/>
                  </a:schemeClr>
                </a:solidFill>
              </a:rPr>
              <a:t>Security </a:t>
            </a:r>
            <a:r>
              <a:rPr lang="fr-CH" dirty="0" err="1">
                <a:solidFill>
                  <a:schemeClr val="tx1">
                    <a:lumMod val="65000"/>
                  </a:schemeClr>
                </a:solidFill>
              </a:rPr>
              <a:t>Misconfiguration</a:t>
            </a:r>
            <a:endParaRPr lang="fr-CH" dirty="0">
              <a:solidFill>
                <a:schemeClr val="tx1">
                  <a:lumMod val="65000"/>
                </a:schemeClr>
              </a:solidFill>
            </a:endParaRPr>
          </a:p>
          <a:p>
            <a:pPr marL="514350" indent="-514350">
              <a:buFont typeface="+mj-lt"/>
              <a:buAutoNum type="arabicPeriod"/>
            </a:pPr>
            <a:r>
              <a:rPr lang="fr-CH" dirty="0">
                <a:solidFill>
                  <a:schemeClr val="tx1">
                    <a:lumMod val="65000"/>
                  </a:schemeClr>
                </a:solidFill>
              </a:rPr>
              <a:t>Software </a:t>
            </a:r>
            <a:r>
              <a:rPr lang="fr-CH" dirty="0" err="1">
                <a:solidFill>
                  <a:schemeClr val="tx1">
                    <a:lumMod val="65000"/>
                  </a:schemeClr>
                </a:solidFill>
              </a:rPr>
              <a:t>Supply</a:t>
            </a:r>
            <a:r>
              <a:rPr lang="fr-CH" dirty="0">
                <a:solidFill>
                  <a:schemeClr val="tx1">
                    <a:lumMod val="65000"/>
                  </a:schemeClr>
                </a:solidFill>
              </a:rPr>
              <a:t> Chain </a:t>
            </a:r>
            <a:r>
              <a:rPr lang="fr-CH" dirty="0" err="1">
                <a:solidFill>
                  <a:schemeClr val="tx1">
                    <a:lumMod val="65000"/>
                  </a:schemeClr>
                </a:solidFill>
              </a:rPr>
              <a:t>Failures</a:t>
            </a:r>
            <a:endParaRPr lang="fr-CH" dirty="0">
              <a:solidFill>
                <a:schemeClr val="tx1">
                  <a:lumMod val="65000"/>
                </a:schemeClr>
              </a:solidFill>
            </a:endParaRPr>
          </a:p>
          <a:p>
            <a:pPr marL="514350" indent="-514350">
              <a:buFont typeface="+mj-lt"/>
              <a:buAutoNum type="arabicPeriod"/>
            </a:pPr>
            <a:r>
              <a:rPr lang="fr-CH" dirty="0" err="1">
                <a:solidFill>
                  <a:schemeClr val="tx1">
                    <a:lumMod val="65000"/>
                  </a:schemeClr>
                </a:solidFill>
              </a:rPr>
              <a:t>Cryptographic</a:t>
            </a:r>
            <a:r>
              <a:rPr lang="fr-CH" dirty="0">
                <a:solidFill>
                  <a:schemeClr val="tx1">
                    <a:lumMod val="65000"/>
                  </a:schemeClr>
                </a:solidFill>
              </a:rPr>
              <a:t> </a:t>
            </a:r>
            <a:r>
              <a:rPr lang="fr-CH" dirty="0" err="1">
                <a:solidFill>
                  <a:schemeClr val="tx1">
                    <a:lumMod val="65000"/>
                  </a:schemeClr>
                </a:solidFill>
              </a:rPr>
              <a:t>failures</a:t>
            </a:r>
            <a:endParaRPr lang="fr-CH" dirty="0">
              <a:solidFill>
                <a:schemeClr val="tx1">
                  <a:lumMod val="65000"/>
                </a:schemeClr>
              </a:solidFill>
            </a:endParaRPr>
          </a:p>
          <a:p>
            <a:pPr marL="514350" indent="-514350">
              <a:buFont typeface="+mj-lt"/>
              <a:buAutoNum type="arabicPeriod"/>
            </a:pPr>
            <a:r>
              <a:rPr lang="fr-CH" dirty="0">
                <a:highlight>
                  <a:srgbClr val="FFFF00"/>
                </a:highlight>
              </a:rPr>
              <a:t>Injection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2AF654B-867E-C048-8759-A2B9BAB874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FEA277-4ABD-4FFC-841D-26DA6ECA2313}" type="datetime1">
              <a:rPr lang="fr-CH" smtClean="0"/>
              <a:t>26.01.2026</a:t>
            </a:fld>
            <a:endParaRPr lang="fr-CH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F31B3E8-8DD8-C96E-262D-84E8D960D1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34CE5-34C2-4E1A-BD32-3DE8831B36D6}" type="slidenum">
              <a:rPr lang="fr-CH" smtClean="0"/>
              <a:t>17</a:t>
            </a:fld>
            <a:endParaRPr lang="fr-CH"/>
          </a:p>
        </p:txBody>
      </p:sp>
      <p:sp>
        <p:nvSpPr>
          <p:cNvPr id="6" name="PB">
            <a:extLst>
              <a:ext uri="{FF2B5EF4-FFF2-40B4-BE49-F238E27FC236}">
                <a16:creationId xmlns:a16="http://schemas.microsoft.com/office/drawing/2014/main" id="{7EBE2D7A-BA8A-72A2-16F4-87842B9F92D2}"/>
              </a:ext>
            </a:extLst>
          </p:cNvPr>
          <p:cNvSpPr/>
          <p:nvPr/>
        </p:nvSpPr>
        <p:spPr>
          <a:xfrm>
            <a:off x="0" y="6705600"/>
            <a:ext cx="2729552" cy="152400"/>
          </a:xfrm>
          <a:prstGeom prst="rect">
            <a:avLst/>
          </a:prstGeom>
          <a:solidFill>
            <a:srgbClr val="FFA726"/>
          </a:solidFill>
          <a:ln>
            <a:solidFill>
              <a:srgbClr val="FFA72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423307407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891AC1-7757-84E9-A4B6-A3DAC9873A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CH" dirty="0"/>
              <a:t>Le top 10 version 2025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42E22A4-A7C2-811E-10FB-FA0F6AF6712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514350" indent="-514350">
              <a:buFont typeface="+mj-lt"/>
              <a:buAutoNum type="arabicPeriod"/>
            </a:pPr>
            <a:r>
              <a:rPr lang="fr-CH" dirty="0">
                <a:solidFill>
                  <a:schemeClr val="tx1">
                    <a:lumMod val="65000"/>
                  </a:schemeClr>
                </a:solidFill>
              </a:rPr>
              <a:t>Broken Access Control</a:t>
            </a:r>
          </a:p>
          <a:p>
            <a:pPr marL="514350" indent="-514350">
              <a:buFont typeface="+mj-lt"/>
              <a:buAutoNum type="arabicPeriod"/>
            </a:pPr>
            <a:r>
              <a:rPr lang="fr-CH" dirty="0">
                <a:solidFill>
                  <a:schemeClr val="tx1">
                    <a:lumMod val="65000"/>
                  </a:schemeClr>
                </a:solidFill>
              </a:rPr>
              <a:t>Security </a:t>
            </a:r>
            <a:r>
              <a:rPr lang="fr-CH" dirty="0" err="1">
                <a:solidFill>
                  <a:schemeClr val="tx1">
                    <a:lumMod val="65000"/>
                  </a:schemeClr>
                </a:solidFill>
              </a:rPr>
              <a:t>Misconfiguration</a:t>
            </a:r>
            <a:endParaRPr lang="fr-CH" dirty="0">
              <a:solidFill>
                <a:schemeClr val="tx1">
                  <a:lumMod val="65000"/>
                </a:schemeClr>
              </a:solidFill>
            </a:endParaRPr>
          </a:p>
          <a:p>
            <a:pPr marL="514350" indent="-514350">
              <a:buFont typeface="+mj-lt"/>
              <a:buAutoNum type="arabicPeriod"/>
            </a:pPr>
            <a:r>
              <a:rPr lang="fr-CH" dirty="0">
                <a:solidFill>
                  <a:schemeClr val="tx1">
                    <a:lumMod val="65000"/>
                  </a:schemeClr>
                </a:solidFill>
              </a:rPr>
              <a:t>Software </a:t>
            </a:r>
            <a:r>
              <a:rPr lang="fr-CH" dirty="0" err="1">
                <a:solidFill>
                  <a:schemeClr val="tx1">
                    <a:lumMod val="65000"/>
                  </a:schemeClr>
                </a:solidFill>
              </a:rPr>
              <a:t>Supply</a:t>
            </a:r>
            <a:r>
              <a:rPr lang="fr-CH" dirty="0">
                <a:solidFill>
                  <a:schemeClr val="tx1">
                    <a:lumMod val="65000"/>
                  </a:schemeClr>
                </a:solidFill>
              </a:rPr>
              <a:t> Chain </a:t>
            </a:r>
            <a:r>
              <a:rPr lang="fr-CH" dirty="0" err="1">
                <a:solidFill>
                  <a:schemeClr val="tx1">
                    <a:lumMod val="65000"/>
                  </a:schemeClr>
                </a:solidFill>
              </a:rPr>
              <a:t>Failures</a:t>
            </a:r>
            <a:endParaRPr lang="fr-CH" dirty="0">
              <a:solidFill>
                <a:schemeClr val="tx1">
                  <a:lumMod val="65000"/>
                </a:schemeClr>
              </a:solidFill>
            </a:endParaRPr>
          </a:p>
          <a:p>
            <a:pPr marL="514350" indent="-514350">
              <a:buFont typeface="+mj-lt"/>
              <a:buAutoNum type="arabicPeriod"/>
            </a:pPr>
            <a:r>
              <a:rPr lang="fr-CH" dirty="0" err="1">
                <a:solidFill>
                  <a:schemeClr val="tx1">
                    <a:lumMod val="65000"/>
                  </a:schemeClr>
                </a:solidFill>
              </a:rPr>
              <a:t>Cryptographic</a:t>
            </a:r>
            <a:r>
              <a:rPr lang="fr-CH" dirty="0">
                <a:solidFill>
                  <a:schemeClr val="tx1">
                    <a:lumMod val="65000"/>
                  </a:schemeClr>
                </a:solidFill>
              </a:rPr>
              <a:t> </a:t>
            </a:r>
            <a:r>
              <a:rPr lang="fr-CH" dirty="0" err="1">
                <a:solidFill>
                  <a:schemeClr val="tx1">
                    <a:lumMod val="65000"/>
                  </a:schemeClr>
                </a:solidFill>
              </a:rPr>
              <a:t>failures</a:t>
            </a:r>
            <a:endParaRPr lang="fr-CH" dirty="0">
              <a:solidFill>
                <a:schemeClr val="tx1">
                  <a:lumMod val="65000"/>
                </a:schemeClr>
              </a:solidFill>
            </a:endParaRPr>
          </a:p>
          <a:p>
            <a:pPr marL="514350" indent="-514350">
              <a:buFont typeface="+mj-lt"/>
              <a:buAutoNum type="arabicPeriod"/>
            </a:pPr>
            <a:r>
              <a:rPr lang="fr-CH" dirty="0">
                <a:solidFill>
                  <a:schemeClr val="tx1">
                    <a:lumMod val="65000"/>
                  </a:schemeClr>
                </a:solidFill>
              </a:rPr>
              <a:t>Injection</a:t>
            </a:r>
          </a:p>
          <a:p>
            <a:pPr marL="514350" indent="-514350">
              <a:buFont typeface="+mj-lt"/>
              <a:buAutoNum type="arabicPeriod"/>
            </a:pPr>
            <a:r>
              <a:rPr lang="fr-CH" dirty="0" err="1">
                <a:highlight>
                  <a:srgbClr val="FFFF00"/>
                </a:highlight>
              </a:rPr>
              <a:t>Insecure</a:t>
            </a:r>
            <a:r>
              <a:rPr lang="fr-CH" dirty="0">
                <a:highlight>
                  <a:srgbClr val="FFFF00"/>
                </a:highlight>
              </a:rPr>
              <a:t> Design</a:t>
            </a:r>
            <a:endParaRPr lang="fr-CH" sz="3200" dirty="0">
              <a:highlight>
                <a:srgbClr val="FFFF00"/>
              </a:highlight>
            </a:endParaRPr>
          </a:p>
          <a:p>
            <a:pPr marL="0" indent="0">
              <a:buNone/>
            </a:pPr>
            <a:endParaRPr lang="fr-CH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2AF654B-867E-C048-8759-A2B9BAB874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FEA277-4ABD-4FFC-841D-26DA6ECA2313}" type="datetime1">
              <a:rPr lang="fr-CH" smtClean="0"/>
              <a:t>26.01.2026</a:t>
            </a:fld>
            <a:endParaRPr lang="fr-CH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F31B3E8-8DD8-C96E-262D-84E8D960D1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34CE5-34C2-4E1A-BD32-3DE8831B36D6}" type="slidenum">
              <a:rPr lang="fr-CH" smtClean="0"/>
              <a:t>18</a:t>
            </a:fld>
            <a:endParaRPr lang="fr-CH"/>
          </a:p>
        </p:txBody>
      </p:sp>
      <p:sp>
        <p:nvSpPr>
          <p:cNvPr id="6" name="PB">
            <a:extLst>
              <a:ext uri="{FF2B5EF4-FFF2-40B4-BE49-F238E27FC236}">
                <a16:creationId xmlns:a16="http://schemas.microsoft.com/office/drawing/2014/main" id="{C1CF7718-1FD8-D375-CE9B-586F94C698E5}"/>
              </a:ext>
            </a:extLst>
          </p:cNvPr>
          <p:cNvSpPr/>
          <p:nvPr/>
        </p:nvSpPr>
        <p:spPr>
          <a:xfrm>
            <a:off x="0" y="6705600"/>
            <a:ext cx="2911522" cy="152400"/>
          </a:xfrm>
          <a:prstGeom prst="rect">
            <a:avLst/>
          </a:prstGeom>
          <a:solidFill>
            <a:srgbClr val="FFA726"/>
          </a:solidFill>
          <a:ln>
            <a:solidFill>
              <a:srgbClr val="FFA72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95988494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891AC1-7757-84E9-A4B6-A3DAC9873A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CH" dirty="0"/>
              <a:t>Le top 10 version 2025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42E22A4-A7C2-811E-10FB-FA0F6AF6712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514350" indent="-514350">
              <a:buFont typeface="+mj-lt"/>
              <a:buAutoNum type="arabicPeriod"/>
            </a:pPr>
            <a:r>
              <a:rPr lang="fr-CH" dirty="0">
                <a:solidFill>
                  <a:schemeClr val="tx1">
                    <a:lumMod val="65000"/>
                  </a:schemeClr>
                </a:solidFill>
              </a:rPr>
              <a:t>Broken Access Control</a:t>
            </a:r>
          </a:p>
          <a:p>
            <a:pPr marL="514350" indent="-514350">
              <a:buFont typeface="+mj-lt"/>
              <a:buAutoNum type="arabicPeriod"/>
            </a:pPr>
            <a:r>
              <a:rPr lang="fr-CH" dirty="0">
                <a:solidFill>
                  <a:schemeClr val="tx1">
                    <a:lumMod val="65000"/>
                  </a:schemeClr>
                </a:solidFill>
              </a:rPr>
              <a:t>Security </a:t>
            </a:r>
            <a:r>
              <a:rPr lang="fr-CH" dirty="0" err="1">
                <a:solidFill>
                  <a:schemeClr val="tx1">
                    <a:lumMod val="65000"/>
                  </a:schemeClr>
                </a:solidFill>
              </a:rPr>
              <a:t>Misconfiguration</a:t>
            </a:r>
            <a:endParaRPr lang="fr-CH" dirty="0">
              <a:solidFill>
                <a:schemeClr val="tx1">
                  <a:lumMod val="65000"/>
                </a:schemeClr>
              </a:solidFill>
            </a:endParaRPr>
          </a:p>
          <a:p>
            <a:pPr marL="514350" indent="-514350">
              <a:buFont typeface="+mj-lt"/>
              <a:buAutoNum type="arabicPeriod"/>
            </a:pPr>
            <a:r>
              <a:rPr lang="fr-CH" dirty="0">
                <a:solidFill>
                  <a:schemeClr val="tx1">
                    <a:lumMod val="65000"/>
                  </a:schemeClr>
                </a:solidFill>
              </a:rPr>
              <a:t>Software </a:t>
            </a:r>
            <a:r>
              <a:rPr lang="fr-CH" dirty="0" err="1">
                <a:solidFill>
                  <a:schemeClr val="tx1">
                    <a:lumMod val="65000"/>
                  </a:schemeClr>
                </a:solidFill>
              </a:rPr>
              <a:t>Supply</a:t>
            </a:r>
            <a:r>
              <a:rPr lang="fr-CH" dirty="0">
                <a:solidFill>
                  <a:schemeClr val="tx1">
                    <a:lumMod val="65000"/>
                  </a:schemeClr>
                </a:solidFill>
              </a:rPr>
              <a:t> Chain </a:t>
            </a:r>
            <a:r>
              <a:rPr lang="fr-CH" dirty="0" err="1">
                <a:solidFill>
                  <a:schemeClr val="tx1">
                    <a:lumMod val="65000"/>
                  </a:schemeClr>
                </a:solidFill>
              </a:rPr>
              <a:t>Failures</a:t>
            </a:r>
            <a:endParaRPr lang="fr-CH" dirty="0">
              <a:solidFill>
                <a:schemeClr val="tx1">
                  <a:lumMod val="65000"/>
                </a:schemeClr>
              </a:solidFill>
            </a:endParaRPr>
          </a:p>
          <a:p>
            <a:pPr marL="514350" indent="-514350">
              <a:buFont typeface="+mj-lt"/>
              <a:buAutoNum type="arabicPeriod"/>
            </a:pPr>
            <a:r>
              <a:rPr lang="fr-CH" dirty="0" err="1">
                <a:solidFill>
                  <a:schemeClr val="tx1">
                    <a:lumMod val="65000"/>
                  </a:schemeClr>
                </a:solidFill>
              </a:rPr>
              <a:t>Cryptographic</a:t>
            </a:r>
            <a:r>
              <a:rPr lang="fr-CH" dirty="0">
                <a:solidFill>
                  <a:schemeClr val="tx1">
                    <a:lumMod val="65000"/>
                  </a:schemeClr>
                </a:solidFill>
              </a:rPr>
              <a:t> </a:t>
            </a:r>
            <a:r>
              <a:rPr lang="fr-CH" dirty="0" err="1">
                <a:solidFill>
                  <a:schemeClr val="tx1">
                    <a:lumMod val="65000"/>
                  </a:schemeClr>
                </a:solidFill>
              </a:rPr>
              <a:t>failures</a:t>
            </a:r>
            <a:endParaRPr lang="fr-CH" dirty="0">
              <a:solidFill>
                <a:schemeClr val="tx1">
                  <a:lumMod val="65000"/>
                </a:schemeClr>
              </a:solidFill>
            </a:endParaRPr>
          </a:p>
          <a:p>
            <a:pPr marL="514350" indent="-514350">
              <a:buFont typeface="+mj-lt"/>
              <a:buAutoNum type="arabicPeriod"/>
            </a:pPr>
            <a:r>
              <a:rPr lang="fr-CH" dirty="0">
                <a:solidFill>
                  <a:schemeClr val="tx1">
                    <a:lumMod val="65000"/>
                  </a:schemeClr>
                </a:solidFill>
              </a:rPr>
              <a:t>Injection</a:t>
            </a:r>
          </a:p>
          <a:p>
            <a:pPr marL="514350" indent="-514350">
              <a:buFont typeface="+mj-lt"/>
              <a:buAutoNum type="arabicPeriod"/>
            </a:pPr>
            <a:r>
              <a:rPr lang="fr-CH" dirty="0" err="1">
                <a:solidFill>
                  <a:schemeClr val="tx1">
                    <a:lumMod val="65000"/>
                  </a:schemeClr>
                </a:solidFill>
              </a:rPr>
              <a:t>Insecure</a:t>
            </a:r>
            <a:r>
              <a:rPr lang="fr-CH" dirty="0">
                <a:solidFill>
                  <a:schemeClr val="tx1">
                    <a:lumMod val="65000"/>
                  </a:schemeClr>
                </a:solidFill>
              </a:rPr>
              <a:t> Design</a:t>
            </a:r>
          </a:p>
          <a:p>
            <a:pPr marL="514350" indent="-514350">
              <a:buFont typeface="+mj-lt"/>
              <a:buAutoNum type="arabicPeriod"/>
            </a:pPr>
            <a:r>
              <a:rPr lang="fr-CH" dirty="0" err="1">
                <a:highlight>
                  <a:srgbClr val="FFFF00"/>
                </a:highlight>
              </a:rPr>
              <a:t>Authentication</a:t>
            </a:r>
            <a:r>
              <a:rPr lang="fr-CH" dirty="0">
                <a:highlight>
                  <a:srgbClr val="FFFF00"/>
                </a:highlight>
              </a:rPr>
              <a:t> </a:t>
            </a:r>
            <a:r>
              <a:rPr lang="fr-CH" dirty="0" err="1">
                <a:highlight>
                  <a:srgbClr val="FFFF00"/>
                </a:highlight>
              </a:rPr>
              <a:t>Failures</a:t>
            </a:r>
            <a:endParaRPr lang="fr-CH" dirty="0">
              <a:highlight>
                <a:srgbClr val="FFFF00"/>
              </a:highlight>
            </a:endParaRP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2AF654B-867E-C048-8759-A2B9BAB874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FEA277-4ABD-4FFC-841D-26DA6ECA2313}" type="datetime1">
              <a:rPr lang="fr-CH" smtClean="0"/>
              <a:t>26.01.2026</a:t>
            </a:fld>
            <a:endParaRPr lang="fr-CH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F31B3E8-8DD8-C96E-262D-84E8D960D1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34CE5-34C2-4E1A-BD32-3DE8831B36D6}" type="slidenum">
              <a:rPr lang="fr-CH" smtClean="0"/>
              <a:t>19</a:t>
            </a:fld>
            <a:endParaRPr lang="fr-CH"/>
          </a:p>
        </p:txBody>
      </p:sp>
      <p:sp>
        <p:nvSpPr>
          <p:cNvPr id="6" name="PB">
            <a:extLst>
              <a:ext uri="{FF2B5EF4-FFF2-40B4-BE49-F238E27FC236}">
                <a16:creationId xmlns:a16="http://schemas.microsoft.com/office/drawing/2014/main" id="{5C67F259-9C22-39DE-F5F5-603216B48AA5}"/>
              </a:ext>
            </a:extLst>
          </p:cNvPr>
          <p:cNvSpPr/>
          <p:nvPr/>
        </p:nvSpPr>
        <p:spPr>
          <a:xfrm>
            <a:off x="0" y="6705600"/>
            <a:ext cx="3093493" cy="152400"/>
          </a:xfrm>
          <a:prstGeom prst="rect">
            <a:avLst/>
          </a:prstGeom>
          <a:solidFill>
            <a:srgbClr val="FFA726"/>
          </a:solidFill>
          <a:ln>
            <a:solidFill>
              <a:srgbClr val="FFA72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224391120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891AC1-7757-84E9-A4B6-A3DAC9873A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CH" dirty="0"/>
              <a:t>Le top 10 version 2025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42E22A4-A7C2-811E-10FB-FA0F6AF6712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514350" indent="-514350">
              <a:buFont typeface="+mj-lt"/>
              <a:buAutoNum type="arabicPeriod"/>
            </a:pPr>
            <a:r>
              <a:rPr lang="fr-CH" dirty="0">
                <a:solidFill>
                  <a:schemeClr val="tx1">
                    <a:lumMod val="65000"/>
                  </a:schemeClr>
                </a:solidFill>
              </a:rPr>
              <a:t>Broken Access Control</a:t>
            </a:r>
          </a:p>
          <a:p>
            <a:pPr marL="514350" indent="-514350">
              <a:buFont typeface="+mj-lt"/>
              <a:buAutoNum type="arabicPeriod"/>
            </a:pPr>
            <a:r>
              <a:rPr lang="fr-CH" dirty="0">
                <a:solidFill>
                  <a:schemeClr val="tx1">
                    <a:lumMod val="65000"/>
                  </a:schemeClr>
                </a:solidFill>
              </a:rPr>
              <a:t>Security </a:t>
            </a:r>
            <a:r>
              <a:rPr lang="fr-CH" dirty="0" err="1">
                <a:solidFill>
                  <a:schemeClr val="tx1">
                    <a:lumMod val="65000"/>
                  </a:schemeClr>
                </a:solidFill>
              </a:rPr>
              <a:t>Misconfiguration</a:t>
            </a:r>
            <a:endParaRPr lang="fr-CH" dirty="0">
              <a:solidFill>
                <a:schemeClr val="tx1">
                  <a:lumMod val="65000"/>
                </a:schemeClr>
              </a:solidFill>
            </a:endParaRPr>
          </a:p>
          <a:p>
            <a:pPr marL="514350" indent="-514350">
              <a:buFont typeface="+mj-lt"/>
              <a:buAutoNum type="arabicPeriod"/>
            </a:pPr>
            <a:r>
              <a:rPr lang="fr-CH" dirty="0">
                <a:solidFill>
                  <a:schemeClr val="tx1">
                    <a:lumMod val="65000"/>
                  </a:schemeClr>
                </a:solidFill>
              </a:rPr>
              <a:t>Software </a:t>
            </a:r>
            <a:r>
              <a:rPr lang="fr-CH" dirty="0" err="1">
                <a:solidFill>
                  <a:schemeClr val="tx1">
                    <a:lumMod val="65000"/>
                  </a:schemeClr>
                </a:solidFill>
              </a:rPr>
              <a:t>Supply</a:t>
            </a:r>
            <a:r>
              <a:rPr lang="fr-CH" dirty="0">
                <a:solidFill>
                  <a:schemeClr val="tx1">
                    <a:lumMod val="65000"/>
                  </a:schemeClr>
                </a:solidFill>
              </a:rPr>
              <a:t> Chain </a:t>
            </a:r>
            <a:r>
              <a:rPr lang="fr-CH" dirty="0" err="1">
                <a:solidFill>
                  <a:schemeClr val="tx1">
                    <a:lumMod val="65000"/>
                  </a:schemeClr>
                </a:solidFill>
              </a:rPr>
              <a:t>Failures</a:t>
            </a:r>
            <a:endParaRPr lang="fr-CH" dirty="0">
              <a:solidFill>
                <a:schemeClr val="tx1">
                  <a:lumMod val="65000"/>
                </a:schemeClr>
              </a:solidFill>
            </a:endParaRPr>
          </a:p>
          <a:p>
            <a:pPr marL="514350" indent="-514350">
              <a:buFont typeface="+mj-lt"/>
              <a:buAutoNum type="arabicPeriod"/>
            </a:pPr>
            <a:r>
              <a:rPr lang="fr-CH" dirty="0" err="1">
                <a:solidFill>
                  <a:schemeClr val="tx1">
                    <a:lumMod val="65000"/>
                  </a:schemeClr>
                </a:solidFill>
              </a:rPr>
              <a:t>Cryptographic</a:t>
            </a:r>
            <a:r>
              <a:rPr lang="fr-CH" dirty="0">
                <a:solidFill>
                  <a:schemeClr val="tx1">
                    <a:lumMod val="65000"/>
                  </a:schemeClr>
                </a:solidFill>
              </a:rPr>
              <a:t> </a:t>
            </a:r>
            <a:r>
              <a:rPr lang="fr-CH" dirty="0" err="1">
                <a:solidFill>
                  <a:schemeClr val="tx1">
                    <a:lumMod val="65000"/>
                  </a:schemeClr>
                </a:solidFill>
              </a:rPr>
              <a:t>failures</a:t>
            </a:r>
            <a:endParaRPr lang="fr-CH" dirty="0">
              <a:solidFill>
                <a:schemeClr val="tx1">
                  <a:lumMod val="65000"/>
                </a:schemeClr>
              </a:solidFill>
            </a:endParaRPr>
          </a:p>
          <a:p>
            <a:pPr marL="514350" indent="-514350">
              <a:buFont typeface="+mj-lt"/>
              <a:buAutoNum type="arabicPeriod"/>
            </a:pPr>
            <a:r>
              <a:rPr lang="fr-CH" dirty="0">
                <a:solidFill>
                  <a:schemeClr val="tx1">
                    <a:lumMod val="65000"/>
                  </a:schemeClr>
                </a:solidFill>
              </a:rPr>
              <a:t>Injection</a:t>
            </a:r>
          </a:p>
          <a:p>
            <a:pPr marL="514350" indent="-514350">
              <a:buFont typeface="+mj-lt"/>
              <a:buAutoNum type="arabicPeriod"/>
            </a:pPr>
            <a:r>
              <a:rPr lang="fr-CH" dirty="0" err="1">
                <a:solidFill>
                  <a:schemeClr val="tx1">
                    <a:lumMod val="65000"/>
                  </a:schemeClr>
                </a:solidFill>
              </a:rPr>
              <a:t>Insecure</a:t>
            </a:r>
            <a:r>
              <a:rPr lang="fr-CH" dirty="0">
                <a:solidFill>
                  <a:schemeClr val="tx1">
                    <a:lumMod val="65000"/>
                  </a:schemeClr>
                </a:solidFill>
              </a:rPr>
              <a:t> Design</a:t>
            </a:r>
          </a:p>
          <a:p>
            <a:pPr marL="514350" indent="-514350">
              <a:buFont typeface="+mj-lt"/>
              <a:buAutoNum type="arabicPeriod"/>
            </a:pPr>
            <a:r>
              <a:rPr lang="fr-CH" dirty="0" err="1">
                <a:solidFill>
                  <a:schemeClr val="tx1">
                    <a:lumMod val="65000"/>
                  </a:schemeClr>
                </a:solidFill>
              </a:rPr>
              <a:t>Authentication</a:t>
            </a:r>
            <a:r>
              <a:rPr lang="fr-CH" dirty="0">
                <a:solidFill>
                  <a:schemeClr val="tx1">
                    <a:lumMod val="65000"/>
                  </a:schemeClr>
                </a:solidFill>
              </a:rPr>
              <a:t> </a:t>
            </a:r>
            <a:r>
              <a:rPr lang="fr-CH" dirty="0" err="1">
                <a:solidFill>
                  <a:schemeClr val="tx1">
                    <a:lumMod val="65000"/>
                  </a:schemeClr>
                </a:solidFill>
              </a:rPr>
              <a:t>Failures</a:t>
            </a:r>
            <a:r>
              <a:rPr lang="fr-CH" dirty="0">
                <a:solidFill>
                  <a:schemeClr val="tx1">
                    <a:lumMod val="65000"/>
                  </a:schemeClr>
                </a:solidFill>
              </a:rPr>
              <a:t> </a:t>
            </a:r>
          </a:p>
          <a:p>
            <a:pPr marL="514350" indent="-514350">
              <a:buFont typeface="+mj-lt"/>
              <a:buAutoNum type="arabicPeriod"/>
            </a:pPr>
            <a:r>
              <a:rPr lang="fr-CH" dirty="0">
                <a:highlight>
                  <a:srgbClr val="FFFF00"/>
                </a:highlight>
              </a:rPr>
              <a:t>Software and Data </a:t>
            </a:r>
            <a:r>
              <a:rPr lang="fr-CH" dirty="0" err="1">
                <a:highlight>
                  <a:srgbClr val="FFFF00"/>
                </a:highlight>
              </a:rPr>
              <a:t>Integrity</a:t>
            </a:r>
            <a:r>
              <a:rPr lang="fr-CH" dirty="0">
                <a:highlight>
                  <a:srgbClr val="FFFF00"/>
                </a:highlight>
              </a:rPr>
              <a:t> </a:t>
            </a:r>
            <a:r>
              <a:rPr lang="fr-CH" dirty="0" err="1">
                <a:highlight>
                  <a:srgbClr val="FFFF00"/>
                </a:highlight>
              </a:rPr>
              <a:t>Failures</a:t>
            </a:r>
            <a:endParaRPr lang="fr-CH" dirty="0">
              <a:highlight>
                <a:srgbClr val="FFFF00"/>
              </a:highlight>
            </a:endParaRP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2AF654B-867E-C048-8759-A2B9BAB874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FEA277-4ABD-4FFC-841D-26DA6ECA2313}" type="datetime1">
              <a:rPr lang="fr-CH" smtClean="0"/>
              <a:t>26.01.2026</a:t>
            </a:fld>
            <a:endParaRPr lang="fr-CH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F31B3E8-8DD8-C96E-262D-84E8D960D1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34CE5-34C2-4E1A-BD32-3DE8831B36D6}" type="slidenum">
              <a:rPr lang="fr-CH" smtClean="0"/>
              <a:t>20</a:t>
            </a:fld>
            <a:endParaRPr lang="fr-CH"/>
          </a:p>
        </p:txBody>
      </p:sp>
      <p:sp>
        <p:nvSpPr>
          <p:cNvPr id="6" name="PB">
            <a:extLst>
              <a:ext uri="{FF2B5EF4-FFF2-40B4-BE49-F238E27FC236}">
                <a16:creationId xmlns:a16="http://schemas.microsoft.com/office/drawing/2014/main" id="{70A3204A-CAF4-54F0-DDAC-742CC9492D97}"/>
              </a:ext>
            </a:extLst>
          </p:cNvPr>
          <p:cNvSpPr/>
          <p:nvPr/>
        </p:nvSpPr>
        <p:spPr>
          <a:xfrm>
            <a:off x="0" y="6705600"/>
            <a:ext cx="3275463" cy="152400"/>
          </a:xfrm>
          <a:prstGeom prst="rect">
            <a:avLst/>
          </a:prstGeom>
          <a:solidFill>
            <a:srgbClr val="FFA726"/>
          </a:solidFill>
          <a:ln>
            <a:solidFill>
              <a:srgbClr val="FFA72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158126528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891AC1-7757-84E9-A4B6-A3DAC9873A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CH" dirty="0"/>
              <a:t>Le top 10 version 2025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42E22A4-A7C2-811E-10FB-FA0F6AF6712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marL="514350" indent="-514350">
              <a:buFont typeface="+mj-lt"/>
              <a:buAutoNum type="arabicPeriod"/>
            </a:pPr>
            <a:r>
              <a:rPr lang="fr-CH" dirty="0">
                <a:solidFill>
                  <a:schemeClr val="tx1">
                    <a:lumMod val="65000"/>
                  </a:schemeClr>
                </a:solidFill>
              </a:rPr>
              <a:t>Broken Access Control</a:t>
            </a:r>
          </a:p>
          <a:p>
            <a:pPr marL="514350" indent="-514350">
              <a:buFont typeface="+mj-lt"/>
              <a:buAutoNum type="arabicPeriod"/>
            </a:pPr>
            <a:r>
              <a:rPr lang="fr-CH" dirty="0">
                <a:solidFill>
                  <a:schemeClr val="tx1">
                    <a:lumMod val="65000"/>
                  </a:schemeClr>
                </a:solidFill>
              </a:rPr>
              <a:t>Security </a:t>
            </a:r>
            <a:r>
              <a:rPr lang="fr-CH" dirty="0" err="1">
                <a:solidFill>
                  <a:schemeClr val="tx1">
                    <a:lumMod val="65000"/>
                  </a:schemeClr>
                </a:solidFill>
              </a:rPr>
              <a:t>Misconfiguration</a:t>
            </a:r>
            <a:endParaRPr lang="fr-CH" dirty="0">
              <a:solidFill>
                <a:schemeClr val="tx1">
                  <a:lumMod val="65000"/>
                </a:schemeClr>
              </a:solidFill>
            </a:endParaRPr>
          </a:p>
          <a:p>
            <a:pPr marL="514350" indent="-514350">
              <a:buFont typeface="+mj-lt"/>
              <a:buAutoNum type="arabicPeriod"/>
            </a:pPr>
            <a:r>
              <a:rPr lang="fr-CH" dirty="0">
                <a:solidFill>
                  <a:schemeClr val="tx1">
                    <a:lumMod val="65000"/>
                  </a:schemeClr>
                </a:solidFill>
              </a:rPr>
              <a:t>Software </a:t>
            </a:r>
            <a:r>
              <a:rPr lang="fr-CH" dirty="0" err="1">
                <a:solidFill>
                  <a:schemeClr val="tx1">
                    <a:lumMod val="65000"/>
                  </a:schemeClr>
                </a:solidFill>
              </a:rPr>
              <a:t>Supply</a:t>
            </a:r>
            <a:r>
              <a:rPr lang="fr-CH" dirty="0">
                <a:solidFill>
                  <a:schemeClr val="tx1">
                    <a:lumMod val="65000"/>
                  </a:schemeClr>
                </a:solidFill>
              </a:rPr>
              <a:t> Chain </a:t>
            </a:r>
            <a:r>
              <a:rPr lang="fr-CH" dirty="0" err="1">
                <a:solidFill>
                  <a:schemeClr val="tx1">
                    <a:lumMod val="65000"/>
                  </a:schemeClr>
                </a:solidFill>
              </a:rPr>
              <a:t>Failures</a:t>
            </a:r>
            <a:endParaRPr lang="fr-CH" dirty="0">
              <a:solidFill>
                <a:schemeClr val="tx1">
                  <a:lumMod val="65000"/>
                </a:schemeClr>
              </a:solidFill>
            </a:endParaRPr>
          </a:p>
          <a:p>
            <a:pPr marL="514350" indent="-514350">
              <a:buFont typeface="+mj-lt"/>
              <a:buAutoNum type="arabicPeriod"/>
            </a:pPr>
            <a:r>
              <a:rPr lang="fr-CH" dirty="0" err="1">
                <a:solidFill>
                  <a:schemeClr val="tx1">
                    <a:lumMod val="65000"/>
                  </a:schemeClr>
                </a:solidFill>
              </a:rPr>
              <a:t>Cryptographic</a:t>
            </a:r>
            <a:r>
              <a:rPr lang="fr-CH" dirty="0">
                <a:solidFill>
                  <a:schemeClr val="tx1">
                    <a:lumMod val="65000"/>
                  </a:schemeClr>
                </a:solidFill>
              </a:rPr>
              <a:t> </a:t>
            </a:r>
            <a:r>
              <a:rPr lang="fr-CH" dirty="0" err="1">
                <a:solidFill>
                  <a:schemeClr val="tx1">
                    <a:lumMod val="65000"/>
                  </a:schemeClr>
                </a:solidFill>
              </a:rPr>
              <a:t>failures</a:t>
            </a:r>
            <a:endParaRPr lang="fr-CH" dirty="0">
              <a:solidFill>
                <a:schemeClr val="tx1">
                  <a:lumMod val="65000"/>
                </a:schemeClr>
              </a:solidFill>
            </a:endParaRPr>
          </a:p>
          <a:p>
            <a:pPr marL="514350" indent="-514350">
              <a:buFont typeface="+mj-lt"/>
              <a:buAutoNum type="arabicPeriod"/>
            </a:pPr>
            <a:r>
              <a:rPr lang="fr-CH" dirty="0">
                <a:solidFill>
                  <a:schemeClr val="tx1">
                    <a:lumMod val="65000"/>
                  </a:schemeClr>
                </a:solidFill>
              </a:rPr>
              <a:t>Injection</a:t>
            </a:r>
          </a:p>
          <a:p>
            <a:pPr marL="514350" indent="-514350">
              <a:buFont typeface="+mj-lt"/>
              <a:buAutoNum type="arabicPeriod"/>
            </a:pPr>
            <a:r>
              <a:rPr lang="fr-CH" dirty="0" err="1">
                <a:solidFill>
                  <a:schemeClr val="tx1">
                    <a:lumMod val="65000"/>
                  </a:schemeClr>
                </a:solidFill>
              </a:rPr>
              <a:t>Insecure</a:t>
            </a:r>
            <a:r>
              <a:rPr lang="fr-CH" dirty="0">
                <a:solidFill>
                  <a:schemeClr val="tx1">
                    <a:lumMod val="65000"/>
                  </a:schemeClr>
                </a:solidFill>
              </a:rPr>
              <a:t> Design</a:t>
            </a:r>
          </a:p>
          <a:p>
            <a:pPr marL="514350" indent="-514350">
              <a:buFont typeface="+mj-lt"/>
              <a:buAutoNum type="arabicPeriod"/>
            </a:pPr>
            <a:r>
              <a:rPr lang="fr-CH" dirty="0" err="1">
                <a:solidFill>
                  <a:schemeClr val="tx1">
                    <a:lumMod val="65000"/>
                  </a:schemeClr>
                </a:solidFill>
              </a:rPr>
              <a:t>Authentication</a:t>
            </a:r>
            <a:r>
              <a:rPr lang="fr-CH" dirty="0">
                <a:solidFill>
                  <a:schemeClr val="tx1">
                    <a:lumMod val="65000"/>
                  </a:schemeClr>
                </a:solidFill>
              </a:rPr>
              <a:t> </a:t>
            </a:r>
            <a:r>
              <a:rPr lang="fr-CH" dirty="0" err="1">
                <a:solidFill>
                  <a:schemeClr val="tx1">
                    <a:lumMod val="65000"/>
                  </a:schemeClr>
                </a:solidFill>
              </a:rPr>
              <a:t>Failures</a:t>
            </a:r>
            <a:r>
              <a:rPr lang="fr-CH" dirty="0">
                <a:solidFill>
                  <a:schemeClr val="tx1">
                    <a:lumMod val="65000"/>
                  </a:schemeClr>
                </a:solidFill>
              </a:rPr>
              <a:t> </a:t>
            </a:r>
          </a:p>
          <a:p>
            <a:pPr marL="514350" indent="-514350">
              <a:buFont typeface="+mj-lt"/>
              <a:buAutoNum type="arabicPeriod"/>
            </a:pPr>
            <a:r>
              <a:rPr lang="fr-CH" dirty="0">
                <a:solidFill>
                  <a:schemeClr val="tx1">
                    <a:lumMod val="65000"/>
                  </a:schemeClr>
                </a:solidFill>
              </a:rPr>
              <a:t>Software and Data </a:t>
            </a:r>
            <a:r>
              <a:rPr lang="fr-CH" dirty="0" err="1">
                <a:solidFill>
                  <a:schemeClr val="tx1">
                    <a:lumMod val="65000"/>
                  </a:schemeClr>
                </a:solidFill>
              </a:rPr>
              <a:t>Integrity</a:t>
            </a:r>
            <a:r>
              <a:rPr lang="fr-CH" dirty="0">
                <a:solidFill>
                  <a:schemeClr val="tx1">
                    <a:lumMod val="65000"/>
                  </a:schemeClr>
                </a:solidFill>
              </a:rPr>
              <a:t> </a:t>
            </a:r>
            <a:r>
              <a:rPr lang="fr-CH" dirty="0" err="1">
                <a:solidFill>
                  <a:schemeClr val="tx1">
                    <a:lumMod val="65000"/>
                  </a:schemeClr>
                </a:solidFill>
              </a:rPr>
              <a:t>Failures</a:t>
            </a:r>
            <a:endParaRPr lang="fr-CH" dirty="0">
              <a:solidFill>
                <a:schemeClr val="tx1">
                  <a:lumMod val="65000"/>
                </a:schemeClr>
              </a:solidFill>
            </a:endParaRPr>
          </a:p>
          <a:p>
            <a:pPr marL="514350" indent="-514350">
              <a:buFont typeface="+mj-lt"/>
              <a:buAutoNum type="arabicPeriod"/>
            </a:pPr>
            <a:r>
              <a:rPr lang="fr-CH" dirty="0">
                <a:highlight>
                  <a:srgbClr val="FFFF00"/>
                </a:highlight>
              </a:rPr>
              <a:t>Security </a:t>
            </a:r>
            <a:r>
              <a:rPr lang="fr-CH" dirty="0" err="1">
                <a:highlight>
                  <a:srgbClr val="FFFF00"/>
                </a:highlight>
              </a:rPr>
              <a:t>Logging</a:t>
            </a:r>
            <a:r>
              <a:rPr lang="fr-CH" dirty="0">
                <a:highlight>
                  <a:srgbClr val="FFFF00"/>
                </a:highlight>
              </a:rPr>
              <a:t> and Monitoring </a:t>
            </a:r>
            <a:r>
              <a:rPr lang="fr-CH" dirty="0" err="1">
                <a:highlight>
                  <a:srgbClr val="FFFF00"/>
                </a:highlight>
              </a:rPr>
              <a:t>Failures</a:t>
            </a:r>
            <a:endParaRPr lang="fr-CH" dirty="0">
              <a:highlight>
                <a:srgbClr val="FFFF00"/>
              </a:highlight>
            </a:endParaRP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2AF654B-867E-C048-8759-A2B9BAB874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FEA277-4ABD-4FFC-841D-26DA6ECA2313}" type="datetime1">
              <a:rPr lang="fr-CH" smtClean="0"/>
              <a:t>26.01.2026</a:t>
            </a:fld>
            <a:endParaRPr lang="fr-CH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F31B3E8-8DD8-C96E-262D-84E8D960D1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34CE5-34C2-4E1A-BD32-3DE8831B36D6}" type="slidenum">
              <a:rPr lang="fr-CH" smtClean="0"/>
              <a:t>21</a:t>
            </a:fld>
            <a:endParaRPr lang="fr-CH"/>
          </a:p>
        </p:txBody>
      </p:sp>
      <p:sp>
        <p:nvSpPr>
          <p:cNvPr id="6" name="PB">
            <a:extLst>
              <a:ext uri="{FF2B5EF4-FFF2-40B4-BE49-F238E27FC236}">
                <a16:creationId xmlns:a16="http://schemas.microsoft.com/office/drawing/2014/main" id="{0839BF87-A41C-D56E-561B-60B878F8FA3A}"/>
              </a:ext>
            </a:extLst>
          </p:cNvPr>
          <p:cNvSpPr/>
          <p:nvPr/>
        </p:nvSpPr>
        <p:spPr>
          <a:xfrm>
            <a:off x="0" y="6705600"/>
            <a:ext cx="3457433" cy="152400"/>
          </a:xfrm>
          <a:prstGeom prst="rect">
            <a:avLst/>
          </a:prstGeom>
          <a:solidFill>
            <a:srgbClr val="FFA726"/>
          </a:solidFill>
          <a:ln>
            <a:solidFill>
              <a:srgbClr val="FFA72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319107464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891AC1-7757-84E9-A4B6-A3DAC9873A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CH" dirty="0"/>
              <a:t>Le top 10 version 2025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42E22A4-A7C2-811E-10FB-FA0F6AF6712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pPr marL="514350" indent="-514350">
              <a:buFont typeface="+mj-lt"/>
              <a:buAutoNum type="arabicPeriod"/>
            </a:pPr>
            <a:r>
              <a:rPr lang="fr-CH" dirty="0">
                <a:solidFill>
                  <a:schemeClr val="tx1">
                    <a:lumMod val="65000"/>
                  </a:schemeClr>
                </a:solidFill>
              </a:rPr>
              <a:t>Broken Access Control</a:t>
            </a:r>
          </a:p>
          <a:p>
            <a:pPr marL="514350" indent="-514350">
              <a:buFont typeface="+mj-lt"/>
              <a:buAutoNum type="arabicPeriod"/>
            </a:pPr>
            <a:r>
              <a:rPr lang="fr-CH" dirty="0">
                <a:solidFill>
                  <a:schemeClr val="tx1">
                    <a:lumMod val="65000"/>
                  </a:schemeClr>
                </a:solidFill>
              </a:rPr>
              <a:t>Security </a:t>
            </a:r>
            <a:r>
              <a:rPr lang="fr-CH" dirty="0" err="1">
                <a:solidFill>
                  <a:schemeClr val="tx1">
                    <a:lumMod val="65000"/>
                  </a:schemeClr>
                </a:solidFill>
              </a:rPr>
              <a:t>Misconfiguration</a:t>
            </a:r>
            <a:endParaRPr lang="fr-CH" dirty="0">
              <a:solidFill>
                <a:schemeClr val="tx1">
                  <a:lumMod val="65000"/>
                </a:schemeClr>
              </a:solidFill>
            </a:endParaRPr>
          </a:p>
          <a:p>
            <a:pPr marL="514350" indent="-514350">
              <a:buFont typeface="+mj-lt"/>
              <a:buAutoNum type="arabicPeriod"/>
            </a:pPr>
            <a:r>
              <a:rPr lang="fr-CH" dirty="0">
                <a:solidFill>
                  <a:schemeClr val="tx1">
                    <a:lumMod val="65000"/>
                  </a:schemeClr>
                </a:solidFill>
              </a:rPr>
              <a:t>Software </a:t>
            </a:r>
            <a:r>
              <a:rPr lang="fr-CH" dirty="0" err="1">
                <a:solidFill>
                  <a:schemeClr val="tx1">
                    <a:lumMod val="65000"/>
                  </a:schemeClr>
                </a:solidFill>
              </a:rPr>
              <a:t>Supply</a:t>
            </a:r>
            <a:r>
              <a:rPr lang="fr-CH" dirty="0">
                <a:solidFill>
                  <a:schemeClr val="tx1">
                    <a:lumMod val="65000"/>
                  </a:schemeClr>
                </a:solidFill>
              </a:rPr>
              <a:t> Chain </a:t>
            </a:r>
            <a:r>
              <a:rPr lang="fr-CH" dirty="0" err="1">
                <a:solidFill>
                  <a:schemeClr val="tx1">
                    <a:lumMod val="65000"/>
                  </a:schemeClr>
                </a:solidFill>
              </a:rPr>
              <a:t>Failures</a:t>
            </a:r>
            <a:endParaRPr lang="fr-CH" dirty="0">
              <a:solidFill>
                <a:schemeClr val="tx1">
                  <a:lumMod val="65000"/>
                </a:schemeClr>
              </a:solidFill>
            </a:endParaRPr>
          </a:p>
          <a:p>
            <a:pPr marL="514350" indent="-514350">
              <a:buFont typeface="+mj-lt"/>
              <a:buAutoNum type="arabicPeriod"/>
            </a:pPr>
            <a:r>
              <a:rPr lang="fr-CH" dirty="0" err="1">
                <a:solidFill>
                  <a:schemeClr val="tx1">
                    <a:lumMod val="65000"/>
                  </a:schemeClr>
                </a:solidFill>
              </a:rPr>
              <a:t>Cryptographic</a:t>
            </a:r>
            <a:r>
              <a:rPr lang="fr-CH" dirty="0">
                <a:solidFill>
                  <a:schemeClr val="tx1">
                    <a:lumMod val="65000"/>
                  </a:schemeClr>
                </a:solidFill>
              </a:rPr>
              <a:t> </a:t>
            </a:r>
            <a:r>
              <a:rPr lang="fr-CH" dirty="0" err="1">
                <a:solidFill>
                  <a:schemeClr val="tx1">
                    <a:lumMod val="65000"/>
                  </a:schemeClr>
                </a:solidFill>
              </a:rPr>
              <a:t>failures</a:t>
            </a:r>
            <a:endParaRPr lang="fr-CH" dirty="0">
              <a:solidFill>
                <a:schemeClr val="tx1">
                  <a:lumMod val="65000"/>
                </a:schemeClr>
              </a:solidFill>
            </a:endParaRPr>
          </a:p>
          <a:p>
            <a:pPr marL="514350" indent="-514350">
              <a:buFont typeface="+mj-lt"/>
              <a:buAutoNum type="arabicPeriod"/>
            </a:pPr>
            <a:r>
              <a:rPr lang="fr-CH" dirty="0">
                <a:solidFill>
                  <a:schemeClr val="tx1">
                    <a:lumMod val="65000"/>
                  </a:schemeClr>
                </a:solidFill>
              </a:rPr>
              <a:t>Injection</a:t>
            </a:r>
          </a:p>
          <a:p>
            <a:pPr marL="514350" indent="-514350">
              <a:buFont typeface="+mj-lt"/>
              <a:buAutoNum type="arabicPeriod"/>
            </a:pPr>
            <a:r>
              <a:rPr lang="fr-CH" dirty="0" err="1">
                <a:solidFill>
                  <a:schemeClr val="tx1">
                    <a:lumMod val="65000"/>
                  </a:schemeClr>
                </a:solidFill>
              </a:rPr>
              <a:t>Insecure</a:t>
            </a:r>
            <a:r>
              <a:rPr lang="fr-CH" dirty="0">
                <a:solidFill>
                  <a:schemeClr val="tx1">
                    <a:lumMod val="65000"/>
                  </a:schemeClr>
                </a:solidFill>
              </a:rPr>
              <a:t> Design</a:t>
            </a:r>
          </a:p>
          <a:p>
            <a:pPr marL="514350" indent="-514350">
              <a:buFont typeface="+mj-lt"/>
              <a:buAutoNum type="arabicPeriod"/>
            </a:pPr>
            <a:r>
              <a:rPr lang="fr-CH" dirty="0" err="1">
                <a:solidFill>
                  <a:schemeClr val="tx1">
                    <a:lumMod val="65000"/>
                  </a:schemeClr>
                </a:solidFill>
              </a:rPr>
              <a:t>Authentication</a:t>
            </a:r>
            <a:r>
              <a:rPr lang="fr-CH" dirty="0">
                <a:solidFill>
                  <a:schemeClr val="tx1">
                    <a:lumMod val="65000"/>
                  </a:schemeClr>
                </a:solidFill>
              </a:rPr>
              <a:t> </a:t>
            </a:r>
            <a:r>
              <a:rPr lang="fr-CH" dirty="0" err="1">
                <a:solidFill>
                  <a:schemeClr val="tx1">
                    <a:lumMod val="65000"/>
                  </a:schemeClr>
                </a:solidFill>
              </a:rPr>
              <a:t>Failures</a:t>
            </a:r>
            <a:r>
              <a:rPr lang="fr-CH" dirty="0">
                <a:solidFill>
                  <a:schemeClr val="tx1">
                    <a:lumMod val="65000"/>
                  </a:schemeClr>
                </a:solidFill>
              </a:rPr>
              <a:t> </a:t>
            </a:r>
          </a:p>
          <a:p>
            <a:pPr marL="514350" indent="-514350">
              <a:buFont typeface="+mj-lt"/>
              <a:buAutoNum type="arabicPeriod"/>
            </a:pPr>
            <a:r>
              <a:rPr lang="fr-CH" dirty="0">
                <a:solidFill>
                  <a:schemeClr val="tx1">
                    <a:lumMod val="65000"/>
                  </a:schemeClr>
                </a:solidFill>
              </a:rPr>
              <a:t>Software and Data </a:t>
            </a:r>
            <a:r>
              <a:rPr lang="fr-CH" dirty="0" err="1">
                <a:solidFill>
                  <a:schemeClr val="tx1">
                    <a:lumMod val="65000"/>
                  </a:schemeClr>
                </a:solidFill>
              </a:rPr>
              <a:t>Integrity</a:t>
            </a:r>
            <a:r>
              <a:rPr lang="fr-CH" dirty="0">
                <a:solidFill>
                  <a:schemeClr val="tx1">
                    <a:lumMod val="65000"/>
                  </a:schemeClr>
                </a:solidFill>
              </a:rPr>
              <a:t> </a:t>
            </a:r>
            <a:r>
              <a:rPr lang="fr-CH" dirty="0" err="1">
                <a:solidFill>
                  <a:schemeClr val="tx1">
                    <a:lumMod val="65000"/>
                  </a:schemeClr>
                </a:solidFill>
              </a:rPr>
              <a:t>Failures</a:t>
            </a:r>
            <a:endParaRPr lang="fr-CH" dirty="0">
              <a:solidFill>
                <a:schemeClr val="tx1">
                  <a:lumMod val="65000"/>
                </a:schemeClr>
              </a:solidFill>
            </a:endParaRPr>
          </a:p>
          <a:p>
            <a:pPr marL="514350" indent="-514350">
              <a:buFont typeface="+mj-lt"/>
              <a:buAutoNum type="arabicPeriod"/>
            </a:pPr>
            <a:r>
              <a:rPr lang="fr-CH" dirty="0">
                <a:solidFill>
                  <a:schemeClr val="tx1">
                    <a:lumMod val="65000"/>
                  </a:schemeClr>
                </a:solidFill>
              </a:rPr>
              <a:t>Security </a:t>
            </a:r>
            <a:r>
              <a:rPr lang="fr-CH" dirty="0" err="1">
                <a:solidFill>
                  <a:schemeClr val="tx1">
                    <a:lumMod val="65000"/>
                  </a:schemeClr>
                </a:solidFill>
              </a:rPr>
              <a:t>Logging</a:t>
            </a:r>
            <a:r>
              <a:rPr lang="fr-CH" dirty="0">
                <a:solidFill>
                  <a:schemeClr val="tx1">
                    <a:lumMod val="65000"/>
                  </a:schemeClr>
                </a:solidFill>
              </a:rPr>
              <a:t> and Monitoring </a:t>
            </a:r>
            <a:r>
              <a:rPr lang="fr-CH" dirty="0" err="1">
                <a:solidFill>
                  <a:schemeClr val="tx1">
                    <a:lumMod val="65000"/>
                  </a:schemeClr>
                </a:solidFill>
              </a:rPr>
              <a:t>Failures</a:t>
            </a:r>
            <a:endParaRPr lang="fr-CH" dirty="0">
              <a:solidFill>
                <a:schemeClr val="tx1">
                  <a:lumMod val="65000"/>
                </a:schemeClr>
              </a:solidFill>
            </a:endParaRPr>
          </a:p>
          <a:p>
            <a:pPr marL="514350" indent="-514350">
              <a:buFont typeface="+mj-lt"/>
              <a:buAutoNum type="arabicPeriod"/>
            </a:pPr>
            <a:r>
              <a:rPr lang="fr-CH" dirty="0" err="1">
                <a:highlight>
                  <a:srgbClr val="FFFF00"/>
                </a:highlight>
              </a:rPr>
              <a:t>Mishandling</a:t>
            </a:r>
            <a:r>
              <a:rPr lang="fr-CH" dirty="0">
                <a:highlight>
                  <a:srgbClr val="FFFF00"/>
                </a:highlight>
              </a:rPr>
              <a:t> of </a:t>
            </a:r>
            <a:r>
              <a:rPr lang="fr-CH" dirty="0" err="1">
                <a:highlight>
                  <a:srgbClr val="FFFF00"/>
                </a:highlight>
              </a:rPr>
              <a:t>Exceptional</a:t>
            </a:r>
            <a:r>
              <a:rPr lang="fr-CH" dirty="0">
                <a:highlight>
                  <a:srgbClr val="FFFF00"/>
                </a:highlight>
              </a:rPr>
              <a:t> Conditions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2AF654B-867E-C048-8759-A2B9BAB874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FEA277-4ABD-4FFC-841D-26DA6ECA2313}" type="datetime1">
              <a:rPr lang="fr-CH" smtClean="0"/>
              <a:t>26.01.2026</a:t>
            </a:fld>
            <a:endParaRPr lang="fr-CH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F31B3E8-8DD8-C96E-262D-84E8D960D1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34CE5-34C2-4E1A-BD32-3DE8831B36D6}" type="slidenum">
              <a:rPr lang="fr-CH" smtClean="0"/>
              <a:t>22</a:t>
            </a:fld>
            <a:endParaRPr lang="fr-CH"/>
          </a:p>
        </p:txBody>
      </p:sp>
      <p:sp>
        <p:nvSpPr>
          <p:cNvPr id="6" name="PB">
            <a:extLst>
              <a:ext uri="{FF2B5EF4-FFF2-40B4-BE49-F238E27FC236}">
                <a16:creationId xmlns:a16="http://schemas.microsoft.com/office/drawing/2014/main" id="{32344E3C-C2B6-A9C2-6714-23907A9A2CB7}"/>
              </a:ext>
            </a:extLst>
          </p:cNvPr>
          <p:cNvSpPr/>
          <p:nvPr/>
        </p:nvSpPr>
        <p:spPr>
          <a:xfrm>
            <a:off x="0" y="6705600"/>
            <a:ext cx="3639403" cy="152400"/>
          </a:xfrm>
          <a:prstGeom prst="rect">
            <a:avLst/>
          </a:prstGeom>
          <a:solidFill>
            <a:srgbClr val="FFA726"/>
          </a:solidFill>
          <a:ln>
            <a:solidFill>
              <a:srgbClr val="FFA72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2812579616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891AC1-7757-84E9-A4B6-A3DAC9873A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CH" dirty="0"/>
              <a:t>Le top 10 version 2025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42E22A4-A7C2-811E-10FB-FA0F6AF6712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pPr marL="514350" indent="-514350">
              <a:buFont typeface="+mj-lt"/>
              <a:buAutoNum type="arabicPeriod"/>
            </a:pPr>
            <a:r>
              <a:rPr lang="fr-CH" dirty="0"/>
              <a:t>Broken Access Control</a:t>
            </a:r>
          </a:p>
          <a:p>
            <a:pPr marL="514350" indent="-514350">
              <a:buFont typeface="+mj-lt"/>
              <a:buAutoNum type="arabicPeriod"/>
            </a:pPr>
            <a:r>
              <a:rPr lang="fr-CH" dirty="0"/>
              <a:t>Security </a:t>
            </a:r>
            <a:r>
              <a:rPr lang="fr-CH" dirty="0" err="1"/>
              <a:t>Misconfiguration</a:t>
            </a:r>
            <a:endParaRPr lang="fr-CH" dirty="0"/>
          </a:p>
          <a:p>
            <a:pPr marL="514350" indent="-514350">
              <a:buFont typeface="+mj-lt"/>
              <a:buAutoNum type="arabicPeriod"/>
            </a:pPr>
            <a:r>
              <a:rPr lang="fr-CH" dirty="0"/>
              <a:t>Software </a:t>
            </a:r>
            <a:r>
              <a:rPr lang="fr-CH" dirty="0" err="1"/>
              <a:t>Supply</a:t>
            </a:r>
            <a:r>
              <a:rPr lang="fr-CH" dirty="0"/>
              <a:t> Chain </a:t>
            </a:r>
            <a:r>
              <a:rPr lang="fr-CH" dirty="0" err="1"/>
              <a:t>Failures</a:t>
            </a:r>
            <a:endParaRPr lang="fr-CH" dirty="0"/>
          </a:p>
          <a:p>
            <a:pPr marL="514350" indent="-514350">
              <a:buFont typeface="+mj-lt"/>
              <a:buAutoNum type="arabicPeriod"/>
            </a:pPr>
            <a:r>
              <a:rPr lang="fr-CH" dirty="0" err="1"/>
              <a:t>Cryptographic</a:t>
            </a:r>
            <a:r>
              <a:rPr lang="fr-CH" dirty="0"/>
              <a:t> </a:t>
            </a:r>
            <a:r>
              <a:rPr lang="fr-CH" dirty="0" err="1"/>
              <a:t>failures</a:t>
            </a:r>
            <a:endParaRPr lang="fr-CH" dirty="0"/>
          </a:p>
          <a:p>
            <a:pPr marL="514350" indent="-514350">
              <a:buFont typeface="+mj-lt"/>
              <a:buAutoNum type="arabicPeriod"/>
            </a:pPr>
            <a:r>
              <a:rPr lang="fr-CH" dirty="0"/>
              <a:t>Injection</a:t>
            </a:r>
          </a:p>
          <a:p>
            <a:pPr marL="514350" indent="-514350">
              <a:buFont typeface="+mj-lt"/>
              <a:buAutoNum type="arabicPeriod"/>
            </a:pPr>
            <a:r>
              <a:rPr lang="fr-CH" dirty="0" err="1"/>
              <a:t>Insecure</a:t>
            </a:r>
            <a:r>
              <a:rPr lang="fr-CH" dirty="0"/>
              <a:t> Design</a:t>
            </a:r>
          </a:p>
          <a:p>
            <a:pPr marL="514350" indent="-514350">
              <a:buFont typeface="+mj-lt"/>
              <a:buAutoNum type="arabicPeriod"/>
            </a:pPr>
            <a:r>
              <a:rPr lang="fr-CH" dirty="0" err="1"/>
              <a:t>Authentication</a:t>
            </a:r>
            <a:r>
              <a:rPr lang="fr-CH" dirty="0"/>
              <a:t> </a:t>
            </a:r>
            <a:r>
              <a:rPr lang="fr-CH" dirty="0" err="1"/>
              <a:t>Failures</a:t>
            </a:r>
            <a:r>
              <a:rPr lang="fr-CH" dirty="0"/>
              <a:t> </a:t>
            </a:r>
          </a:p>
          <a:p>
            <a:pPr marL="514350" indent="-514350">
              <a:buFont typeface="+mj-lt"/>
              <a:buAutoNum type="arabicPeriod"/>
            </a:pPr>
            <a:r>
              <a:rPr lang="fr-CH" dirty="0"/>
              <a:t>Software and Data </a:t>
            </a:r>
            <a:r>
              <a:rPr lang="fr-CH" dirty="0" err="1"/>
              <a:t>Integrity</a:t>
            </a:r>
            <a:r>
              <a:rPr lang="fr-CH" dirty="0"/>
              <a:t> </a:t>
            </a:r>
            <a:r>
              <a:rPr lang="fr-CH" dirty="0" err="1"/>
              <a:t>Failures</a:t>
            </a:r>
            <a:endParaRPr lang="fr-CH" dirty="0"/>
          </a:p>
          <a:p>
            <a:pPr marL="514350" indent="-514350">
              <a:buFont typeface="+mj-lt"/>
              <a:buAutoNum type="arabicPeriod"/>
            </a:pPr>
            <a:r>
              <a:rPr lang="fr-CH" dirty="0"/>
              <a:t>Security </a:t>
            </a:r>
            <a:r>
              <a:rPr lang="fr-CH" dirty="0" err="1"/>
              <a:t>Logging</a:t>
            </a:r>
            <a:r>
              <a:rPr lang="fr-CH" dirty="0"/>
              <a:t> and Monitoring </a:t>
            </a:r>
            <a:r>
              <a:rPr lang="fr-CH" dirty="0" err="1"/>
              <a:t>Failures</a:t>
            </a:r>
            <a:endParaRPr lang="fr-CH" dirty="0"/>
          </a:p>
          <a:p>
            <a:pPr marL="514350" indent="-514350">
              <a:buFont typeface="+mj-lt"/>
              <a:buAutoNum type="arabicPeriod"/>
            </a:pPr>
            <a:r>
              <a:rPr lang="fr-CH" dirty="0" err="1"/>
              <a:t>Mishandling</a:t>
            </a:r>
            <a:r>
              <a:rPr lang="fr-CH" dirty="0"/>
              <a:t> of </a:t>
            </a:r>
            <a:r>
              <a:rPr lang="fr-CH" dirty="0" err="1"/>
              <a:t>Exceptional</a:t>
            </a:r>
            <a:r>
              <a:rPr lang="fr-CH" dirty="0"/>
              <a:t> Conditions</a:t>
            </a:r>
          </a:p>
          <a:p>
            <a:endParaRPr lang="fr-CH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2AF654B-867E-C048-8759-A2B9BAB874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FEA277-4ABD-4FFC-841D-26DA6ECA2313}" type="datetime1">
              <a:rPr lang="fr-CH" smtClean="0"/>
              <a:t>26.01.2026</a:t>
            </a:fld>
            <a:endParaRPr lang="fr-CH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F31B3E8-8DD8-C96E-262D-84E8D960D1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34CE5-34C2-4E1A-BD32-3DE8831B36D6}" type="slidenum">
              <a:rPr lang="fr-CH" smtClean="0"/>
              <a:t>23</a:t>
            </a:fld>
            <a:endParaRPr lang="fr-CH"/>
          </a:p>
        </p:txBody>
      </p:sp>
      <p:sp>
        <p:nvSpPr>
          <p:cNvPr id="6" name="PB">
            <a:extLst>
              <a:ext uri="{FF2B5EF4-FFF2-40B4-BE49-F238E27FC236}">
                <a16:creationId xmlns:a16="http://schemas.microsoft.com/office/drawing/2014/main" id="{9F161C84-448E-F63D-655A-999B429C93FB}"/>
              </a:ext>
            </a:extLst>
          </p:cNvPr>
          <p:cNvSpPr/>
          <p:nvPr/>
        </p:nvSpPr>
        <p:spPr>
          <a:xfrm>
            <a:off x="0" y="6705600"/>
            <a:ext cx="3821373" cy="152400"/>
          </a:xfrm>
          <a:prstGeom prst="rect">
            <a:avLst/>
          </a:prstGeom>
          <a:solidFill>
            <a:srgbClr val="FFA726"/>
          </a:solidFill>
          <a:ln>
            <a:solidFill>
              <a:srgbClr val="FFA72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4038651894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B">
            <a:extLst>
              <a:ext uri="{FF2B5EF4-FFF2-40B4-BE49-F238E27FC236}">
                <a16:creationId xmlns:a16="http://schemas.microsoft.com/office/drawing/2014/main" id="{71CDBB56-3E68-9A2C-73D9-B6C4943EDB8C}"/>
              </a:ext>
            </a:extLst>
          </p:cNvPr>
          <p:cNvSpPr/>
          <p:nvPr/>
        </p:nvSpPr>
        <p:spPr>
          <a:xfrm>
            <a:off x="0" y="6705600"/>
            <a:ext cx="4003343" cy="152400"/>
          </a:xfrm>
          <a:prstGeom prst="rect">
            <a:avLst/>
          </a:prstGeom>
          <a:solidFill>
            <a:srgbClr val="FFA726"/>
          </a:solidFill>
          <a:ln>
            <a:solidFill>
              <a:srgbClr val="FFA72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H"/>
          </a:p>
        </p:txBody>
      </p:sp>
      <p:sp>
        <p:nvSpPr>
          <p:cNvPr id="6" name="Titre 5">
            <a:extLst>
              <a:ext uri="{FF2B5EF4-FFF2-40B4-BE49-F238E27FC236}">
                <a16:creationId xmlns:a16="http://schemas.microsoft.com/office/drawing/2014/main" id="{15A3EABA-C8D6-28E9-1645-FE56248AEFB0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fr-CH"/>
          </a:p>
        </p:txBody>
      </p:sp>
      <p:sp>
        <p:nvSpPr>
          <p:cNvPr id="8" name="Sous-titre 7">
            <a:extLst>
              <a:ext uri="{FF2B5EF4-FFF2-40B4-BE49-F238E27FC236}">
                <a16:creationId xmlns:a16="http://schemas.microsoft.com/office/drawing/2014/main" id="{DE879783-60F7-7B7C-DDB4-EA5DDAD2BE70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3762770506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7CA417-48A2-4EC1-BB6A-E88DDE96D870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fr-CH">
                <a:solidFill>
                  <a:srgbClr val="004595"/>
                </a:solidFill>
              </a:rPr>
              <a:t>Activité 1 : Définitions</a:t>
            </a:r>
            <a:endParaRPr lang="fr-CH" b="1">
              <a:solidFill>
                <a:srgbClr val="004595"/>
              </a:solidFill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B9501AA-B74D-4416-BEFC-D9228B665E9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4079875"/>
            <a:ext cx="9144000" cy="1655762"/>
          </a:xfrm>
        </p:spPr>
        <p:txBody>
          <a:bodyPr>
            <a:normAutofit/>
          </a:bodyPr>
          <a:lstStyle/>
          <a:p>
            <a:endParaRPr lang="fr-CH" dirty="0"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a:endParaRPr>
          </a:p>
        </p:txBody>
      </p:sp>
      <p:sp>
        <p:nvSpPr>
          <p:cNvPr id="4" name="PB">
            <a:extLst>
              <a:ext uri="{FF2B5EF4-FFF2-40B4-BE49-F238E27FC236}">
                <a16:creationId xmlns:a16="http://schemas.microsoft.com/office/drawing/2014/main" id="{71CDBB56-3E68-9A2C-73D9-B6C4943EDB8C}"/>
              </a:ext>
            </a:extLst>
          </p:cNvPr>
          <p:cNvSpPr/>
          <p:nvPr/>
        </p:nvSpPr>
        <p:spPr>
          <a:xfrm>
            <a:off x="0" y="6705600"/>
            <a:ext cx="4003343" cy="152400"/>
          </a:xfrm>
          <a:prstGeom prst="rect">
            <a:avLst/>
          </a:prstGeom>
          <a:solidFill>
            <a:srgbClr val="FFA726"/>
          </a:solidFill>
          <a:ln>
            <a:solidFill>
              <a:srgbClr val="FFA72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1530712113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891AC1-7757-84E9-A4B6-A3DAC9873A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CH"/>
              <a:t>Le top 10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42E22A4-A7C2-811E-10FB-FA0F6AF6712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fr-CH"/>
              <a:t>Travail individuel</a:t>
            </a:r>
          </a:p>
          <a:p>
            <a:r>
              <a:rPr lang="fr-CH"/>
              <a:t>Temps à disposition : 5 mn</a:t>
            </a:r>
          </a:p>
          <a:p>
            <a:r>
              <a:rPr lang="fr-CH"/>
              <a:t>E-183-ALL-OWASP-Definition.docx (imprimé)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2AF654B-867E-C048-8759-A2B9BAB874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FEA277-4ABD-4FFC-841D-26DA6ECA2313}" type="datetime1">
              <a:rPr lang="fr-CH" smtClean="0"/>
              <a:t>26.01.2026</a:t>
            </a:fld>
            <a:endParaRPr lang="fr-CH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F31B3E8-8DD8-C96E-262D-84E8D960D1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34CE5-34C2-4E1A-BD32-3DE8831B36D6}" type="slidenum">
              <a:rPr lang="fr-CH" smtClean="0"/>
              <a:t>26</a:t>
            </a:fld>
            <a:endParaRPr lang="fr-CH"/>
          </a:p>
        </p:txBody>
      </p:sp>
      <p:sp>
        <p:nvSpPr>
          <p:cNvPr id="6" name="PB">
            <a:extLst>
              <a:ext uri="{FF2B5EF4-FFF2-40B4-BE49-F238E27FC236}">
                <a16:creationId xmlns:a16="http://schemas.microsoft.com/office/drawing/2014/main" id="{F0E144FB-8A22-A958-FF46-A2112B05E965}"/>
              </a:ext>
            </a:extLst>
          </p:cNvPr>
          <p:cNvSpPr/>
          <p:nvPr/>
        </p:nvSpPr>
        <p:spPr>
          <a:xfrm>
            <a:off x="0" y="6705600"/>
            <a:ext cx="4185314" cy="152400"/>
          </a:xfrm>
          <a:prstGeom prst="rect">
            <a:avLst/>
          </a:prstGeom>
          <a:solidFill>
            <a:srgbClr val="FFA726"/>
          </a:solidFill>
          <a:ln>
            <a:solidFill>
              <a:srgbClr val="FFA72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67380971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7CA417-48A2-4EC1-BB6A-E88DDE96D870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fr-CH">
                <a:solidFill>
                  <a:srgbClr val="004595"/>
                </a:solidFill>
              </a:rPr>
              <a:t>1. Broken Access Control</a:t>
            </a:r>
            <a:endParaRPr lang="fr-CH" b="1">
              <a:solidFill>
                <a:srgbClr val="004595"/>
              </a:solidFill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B9501AA-B74D-4416-BEFC-D9228B665E9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4079875"/>
            <a:ext cx="9144000" cy="1655762"/>
          </a:xfrm>
        </p:spPr>
        <p:txBody>
          <a:bodyPr>
            <a:normAutofit/>
          </a:bodyPr>
          <a:lstStyle/>
          <a:p>
            <a:endParaRPr lang="fr-CH" dirty="0"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a:endParaRPr>
          </a:p>
        </p:txBody>
      </p:sp>
      <p:sp>
        <p:nvSpPr>
          <p:cNvPr id="4" name="PB">
            <a:extLst>
              <a:ext uri="{FF2B5EF4-FFF2-40B4-BE49-F238E27FC236}">
                <a16:creationId xmlns:a16="http://schemas.microsoft.com/office/drawing/2014/main" id="{24BEAC11-BD4B-5523-B58C-9DA54544DD10}"/>
              </a:ext>
            </a:extLst>
          </p:cNvPr>
          <p:cNvSpPr/>
          <p:nvPr/>
        </p:nvSpPr>
        <p:spPr>
          <a:xfrm>
            <a:off x="0" y="6705600"/>
            <a:ext cx="4367283" cy="152400"/>
          </a:xfrm>
          <a:prstGeom prst="rect">
            <a:avLst/>
          </a:prstGeom>
          <a:solidFill>
            <a:srgbClr val="FFA726"/>
          </a:solidFill>
          <a:ln>
            <a:solidFill>
              <a:srgbClr val="FFA72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720826200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891AC1-7757-84E9-A4B6-A3DAC9873A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CH"/>
              <a:t>Contrôle d’accès défaillant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42E22A4-A7C2-811E-10FB-FA0F6AF6712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fr-CH"/>
              <a:t>Un contrôle d’accès est défaillant lorsque des utilisateurs accèdent à des informations qui ne leur sont pas destinées.</a:t>
            </a:r>
          </a:p>
          <a:p>
            <a:endParaRPr lang="fr-CH"/>
          </a:p>
          <a:p>
            <a:r>
              <a:rPr lang="fr-CH"/>
              <a:t>Par exemple :</a:t>
            </a:r>
          </a:p>
          <a:p>
            <a:pPr lvl="1"/>
            <a:r>
              <a:rPr lang="fr-CH"/>
              <a:t>Un document est imprimé et est visible de tous</a:t>
            </a:r>
          </a:p>
          <a:p>
            <a:pPr lvl="1"/>
            <a:r>
              <a:rPr lang="fr-CH"/>
              <a:t>Un e-mail est envoyé au mauvais destinataire</a:t>
            </a:r>
          </a:p>
          <a:p>
            <a:pPr lvl="1"/>
            <a:r>
              <a:rPr lang="fr-CH"/>
              <a:t>Une page personnelle de votre système est accessible à un autre utilisateur</a:t>
            </a:r>
          </a:p>
          <a:p>
            <a:endParaRPr lang="fr-CH"/>
          </a:p>
          <a:p>
            <a:endParaRPr lang="fr-C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2AF654B-867E-C048-8759-A2B9BAB874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FEA277-4ABD-4FFC-841D-26DA6ECA2313}" type="datetime1">
              <a:rPr lang="fr-CH" smtClean="0"/>
              <a:t>26.01.2026</a:t>
            </a:fld>
            <a:endParaRPr lang="fr-CH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F31B3E8-8DD8-C96E-262D-84E8D960D1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34CE5-34C2-4E1A-BD32-3DE8831B36D6}" type="slidenum">
              <a:rPr lang="fr-CH" smtClean="0"/>
              <a:t>28</a:t>
            </a:fld>
            <a:endParaRPr lang="fr-CH"/>
          </a:p>
        </p:txBody>
      </p:sp>
      <p:sp>
        <p:nvSpPr>
          <p:cNvPr id="6" name="PB">
            <a:extLst>
              <a:ext uri="{FF2B5EF4-FFF2-40B4-BE49-F238E27FC236}">
                <a16:creationId xmlns:a16="http://schemas.microsoft.com/office/drawing/2014/main" id="{CA40A40B-2372-AF44-4374-BF07604B4A79}"/>
              </a:ext>
            </a:extLst>
          </p:cNvPr>
          <p:cNvSpPr/>
          <p:nvPr/>
        </p:nvSpPr>
        <p:spPr>
          <a:xfrm>
            <a:off x="0" y="6705600"/>
            <a:ext cx="4549254" cy="152400"/>
          </a:xfrm>
          <a:prstGeom prst="rect">
            <a:avLst/>
          </a:prstGeom>
          <a:solidFill>
            <a:srgbClr val="FFA726"/>
          </a:solidFill>
          <a:ln>
            <a:solidFill>
              <a:srgbClr val="FFA72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3217194805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30DA6F-8E02-FE92-06B2-FCE42EDDB0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fr-CH"/>
              <a:t>Principe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CDD8913-80D5-66C0-DE37-D654360A75C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457200" lvl="1" indent="0">
              <a:buNone/>
            </a:pPr>
            <a:endParaRPr lang="fr-CH">
              <a:effectLst/>
              <a:latin typeface="Century Gothic" panose="020B0502020202020204" pitchFamily="34" charset="0"/>
            </a:endParaRPr>
          </a:p>
          <a:p>
            <a:endParaRPr lang="fr-CH">
              <a:effectLst/>
              <a:latin typeface="Century Gothic" panose="020B0502020202020204" pitchFamily="34" charset="0"/>
            </a:endParaRPr>
          </a:p>
          <a:p>
            <a:endParaRPr lang="fr-CH">
              <a:effectLst/>
              <a:latin typeface="Century Gothic" panose="020B0502020202020204" pitchFamily="34" charset="0"/>
            </a:endParaRPr>
          </a:p>
          <a:p>
            <a:endParaRPr lang="fr-CH"/>
          </a:p>
          <a:p>
            <a:endParaRPr lang="fr-CH"/>
          </a:p>
          <a:p>
            <a:endParaRPr lang="fr-CH"/>
          </a:p>
          <a:p>
            <a:endParaRPr lang="fr-CH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372C6C7-2C4A-2F24-2DFB-2FC9404045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34CE5-34C2-4E1A-BD32-3DE8831B36D6}" type="slidenum">
              <a:rPr lang="fr-CH" smtClean="0"/>
              <a:t>29</a:t>
            </a:fld>
            <a:endParaRPr lang="fr-CH"/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95824F2F-6580-0D9B-3548-1038F1EDB02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F148B0-E0A0-48F5-997C-8DB230C5AA13}" type="datetime1">
              <a:rPr lang="fr-CH" smtClean="0"/>
              <a:t>26.01.2026</a:t>
            </a:fld>
            <a:endParaRPr lang="fr-CH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A00A5F56-C959-AB96-6D64-B0CABE91FA8E}"/>
              </a:ext>
            </a:extLst>
          </p:cNvPr>
          <p:cNvSpPr/>
          <p:nvPr/>
        </p:nvSpPr>
        <p:spPr>
          <a:xfrm>
            <a:off x="4184563" y="3750907"/>
            <a:ext cx="2807369" cy="1068011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CH" sz="3600">
                <a:solidFill>
                  <a:schemeClr val="bg1"/>
                </a:solidFill>
              </a:rPr>
              <a:t>Application</a:t>
            </a:r>
          </a:p>
        </p:txBody>
      </p:sp>
      <p:pic>
        <p:nvPicPr>
          <p:cNvPr id="9" name="Graphic 8" descr="Users outline">
            <a:extLst>
              <a:ext uri="{FF2B5EF4-FFF2-40B4-BE49-F238E27FC236}">
                <a16:creationId xmlns:a16="http://schemas.microsoft.com/office/drawing/2014/main" id="{0236B00C-7726-6A33-064E-6E37A0F52C2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571519" y="1719275"/>
            <a:ext cx="914400" cy="914400"/>
          </a:xfrm>
          <a:prstGeom prst="rect">
            <a:avLst/>
          </a:prstGeom>
        </p:spPr>
      </p:pic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06F5BC19-9EE0-17CF-E6F2-FCE93E1B7521}"/>
              </a:ext>
            </a:extLst>
          </p:cNvPr>
          <p:cNvCxnSpPr>
            <a:cxnSpLocks/>
          </p:cNvCxnSpPr>
          <p:nvPr/>
        </p:nvCxnSpPr>
        <p:spPr>
          <a:xfrm>
            <a:off x="4166370" y="2827295"/>
            <a:ext cx="1167630" cy="798221"/>
          </a:xfrm>
          <a:prstGeom prst="straightConnector1">
            <a:avLst/>
          </a:prstGeom>
          <a:ln w="38100">
            <a:solidFill>
              <a:srgbClr val="00B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C40F5004-E875-1564-228C-DB486F4136E3}"/>
              </a:ext>
            </a:extLst>
          </p:cNvPr>
          <p:cNvSpPr txBox="1"/>
          <p:nvPr/>
        </p:nvSpPr>
        <p:spPr>
          <a:xfrm>
            <a:off x="3745910" y="2461610"/>
            <a:ext cx="70326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err="1">
                <a:solidFill>
                  <a:schemeClr val="bg1"/>
                </a:solidFill>
              </a:rPr>
              <a:t>Users</a:t>
            </a:r>
            <a:endParaRPr lang="fr-CH">
              <a:solidFill>
                <a:schemeClr val="bg1"/>
              </a:solidFill>
            </a:endParaRPr>
          </a:p>
        </p:txBody>
      </p:sp>
      <p:pic>
        <p:nvPicPr>
          <p:cNvPr id="17" name="Graphic 16" descr="Detective male with solid fill">
            <a:extLst>
              <a:ext uri="{FF2B5EF4-FFF2-40B4-BE49-F238E27FC236}">
                <a16:creationId xmlns:a16="http://schemas.microsoft.com/office/drawing/2014/main" id="{BB436655-C376-A6AD-37CC-345EEB2AEDC3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6163102" y="1789341"/>
            <a:ext cx="731211" cy="731211"/>
          </a:xfrm>
          <a:prstGeom prst="rect">
            <a:avLst/>
          </a:prstGeom>
        </p:spPr>
      </p:pic>
      <p:sp>
        <p:nvSpPr>
          <p:cNvPr id="18" name="TextBox 17">
            <a:extLst>
              <a:ext uri="{FF2B5EF4-FFF2-40B4-BE49-F238E27FC236}">
                <a16:creationId xmlns:a16="http://schemas.microsoft.com/office/drawing/2014/main" id="{58066A1C-FE7C-3959-119E-FD2332E6A6C6}"/>
              </a:ext>
            </a:extLst>
          </p:cNvPr>
          <p:cNvSpPr txBox="1"/>
          <p:nvPr/>
        </p:nvSpPr>
        <p:spPr>
          <a:xfrm>
            <a:off x="5919600" y="2379905"/>
            <a:ext cx="104618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err="1">
                <a:solidFill>
                  <a:srgbClr val="7F0000"/>
                </a:solidFill>
              </a:rPr>
              <a:t>Attackers</a:t>
            </a:r>
            <a:endParaRPr lang="fr-CH">
              <a:solidFill>
                <a:srgbClr val="7F0000"/>
              </a:solidFill>
            </a:endParaRPr>
          </a:p>
        </p:txBody>
      </p: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8A5AA25B-DBE8-3CB7-D74F-E4483DD48B70}"/>
              </a:ext>
            </a:extLst>
          </p:cNvPr>
          <p:cNvCxnSpPr>
            <a:cxnSpLocks/>
          </p:cNvCxnSpPr>
          <p:nvPr/>
        </p:nvCxnSpPr>
        <p:spPr>
          <a:xfrm flipH="1">
            <a:off x="5815263" y="2725194"/>
            <a:ext cx="505326" cy="900322"/>
          </a:xfrm>
          <a:prstGeom prst="straightConnector1">
            <a:avLst/>
          </a:prstGeom>
          <a:ln w="38100">
            <a:solidFill>
              <a:srgbClr val="AD2B3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PB">
            <a:extLst>
              <a:ext uri="{FF2B5EF4-FFF2-40B4-BE49-F238E27FC236}">
                <a16:creationId xmlns:a16="http://schemas.microsoft.com/office/drawing/2014/main" id="{157E5CD6-B998-9E91-B4E9-DFFF659302B6}"/>
              </a:ext>
            </a:extLst>
          </p:cNvPr>
          <p:cNvSpPr/>
          <p:nvPr/>
        </p:nvSpPr>
        <p:spPr>
          <a:xfrm>
            <a:off x="0" y="6705600"/>
            <a:ext cx="4731224" cy="152400"/>
          </a:xfrm>
          <a:prstGeom prst="rect">
            <a:avLst/>
          </a:prstGeom>
          <a:solidFill>
            <a:srgbClr val="FFA726"/>
          </a:solidFill>
          <a:ln>
            <a:solidFill>
              <a:srgbClr val="FFA72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4247594643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30DA6F-8E02-FE92-06B2-FCE42EDDB0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fr-CH"/>
              <a:t>Principe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CDD8913-80D5-66C0-DE37-D654360A75C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457200" lvl="1" indent="0">
              <a:buNone/>
            </a:pPr>
            <a:endParaRPr lang="fr-CH">
              <a:effectLst/>
              <a:latin typeface="Century Gothic" panose="020B0502020202020204" pitchFamily="34" charset="0"/>
            </a:endParaRPr>
          </a:p>
          <a:p>
            <a:endParaRPr lang="fr-CH">
              <a:effectLst/>
              <a:latin typeface="Century Gothic" panose="020B0502020202020204" pitchFamily="34" charset="0"/>
            </a:endParaRPr>
          </a:p>
          <a:p>
            <a:endParaRPr lang="fr-CH">
              <a:effectLst/>
              <a:latin typeface="Century Gothic" panose="020B0502020202020204" pitchFamily="34" charset="0"/>
            </a:endParaRPr>
          </a:p>
          <a:p>
            <a:endParaRPr lang="fr-CH"/>
          </a:p>
          <a:p>
            <a:endParaRPr lang="fr-CH"/>
          </a:p>
          <a:p>
            <a:endParaRPr lang="fr-CH"/>
          </a:p>
          <a:p>
            <a:endParaRPr lang="fr-CH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372C6C7-2C4A-2F24-2DFB-2FC9404045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34CE5-34C2-4E1A-BD32-3DE8831B36D6}" type="slidenum">
              <a:rPr lang="fr-CH" smtClean="0"/>
              <a:t>30</a:t>
            </a:fld>
            <a:endParaRPr lang="fr-CH"/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95824F2F-6580-0D9B-3548-1038F1EDB02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F148B0-E0A0-48F5-997C-8DB230C5AA13}" type="datetime1">
              <a:rPr lang="fr-CH" smtClean="0"/>
              <a:t>26.01.2026</a:t>
            </a:fld>
            <a:endParaRPr lang="fr-CH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A00A5F56-C959-AB96-6D64-B0CABE91FA8E}"/>
              </a:ext>
            </a:extLst>
          </p:cNvPr>
          <p:cNvSpPr/>
          <p:nvPr/>
        </p:nvSpPr>
        <p:spPr>
          <a:xfrm>
            <a:off x="4184563" y="3750907"/>
            <a:ext cx="2807369" cy="1068011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CH" sz="3600">
                <a:solidFill>
                  <a:schemeClr val="bg1"/>
                </a:solidFill>
              </a:rPr>
              <a:t>Application</a:t>
            </a:r>
          </a:p>
        </p:txBody>
      </p:sp>
      <p:pic>
        <p:nvPicPr>
          <p:cNvPr id="9" name="Graphic 8" descr="Users outline">
            <a:extLst>
              <a:ext uri="{FF2B5EF4-FFF2-40B4-BE49-F238E27FC236}">
                <a16:creationId xmlns:a16="http://schemas.microsoft.com/office/drawing/2014/main" id="{0236B00C-7726-6A33-064E-6E37A0F52C2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571519" y="1719275"/>
            <a:ext cx="914400" cy="914400"/>
          </a:xfrm>
          <a:prstGeom prst="rect">
            <a:avLst/>
          </a:prstGeom>
        </p:spPr>
      </p:pic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06F5BC19-9EE0-17CF-E6F2-FCE93E1B7521}"/>
              </a:ext>
            </a:extLst>
          </p:cNvPr>
          <p:cNvCxnSpPr>
            <a:cxnSpLocks/>
          </p:cNvCxnSpPr>
          <p:nvPr/>
        </p:nvCxnSpPr>
        <p:spPr>
          <a:xfrm>
            <a:off x="4166370" y="2827295"/>
            <a:ext cx="1167630" cy="798221"/>
          </a:xfrm>
          <a:prstGeom prst="straightConnector1">
            <a:avLst/>
          </a:prstGeom>
          <a:ln w="38100">
            <a:solidFill>
              <a:srgbClr val="00B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C40F5004-E875-1564-228C-DB486F4136E3}"/>
              </a:ext>
            </a:extLst>
          </p:cNvPr>
          <p:cNvSpPr txBox="1"/>
          <p:nvPr/>
        </p:nvSpPr>
        <p:spPr>
          <a:xfrm>
            <a:off x="3745910" y="2461610"/>
            <a:ext cx="70326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err="1">
                <a:solidFill>
                  <a:schemeClr val="bg1"/>
                </a:solidFill>
              </a:rPr>
              <a:t>Users</a:t>
            </a:r>
            <a:endParaRPr lang="fr-CH">
              <a:solidFill>
                <a:schemeClr val="bg1"/>
              </a:solidFill>
            </a:endParaRPr>
          </a:p>
        </p:txBody>
      </p:sp>
      <p:pic>
        <p:nvPicPr>
          <p:cNvPr id="17" name="Graphic 16" descr="Detective male with solid fill">
            <a:extLst>
              <a:ext uri="{FF2B5EF4-FFF2-40B4-BE49-F238E27FC236}">
                <a16:creationId xmlns:a16="http://schemas.microsoft.com/office/drawing/2014/main" id="{BB436655-C376-A6AD-37CC-345EEB2AEDC3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6163102" y="1789341"/>
            <a:ext cx="731211" cy="731211"/>
          </a:xfrm>
          <a:prstGeom prst="rect">
            <a:avLst/>
          </a:prstGeom>
        </p:spPr>
      </p:pic>
      <p:sp>
        <p:nvSpPr>
          <p:cNvPr id="18" name="TextBox 17">
            <a:extLst>
              <a:ext uri="{FF2B5EF4-FFF2-40B4-BE49-F238E27FC236}">
                <a16:creationId xmlns:a16="http://schemas.microsoft.com/office/drawing/2014/main" id="{58066A1C-FE7C-3959-119E-FD2332E6A6C6}"/>
              </a:ext>
            </a:extLst>
          </p:cNvPr>
          <p:cNvSpPr txBox="1"/>
          <p:nvPr/>
        </p:nvSpPr>
        <p:spPr>
          <a:xfrm>
            <a:off x="5919600" y="2379905"/>
            <a:ext cx="104618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err="1">
                <a:solidFill>
                  <a:srgbClr val="7F0000"/>
                </a:solidFill>
              </a:rPr>
              <a:t>Attackers</a:t>
            </a:r>
            <a:endParaRPr lang="fr-CH">
              <a:solidFill>
                <a:srgbClr val="7F0000"/>
              </a:solidFill>
            </a:endParaRPr>
          </a:p>
        </p:txBody>
      </p: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8A5AA25B-DBE8-3CB7-D74F-E4483DD48B70}"/>
              </a:ext>
            </a:extLst>
          </p:cNvPr>
          <p:cNvCxnSpPr>
            <a:cxnSpLocks/>
          </p:cNvCxnSpPr>
          <p:nvPr/>
        </p:nvCxnSpPr>
        <p:spPr>
          <a:xfrm flipH="1">
            <a:off x="5815263" y="2725194"/>
            <a:ext cx="505326" cy="900322"/>
          </a:xfrm>
          <a:prstGeom prst="straightConnector1">
            <a:avLst/>
          </a:prstGeom>
          <a:ln w="38100">
            <a:solidFill>
              <a:srgbClr val="AD2B3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AB928115-7018-31A2-AD18-8CCF9C75B3D1}"/>
              </a:ext>
            </a:extLst>
          </p:cNvPr>
          <p:cNvSpPr txBox="1"/>
          <p:nvPr/>
        </p:nvSpPr>
        <p:spPr>
          <a:xfrm>
            <a:off x="3571519" y="5128608"/>
            <a:ext cx="58381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>
                <a:solidFill>
                  <a:schemeClr val="bg1"/>
                </a:solidFill>
              </a:rPr>
              <a:t>APIs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001DC34-84E5-3A94-0725-F6AF37E2FC12}"/>
              </a:ext>
            </a:extLst>
          </p:cNvPr>
          <p:cNvSpPr txBox="1"/>
          <p:nvPr/>
        </p:nvSpPr>
        <p:spPr>
          <a:xfrm>
            <a:off x="5392298" y="5134572"/>
            <a:ext cx="6447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>
                <a:solidFill>
                  <a:schemeClr val="bg1"/>
                </a:solidFill>
              </a:rPr>
              <a:t>URLs</a:t>
            </a:r>
          </a:p>
        </p:txBody>
      </p:sp>
      <p:sp>
        <p:nvSpPr>
          <p:cNvPr id="12" name="PB">
            <a:extLst>
              <a:ext uri="{FF2B5EF4-FFF2-40B4-BE49-F238E27FC236}">
                <a16:creationId xmlns:a16="http://schemas.microsoft.com/office/drawing/2014/main" id="{2F9696D0-9FF7-07D7-28B8-E68D6595A888}"/>
              </a:ext>
            </a:extLst>
          </p:cNvPr>
          <p:cNvSpPr/>
          <p:nvPr/>
        </p:nvSpPr>
        <p:spPr>
          <a:xfrm>
            <a:off x="0" y="6705600"/>
            <a:ext cx="4913194" cy="152400"/>
          </a:xfrm>
          <a:prstGeom prst="rect">
            <a:avLst/>
          </a:prstGeom>
          <a:solidFill>
            <a:srgbClr val="FFA726"/>
          </a:solidFill>
          <a:ln>
            <a:solidFill>
              <a:srgbClr val="FFA72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1876560250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30DA6F-8E02-FE92-06B2-FCE42EDDB0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fr-CH"/>
              <a:t>Principe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CDD8913-80D5-66C0-DE37-D654360A75C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457200" lvl="1" indent="0">
              <a:buNone/>
            </a:pPr>
            <a:endParaRPr lang="fr-CH">
              <a:effectLst/>
              <a:latin typeface="Century Gothic" panose="020B0502020202020204" pitchFamily="34" charset="0"/>
            </a:endParaRPr>
          </a:p>
          <a:p>
            <a:endParaRPr lang="fr-CH">
              <a:effectLst/>
              <a:latin typeface="Century Gothic" panose="020B0502020202020204" pitchFamily="34" charset="0"/>
            </a:endParaRPr>
          </a:p>
          <a:p>
            <a:endParaRPr lang="fr-CH">
              <a:effectLst/>
              <a:latin typeface="Century Gothic" panose="020B0502020202020204" pitchFamily="34" charset="0"/>
            </a:endParaRPr>
          </a:p>
          <a:p>
            <a:endParaRPr lang="fr-CH"/>
          </a:p>
          <a:p>
            <a:endParaRPr lang="fr-CH"/>
          </a:p>
          <a:p>
            <a:endParaRPr lang="fr-CH"/>
          </a:p>
          <a:p>
            <a:endParaRPr lang="fr-CH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372C6C7-2C4A-2F24-2DFB-2FC9404045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34CE5-34C2-4E1A-BD32-3DE8831B36D6}" type="slidenum">
              <a:rPr lang="fr-CH" smtClean="0"/>
              <a:t>31</a:t>
            </a:fld>
            <a:endParaRPr lang="fr-CH"/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95824F2F-6580-0D9B-3548-1038F1EDB02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F148B0-E0A0-48F5-997C-8DB230C5AA13}" type="datetime1">
              <a:rPr lang="fr-CH" smtClean="0"/>
              <a:t>26.01.2026</a:t>
            </a:fld>
            <a:endParaRPr lang="fr-CH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A00A5F56-C959-AB96-6D64-B0CABE91FA8E}"/>
              </a:ext>
            </a:extLst>
          </p:cNvPr>
          <p:cNvSpPr/>
          <p:nvPr/>
        </p:nvSpPr>
        <p:spPr>
          <a:xfrm>
            <a:off x="5133728" y="4284707"/>
            <a:ext cx="2167013" cy="606841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CH" sz="2400">
                <a:solidFill>
                  <a:schemeClr val="bg1"/>
                </a:solidFill>
              </a:rPr>
              <a:t>Application</a:t>
            </a:r>
          </a:p>
        </p:txBody>
      </p:sp>
      <p:pic>
        <p:nvPicPr>
          <p:cNvPr id="9" name="Graphic 8" descr="Users outline">
            <a:extLst>
              <a:ext uri="{FF2B5EF4-FFF2-40B4-BE49-F238E27FC236}">
                <a16:creationId xmlns:a16="http://schemas.microsoft.com/office/drawing/2014/main" id="{0236B00C-7726-6A33-064E-6E37A0F52C2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474631" y="1412875"/>
            <a:ext cx="914400" cy="914400"/>
          </a:xfrm>
          <a:prstGeom prst="rect">
            <a:avLst/>
          </a:prstGeom>
        </p:spPr>
      </p:pic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06F5BC19-9EE0-17CF-E6F2-FCE93E1B7521}"/>
              </a:ext>
            </a:extLst>
          </p:cNvPr>
          <p:cNvCxnSpPr>
            <a:cxnSpLocks/>
          </p:cNvCxnSpPr>
          <p:nvPr/>
        </p:nvCxnSpPr>
        <p:spPr>
          <a:xfrm>
            <a:off x="4425196" y="2271183"/>
            <a:ext cx="1167630" cy="798221"/>
          </a:xfrm>
          <a:prstGeom prst="straightConnector1">
            <a:avLst/>
          </a:prstGeom>
          <a:ln w="38100">
            <a:solidFill>
              <a:srgbClr val="00B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C40F5004-E875-1564-228C-DB486F4136E3}"/>
              </a:ext>
            </a:extLst>
          </p:cNvPr>
          <p:cNvSpPr txBox="1"/>
          <p:nvPr/>
        </p:nvSpPr>
        <p:spPr>
          <a:xfrm>
            <a:off x="3511791" y="2024154"/>
            <a:ext cx="70326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err="1">
                <a:solidFill>
                  <a:schemeClr val="bg1"/>
                </a:solidFill>
              </a:rPr>
              <a:t>Users</a:t>
            </a:r>
            <a:endParaRPr lang="fr-CH">
              <a:solidFill>
                <a:schemeClr val="bg1"/>
              </a:solidFill>
            </a:endParaRPr>
          </a:p>
        </p:txBody>
      </p:sp>
      <p:pic>
        <p:nvPicPr>
          <p:cNvPr id="17" name="Graphic 16" descr="Detective male with solid fill">
            <a:extLst>
              <a:ext uri="{FF2B5EF4-FFF2-40B4-BE49-F238E27FC236}">
                <a16:creationId xmlns:a16="http://schemas.microsoft.com/office/drawing/2014/main" id="{BB436655-C376-A6AD-37CC-345EEB2AEDC3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7340477" y="1280632"/>
            <a:ext cx="731211" cy="731211"/>
          </a:xfrm>
          <a:prstGeom prst="rect">
            <a:avLst/>
          </a:prstGeom>
        </p:spPr>
      </p:pic>
      <p:sp>
        <p:nvSpPr>
          <p:cNvPr id="18" name="TextBox 17">
            <a:extLst>
              <a:ext uri="{FF2B5EF4-FFF2-40B4-BE49-F238E27FC236}">
                <a16:creationId xmlns:a16="http://schemas.microsoft.com/office/drawing/2014/main" id="{58066A1C-FE7C-3959-119E-FD2332E6A6C6}"/>
              </a:ext>
            </a:extLst>
          </p:cNvPr>
          <p:cNvSpPr txBox="1"/>
          <p:nvPr/>
        </p:nvSpPr>
        <p:spPr>
          <a:xfrm>
            <a:off x="7182990" y="1916871"/>
            <a:ext cx="104618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err="1">
                <a:solidFill>
                  <a:srgbClr val="7F0000"/>
                </a:solidFill>
              </a:rPr>
              <a:t>Attackers</a:t>
            </a:r>
            <a:endParaRPr lang="fr-CH">
              <a:solidFill>
                <a:srgbClr val="7F0000"/>
              </a:solidFill>
            </a:endParaRPr>
          </a:p>
        </p:txBody>
      </p: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8A5AA25B-DBE8-3CB7-D74F-E4483DD48B70}"/>
              </a:ext>
            </a:extLst>
          </p:cNvPr>
          <p:cNvCxnSpPr>
            <a:cxnSpLocks/>
          </p:cNvCxnSpPr>
          <p:nvPr/>
        </p:nvCxnSpPr>
        <p:spPr>
          <a:xfrm flipH="1">
            <a:off x="6692630" y="2317240"/>
            <a:ext cx="916922" cy="752164"/>
          </a:xfrm>
          <a:prstGeom prst="straightConnector1">
            <a:avLst/>
          </a:prstGeom>
          <a:ln w="38100">
            <a:solidFill>
              <a:srgbClr val="AD2B3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AB928115-7018-31A2-AD18-8CCF9C75B3D1}"/>
              </a:ext>
            </a:extLst>
          </p:cNvPr>
          <p:cNvSpPr txBox="1"/>
          <p:nvPr/>
        </p:nvSpPr>
        <p:spPr>
          <a:xfrm>
            <a:off x="3571519" y="5128608"/>
            <a:ext cx="58381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>
                <a:solidFill>
                  <a:schemeClr val="bg1"/>
                </a:solidFill>
              </a:rPr>
              <a:t>APIs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001DC34-84E5-3A94-0725-F6AF37E2FC12}"/>
              </a:ext>
            </a:extLst>
          </p:cNvPr>
          <p:cNvSpPr txBox="1"/>
          <p:nvPr/>
        </p:nvSpPr>
        <p:spPr>
          <a:xfrm>
            <a:off x="5392298" y="5134572"/>
            <a:ext cx="6447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>
                <a:solidFill>
                  <a:schemeClr val="bg1"/>
                </a:solidFill>
              </a:rPr>
              <a:t>URLs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19F39964-E8B1-96E6-E6BE-87B3C5ABEDFB}"/>
              </a:ext>
            </a:extLst>
          </p:cNvPr>
          <p:cNvSpPr/>
          <p:nvPr/>
        </p:nvSpPr>
        <p:spPr>
          <a:xfrm>
            <a:off x="4824919" y="3122579"/>
            <a:ext cx="2784633" cy="1022029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CH" sz="2400">
                <a:solidFill>
                  <a:schemeClr val="bg1"/>
                </a:solidFill>
              </a:rPr>
              <a:t>Middleware d’authentification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F588CD97-3421-78AD-1302-1808446D6965}"/>
              </a:ext>
            </a:extLst>
          </p:cNvPr>
          <p:cNvSpPr txBox="1"/>
          <p:nvPr/>
        </p:nvSpPr>
        <p:spPr>
          <a:xfrm>
            <a:off x="7965871" y="3119376"/>
            <a:ext cx="4592538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AutoNum type="arabicPeriod"/>
            </a:pPr>
            <a:r>
              <a:rPr lang="fr-CH">
                <a:solidFill>
                  <a:schemeClr val="bg1"/>
                </a:solidFill>
              </a:rPr>
              <a:t>Vérifie que l’utilisateur soit authentifié</a:t>
            </a:r>
          </a:p>
          <a:p>
            <a:pPr marL="342900" indent="-342900">
              <a:buAutoNum type="arabicPeriod"/>
            </a:pPr>
            <a:r>
              <a:rPr lang="fr-CH">
                <a:solidFill>
                  <a:schemeClr val="bg1"/>
                </a:solidFill>
              </a:rPr>
              <a:t>Vérifie que l’utilisateur utilise </a:t>
            </a:r>
          </a:p>
          <a:p>
            <a:r>
              <a:rPr lang="fr-CH">
                <a:solidFill>
                  <a:schemeClr val="bg1"/>
                </a:solidFill>
              </a:rPr>
              <a:t>       l’application dans la limite de ses droits</a:t>
            </a:r>
          </a:p>
        </p:txBody>
      </p:sp>
      <p:sp>
        <p:nvSpPr>
          <p:cNvPr id="16" name="PB">
            <a:extLst>
              <a:ext uri="{FF2B5EF4-FFF2-40B4-BE49-F238E27FC236}">
                <a16:creationId xmlns:a16="http://schemas.microsoft.com/office/drawing/2014/main" id="{79D91D5A-5344-53B1-B688-95EF07190829}"/>
              </a:ext>
            </a:extLst>
          </p:cNvPr>
          <p:cNvSpPr/>
          <p:nvPr/>
        </p:nvSpPr>
        <p:spPr>
          <a:xfrm>
            <a:off x="0" y="6705600"/>
            <a:ext cx="5095164" cy="152400"/>
          </a:xfrm>
          <a:prstGeom prst="rect">
            <a:avLst/>
          </a:prstGeom>
          <a:solidFill>
            <a:srgbClr val="FFA726"/>
          </a:solidFill>
          <a:ln>
            <a:solidFill>
              <a:srgbClr val="FFA72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2219980181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7CA417-48A2-4EC1-BB6A-E88DDE96D870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fr-CH" dirty="0">
                <a:solidFill>
                  <a:srgbClr val="004595"/>
                </a:solidFill>
              </a:rPr>
              <a:t>2. Security </a:t>
            </a:r>
            <a:r>
              <a:rPr lang="fr-CH" dirty="0" err="1">
                <a:solidFill>
                  <a:srgbClr val="004595"/>
                </a:solidFill>
              </a:rPr>
              <a:t>Misconfiguration</a:t>
            </a:r>
            <a:endParaRPr lang="fr-CH" b="1" dirty="0">
              <a:solidFill>
                <a:srgbClr val="004595"/>
              </a:solidFill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B9501AA-B74D-4416-BEFC-D9228B665E9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4079875"/>
            <a:ext cx="9144000" cy="1655762"/>
          </a:xfrm>
        </p:spPr>
        <p:txBody>
          <a:bodyPr>
            <a:normAutofit/>
          </a:bodyPr>
          <a:lstStyle/>
          <a:p>
            <a:endParaRPr lang="fr-CH" dirty="0"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a:endParaRPr>
          </a:p>
        </p:txBody>
      </p:sp>
      <p:sp>
        <p:nvSpPr>
          <p:cNvPr id="4" name="PB">
            <a:extLst>
              <a:ext uri="{FF2B5EF4-FFF2-40B4-BE49-F238E27FC236}">
                <a16:creationId xmlns:a16="http://schemas.microsoft.com/office/drawing/2014/main" id="{0732336E-7090-DFE3-53EF-DEC62C976D14}"/>
              </a:ext>
            </a:extLst>
          </p:cNvPr>
          <p:cNvSpPr/>
          <p:nvPr/>
        </p:nvSpPr>
        <p:spPr>
          <a:xfrm>
            <a:off x="0" y="6705600"/>
            <a:ext cx="8734567" cy="152400"/>
          </a:xfrm>
          <a:prstGeom prst="rect">
            <a:avLst/>
          </a:prstGeom>
          <a:solidFill>
            <a:srgbClr val="FFA726"/>
          </a:solidFill>
          <a:ln>
            <a:solidFill>
              <a:srgbClr val="FFA72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3750234241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891AC1-7757-84E9-A4B6-A3DAC9873A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fr-CH"/>
              <a:t>Mauvaise configuration de sécurité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42E22A4-A7C2-811E-10FB-FA0F6AF6712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fr-CH"/>
              <a:t>Vulnérabilité liée :</a:t>
            </a:r>
          </a:p>
          <a:p>
            <a:pPr lvl="1"/>
            <a:r>
              <a:rPr lang="fr-CH"/>
              <a:t>à l’absence de </a:t>
            </a:r>
            <a:r>
              <a:rPr lang="fr-CH" err="1"/>
              <a:t>hardening</a:t>
            </a:r>
            <a:r>
              <a:rPr lang="fr-CH"/>
              <a:t>, fonctionnalités inutiles ou inactives</a:t>
            </a:r>
          </a:p>
          <a:p>
            <a:pPr lvl="1"/>
            <a:r>
              <a:rPr lang="fr-CH"/>
              <a:t>Comptes et mots de passe par défaut</a:t>
            </a:r>
          </a:p>
          <a:p>
            <a:pPr lvl="1"/>
            <a:r>
              <a:rPr lang="fr-CH"/>
              <a:t>Erreurs de stack toujours affichées en production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2AF654B-867E-C048-8759-A2B9BAB874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FEA277-4ABD-4FFC-841D-26DA6ECA2313}" type="datetime1">
              <a:rPr lang="fr-CH" smtClean="0"/>
              <a:t>26.01.2026</a:t>
            </a:fld>
            <a:endParaRPr lang="fr-CH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F31B3E8-8DD8-C96E-262D-84E8D960D1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34CE5-34C2-4E1A-BD32-3DE8831B36D6}" type="slidenum">
              <a:rPr lang="fr-CH" smtClean="0"/>
              <a:t>33</a:t>
            </a:fld>
            <a:endParaRPr lang="fr-CH"/>
          </a:p>
        </p:txBody>
      </p:sp>
      <p:sp>
        <p:nvSpPr>
          <p:cNvPr id="6" name="PB">
            <a:extLst>
              <a:ext uri="{FF2B5EF4-FFF2-40B4-BE49-F238E27FC236}">
                <a16:creationId xmlns:a16="http://schemas.microsoft.com/office/drawing/2014/main" id="{54A59324-518D-83A2-37BA-EA236DC39AA3}"/>
              </a:ext>
            </a:extLst>
          </p:cNvPr>
          <p:cNvSpPr/>
          <p:nvPr/>
        </p:nvSpPr>
        <p:spPr>
          <a:xfrm>
            <a:off x="0" y="6705600"/>
            <a:ext cx="8916537" cy="152400"/>
          </a:xfrm>
          <a:prstGeom prst="rect">
            <a:avLst/>
          </a:prstGeom>
          <a:solidFill>
            <a:srgbClr val="FFA726"/>
          </a:solidFill>
          <a:ln>
            <a:solidFill>
              <a:srgbClr val="FFA72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1075131303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7CA417-48A2-4EC1-BB6A-E88DDE96D870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fr-CH" dirty="0">
                <a:solidFill>
                  <a:srgbClr val="004595"/>
                </a:solidFill>
              </a:rPr>
              <a:t>3. Software </a:t>
            </a:r>
            <a:r>
              <a:rPr lang="fr-CH" dirty="0" err="1">
                <a:solidFill>
                  <a:srgbClr val="004595"/>
                </a:solidFill>
              </a:rPr>
              <a:t>Supply</a:t>
            </a:r>
            <a:r>
              <a:rPr lang="fr-CH" dirty="0">
                <a:solidFill>
                  <a:srgbClr val="004595"/>
                </a:solidFill>
              </a:rPr>
              <a:t> Chain </a:t>
            </a:r>
            <a:r>
              <a:rPr lang="fr-CH" dirty="0" err="1">
                <a:solidFill>
                  <a:srgbClr val="004595"/>
                </a:solidFill>
              </a:rPr>
              <a:t>Failures</a:t>
            </a:r>
            <a:endParaRPr lang="fr-CH" b="1" dirty="0">
              <a:solidFill>
                <a:srgbClr val="004595"/>
              </a:solidFill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B9501AA-B74D-4416-BEFC-D9228B665E9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4079875"/>
            <a:ext cx="9144000" cy="1655762"/>
          </a:xfrm>
        </p:spPr>
        <p:txBody>
          <a:bodyPr>
            <a:normAutofit/>
          </a:bodyPr>
          <a:lstStyle/>
          <a:p>
            <a:endParaRPr lang="fr-CH" dirty="0"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a:endParaRPr>
          </a:p>
        </p:txBody>
      </p:sp>
      <p:sp>
        <p:nvSpPr>
          <p:cNvPr id="4" name="PB">
            <a:extLst>
              <a:ext uri="{FF2B5EF4-FFF2-40B4-BE49-F238E27FC236}">
                <a16:creationId xmlns:a16="http://schemas.microsoft.com/office/drawing/2014/main" id="{FEA994BD-E2D6-8666-1EE9-20C826AD4252}"/>
              </a:ext>
            </a:extLst>
          </p:cNvPr>
          <p:cNvSpPr/>
          <p:nvPr/>
        </p:nvSpPr>
        <p:spPr>
          <a:xfrm>
            <a:off x="0" y="6705600"/>
            <a:ext cx="9098507" cy="152400"/>
          </a:xfrm>
          <a:prstGeom prst="rect">
            <a:avLst/>
          </a:prstGeom>
          <a:solidFill>
            <a:srgbClr val="FFA726"/>
          </a:solidFill>
          <a:ln>
            <a:solidFill>
              <a:srgbClr val="FFA72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2307554601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891AC1-7757-84E9-A4B6-A3DAC9873A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fr-CH" dirty="0"/>
              <a:t>Défaillance dans la chaîne d’approvisionnement logicielle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42E22A4-A7C2-811E-10FB-FA0F6AF6712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fr-CH" dirty="0"/>
              <a:t>Selon OWASP </a:t>
            </a:r>
          </a:p>
          <a:p>
            <a:pPr lvl="1"/>
            <a:r>
              <a:rPr lang="fr-CH" dirty="0"/>
              <a:t>Votre application est vulnérable si vous ne connaissez pas toutes les versions de vos composants et si ils sont vulnérables ou dépassés</a:t>
            </a:r>
          </a:p>
          <a:p>
            <a:r>
              <a:rPr lang="fr-CH" dirty="0" err="1"/>
              <a:t>Webapp</a:t>
            </a:r>
            <a:r>
              <a:rPr lang="fr-CH" dirty="0"/>
              <a:t> composée de nombreuses modules et librairies open-source ou d’une tierce partie</a:t>
            </a:r>
          </a:p>
          <a:p>
            <a:r>
              <a:rPr lang="fr-CH" dirty="0"/>
              <a:t>Comme ces modules sont exécutés dans votre application, ils ont les mêmes accès que votre code. Donc un impact potentiellement très grand.</a:t>
            </a:r>
          </a:p>
          <a:p>
            <a:endParaRPr lang="fr-CH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2AF654B-867E-C048-8759-A2B9BAB874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FEA277-4ABD-4FFC-841D-26DA6ECA2313}" type="datetime1">
              <a:rPr lang="fr-CH" smtClean="0"/>
              <a:t>26.01.2026</a:t>
            </a:fld>
            <a:endParaRPr lang="fr-CH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F31B3E8-8DD8-C96E-262D-84E8D960D1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34CE5-34C2-4E1A-BD32-3DE8831B36D6}" type="slidenum">
              <a:rPr lang="fr-CH" smtClean="0"/>
              <a:t>35</a:t>
            </a:fld>
            <a:endParaRPr lang="fr-CH"/>
          </a:p>
        </p:txBody>
      </p:sp>
      <p:sp>
        <p:nvSpPr>
          <p:cNvPr id="6" name="PB">
            <a:extLst>
              <a:ext uri="{FF2B5EF4-FFF2-40B4-BE49-F238E27FC236}">
                <a16:creationId xmlns:a16="http://schemas.microsoft.com/office/drawing/2014/main" id="{E7E5A8DC-96B1-E41C-5CA7-54A5C8401975}"/>
              </a:ext>
            </a:extLst>
          </p:cNvPr>
          <p:cNvSpPr/>
          <p:nvPr/>
        </p:nvSpPr>
        <p:spPr>
          <a:xfrm>
            <a:off x="0" y="6705600"/>
            <a:ext cx="9280478" cy="152400"/>
          </a:xfrm>
          <a:prstGeom prst="rect">
            <a:avLst/>
          </a:prstGeom>
          <a:solidFill>
            <a:srgbClr val="FFA726"/>
          </a:solidFill>
          <a:ln>
            <a:solidFill>
              <a:srgbClr val="FFA72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1859703554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891AC1-7757-84E9-A4B6-A3DAC9873A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fr-CH" dirty="0"/>
              <a:t>Défaillance dans la chaîne d’approvisionnement logicielle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42E22A4-A7C2-811E-10FB-FA0F6AF6712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fr-CH"/>
              <a:t>Mettre à jour des composants coûtent du temps</a:t>
            </a:r>
          </a:p>
          <a:p>
            <a:r>
              <a:rPr lang="fr-CH"/>
              <a:t>Dans les grandes entreprises, la mise à jour d’un composant doit être acceptée par plusieurs personnes / équipes / départements</a:t>
            </a:r>
          </a:p>
          <a:p>
            <a:endParaRPr lang="fr-CH"/>
          </a:p>
          <a:p>
            <a:r>
              <a:rPr lang="fr-CH"/>
              <a:t>Compromis de productivité</a:t>
            </a:r>
          </a:p>
          <a:p>
            <a:pPr lvl="1"/>
            <a:r>
              <a:rPr lang="fr-CH"/>
              <a:t>Le temps pris pour améliorer la sécurité est du temps qu’on ne pourra pas utiliser pour développer de nouveaux produits</a:t>
            </a:r>
          </a:p>
          <a:p>
            <a:pPr lvl="1"/>
            <a:r>
              <a:rPr lang="fr-CH"/>
              <a:t>Chaque entreprise doit faire un choix en gérant ses risques</a:t>
            </a:r>
          </a:p>
          <a:p>
            <a:endParaRPr lang="fr-C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2AF654B-867E-C048-8759-A2B9BAB874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FEA277-4ABD-4FFC-841D-26DA6ECA2313}" type="datetime1">
              <a:rPr lang="fr-CH" smtClean="0"/>
              <a:t>26.01.2026</a:t>
            </a:fld>
            <a:endParaRPr lang="fr-CH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F31B3E8-8DD8-C96E-262D-84E8D960D1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34CE5-34C2-4E1A-BD32-3DE8831B36D6}" type="slidenum">
              <a:rPr lang="fr-CH" smtClean="0"/>
              <a:t>36</a:t>
            </a:fld>
            <a:endParaRPr lang="fr-CH"/>
          </a:p>
        </p:txBody>
      </p:sp>
      <p:sp>
        <p:nvSpPr>
          <p:cNvPr id="6" name="PB">
            <a:extLst>
              <a:ext uri="{FF2B5EF4-FFF2-40B4-BE49-F238E27FC236}">
                <a16:creationId xmlns:a16="http://schemas.microsoft.com/office/drawing/2014/main" id="{27A63997-2AEC-BBDE-78E6-9EAF13CEDC73}"/>
              </a:ext>
            </a:extLst>
          </p:cNvPr>
          <p:cNvSpPr/>
          <p:nvPr/>
        </p:nvSpPr>
        <p:spPr>
          <a:xfrm>
            <a:off x="0" y="6705600"/>
            <a:ext cx="9462448" cy="152400"/>
          </a:xfrm>
          <a:prstGeom prst="rect">
            <a:avLst/>
          </a:prstGeom>
          <a:solidFill>
            <a:srgbClr val="FFA726"/>
          </a:solidFill>
          <a:ln>
            <a:solidFill>
              <a:srgbClr val="FFA72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3205796714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891AC1-7757-84E9-A4B6-A3DAC9873A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fr-CH"/>
              <a:t>Défaillance dans la chaîne d’approvisionnement logicielle</a:t>
            </a:r>
            <a:endParaRPr lang="fr-CH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42E22A4-A7C2-811E-10FB-FA0F6AF6712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fr-CH"/>
              <a:t>Solution</a:t>
            </a:r>
          </a:p>
          <a:p>
            <a:pPr lvl="1"/>
            <a:r>
              <a:rPr lang="fr-CH"/>
              <a:t>Connaître l’état de vos applications, modules externes, librairies</a:t>
            </a:r>
          </a:p>
          <a:p>
            <a:pPr lvl="1"/>
            <a:r>
              <a:rPr lang="fr-CH"/>
              <a:t>Connaître leur versions, vulnérable ou pas</a:t>
            </a:r>
          </a:p>
          <a:p>
            <a:pPr lvl="1"/>
            <a:r>
              <a:rPr lang="fr-CH"/>
              <a:t>Tester pro activement votre application</a:t>
            </a:r>
          </a:p>
          <a:p>
            <a:pPr lvl="1"/>
            <a:r>
              <a:rPr lang="fr-CH"/>
              <a:t>Mettre à jour continuellement vos applications et implémenter les patchs si nécessaire</a:t>
            </a:r>
          </a:p>
          <a:p>
            <a:pPr lvl="1"/>
            <a:endParaRPr lang="fr-CH"/>
          </a:p>
          <a:p>
            <a:r>
              <a:rPr lang="fr-CH"/>
              <a:t>C’est un problème d’organisation/personnes/process plus qu’un problème technique!</a:t>
            </a:r>
          </a:p>
          <a:p>
            <a:pPr marL="0" indent="0">
              <a:buNone/>
            </a:pPr>
            <a:endParaRPr lang="fr-CH"/>
          </a:p>
          <a:p>
            <a:endParaRPr lang="fr-C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2AF654B-867E-C048-8759-A2B9BAB874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FEA277-4ABD-4FFC-841D-26DA6ECA2313}" type="datetime1">
              <a:rPr lang="fr-CH" smtClean="0"/>
              <a:t>26.01.2026</a:t>
            </a:fld>
            <a:endParaRPr lang="fr-CH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F31B3E8-8DD8-C96E-262D-84E8D960D1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34CE5-34C2-4E1A-BD32-3DE8831B36D6}" type="slidenum">
              <a:rPr lang="fr-CH" smtClean="0"/>
              <a:t>37</a:t>
            </a:fld>
            <a:endParaRPr lang="fr-CH"/>
          </a:p>
        </p:txBody>
      </p:sp>
      <p:sp>
        <p:nvSpPr>
          <p:cNvPr id="6" name="PB">
            <a:extLst>
              <a:ext uri="{FF2B5EF4-FFF2-40B4-BE49-F238E27FC236}">
                <a16:creationId xmlns:a16="http://schemas.microsoft.com/office/drawing/2014/main" id="{1EF4726A-46F3-B5E3-6111-C0A2AB32A709}"/>
              </a:ext>
            </a:extLst>
          </p:cNvPr>
          <p:cNvSpPr/>
          <p:nvPr/>
        </p:nvSpPr>
        <p:spPr>
          <a:xfrm>
            <a:off x="0" y="6705600"/>
            <a:ext cx="9644418" cy="152400"/>
          </a:xfrm>
          <a:prstGeom prst="rect">
            <a:avLst/>
          </a:prstGeom>
          <a:solidFill>
            <a:srgbClr val="FFA726"/>
          </a:solidFill>
          <a:ln>
            <a:solidFill>
              <a:srgbClr val="FFA72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1385757162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7CA417-48A2-4EC1-BB6A-E88DDE96D870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fr-CH" dirty="0">
                <a:solidFill>
                  <a:srgbClr val="004595"/>
                </a:solidFill>
              </a:rPr>
              <a:t>4. </a:t>
            </a:r>
            <a:r>
              <a:rPr lang="fr-CH" dirty="0" err="1">
                <a:solidFill>
                  <a:srgbClr val="004595"/>
                </a:solidFill>
              </a:rPr>
              <a:t>Cryptographic</a:t>
            </a:r>
            <a:r>
              <a:rPr lang="fr-CH" dirty="0">
                <a:solidFill>
                  <a:srgbClr val="004595"/>
                </a:solidFill>
              </a:rPr>
              <a:t> </a:t>
            </a:r>
            <a:r>
              <a:rPr lang="fr-CH" dirty="0" err="1">
                <a:solidFill>
                  <a:srgbClr val="004595"/>
                </a:solidFill>
              </a:rPr>
              <a:t>Failures</a:t>
            </a:r>
            <a:endParaRPr lang="fr-CH" b="1" dirty="0">
              <a:solidFill>
                <a:srgbClr val="004595"/>
              </a:solidFill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B9501AA-B74D-4416-BEFC-D9228B665E9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4079875"/>
            <a:ext cx="9144000" cy="1655762"/>
          </a:xfrm>
        </p:spPr>
        <p:txBody>
          <a:bodyPr>
            <a:normAutofit/>
          </a:bodyPr>
          <a:lstStyle/>
          <a:p>
            <a:endParaRPr lang="fr-CH" dirty="0"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a:endParaRPr>
          </a:p>
        </p:txBody>
      </p:sp>
      <p:sp>
        <p:nvSpPr>
          <p:cNvPr id="4" name="PB">
            <a:extLst>
              <a:ext uri="{FF2B5EF4-FFF2-40B4-BE49-F238E27FC236}">
                <a16:creationId xmlns:a16="http://schemas.microsoft.com/office/drawing/2014/main" id="{80BB98F6-44CA-E862-4F38-60E26CBD2361}"/>
              </a:ext>
            </a:extLst>
          </p:cNvPr>
          <p:cNvSpPr/>
          <p:nvPr/>
        </p:nvSpPr>
        <p:spPr>
          <a:xfrm>
            <a:off x="0" y="6705600"/>
            <a:ext cx="5277134" cy="152400"/>
          </a:xfrm>
          <a:prstGeom prst="rect">
            <a:avLst/>
          </a:prstGeom>
          <a:solidFill>
            <a:srgbClr val="FFA726"/>
          </a:solidFill>
          <a:ln>
            <a:solidFill>
              <a:srgbClr val="FFA72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964263047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891AC1-7757-84E9-A4B6-A3DAC9873A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fr-CH"/>
              <a:t>Défaillances cryptographiques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42E22A4-A7C2-811E-10FB-FA0F6AF6712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fr-CH"/>
              <a:t>Vulnérabilité liée à l’absence ou à un mauvais chiffrement des données.</a:t>
            </a:r>
          </a:p>
          <a:p>
            <a:pPr marL="0" indent="0">
              <a:buNone/>
            </a:pPr>
            <a:endParaRPr lang="fr-CH"/>
          </a:p>
          <a:p>
            <a:endParaRPr lang="fr-C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2AF654B-867E-C048-8759-A2B9BAB874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FEA277-4ABD-4FFC-841D-26DA6ECA2313}" type="datetime1">
              <a:rPr lang="fr-CH" smtClean="0"/>
              <a:t>26.01.2026</a:t>
            </a:fld>
            <a:endParaRPr lang="fr-CH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F31B3E8-8DD8-C96E-262D-84E8D960D1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34CE5-34C2-4E1A-BD32-3DE8831B36D6}" type="slidenum">
              <a:rPr lang="fr-CH" smtClean="0"/>
              <a:t>39</a:t>
            </a:fld>
            <a:endParaRPr lang="fr-CH"/>
          </a:p>
        </p:txBody>
      </p:sp>
      <p:sp>
        <p:nvSpPr>
          <p:cNvPr id="6" name="PB">
            <a:extLst>
              <a:ext uri="{FF2B5EF4-FFF2-40B4-BE49-F238E27FC236}">
                <a16:creationId xmlns:a16="http://schemas.microsoft.com/office/drawing/2014/main" id="{0AECD015-587C-A7A0-4445-BAEFD04C7BA8}"/>
              </a:ext>
            </a:extLst>
          </p:cNvPr>
          <p:cNvSpPr/>
          <p:nvPr/>
        </p:nvSpPr>
        <p:spPr>
          <a:xfrm>
            <a:off x="0" y="6705600"/>
            <a:ext cx="5459104" cy="152400"/>
          </a:xfrm>
          <a:prstGeom prst="rect">
            <a:avLst/>
          </a:prstGeom>
          <a:solidFill>
            <a:srgbClr val="FFA726"/>
          </a:solidFill>
          <a:ln>
            <a:solidFill>
              <a:srgbClr val="FFA72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3298836893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891AC1-7757-84E9-A4B6-A3DAC9873A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fr-CH"/>
              <a:t>Défaillances cryptographiques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42E22A4-A7C2-811E-10FB-FA0F6AF6712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fr-CH"/>
              <a:t>Est-ce que les données sensibles sont en clair dans le stockage (par exemple : mot de passe en clair dans la table </a:t>
            </a:r>
            <a:r>
              <a:rPr lang="fr-CH" err="1"/>
              <a:t>users</a:t>
            </a:r>
            <a:r>
              <a:rPr lang="fr-CH"/>
              <a:t> de la </a:t>
            </a:r>
            <a:r>
              <a:rPr lang="fr-CH" err="1"/>
              <a:t>db</a:t>
            </a:r>
            <a:r>
              <a:rPr lang="fr-CH"/>
              <a:t>) ?</a:t>
            </a:r>
          </a:p>
          <a:p>
            <a:r>
              <a:rPr lang="fr-CH"/>
              <a:t>Est-ce que les fonctions de hachages sont sûres ? (MD5 ? SHA-1 ? SHA-256 ? SHA-512 ?)</a:t>
            </a:r>
          </a:p>
          <a:p>
            <a:pPr lvl="1"/>
            <a:r>
              <a:rPr lang="fr-CH"/>
              <a:t>Risques de collision ?</a:t>
            </a:r>
          </a:p>
          <a:p>
            <a:pPr lvl="1"/>
            <a:endParaRPr lang="fr-CH"/>
          </a:p>
          <a:p>
            <a:r>
              <a:rPr lang="fr-CH"/>
              <a:t>Est-ce que l’aléatoire est vraiment aléatoire ?</a:t>
            </a:r>
          </a:p>
          <a:p>
            <a:pPr marL="0" indent="0">
              <a:buNone/>
            </a:pPr>
            <a:endParaRPr lang="fr-CH"/>
          </a:p>
          <a:p>
            <a:endParaRPr lang="fr-C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2AF654B-867E-C048-8759-A2B9BAB874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FEA277-4ABD-4FFC-841D-26DA6ECA2313}" type="datetime1">
              <a:rPr lang="fr-CH" smtClean="0"/>
              <a:t>26.01.2026</a:t>
            </a:fld>
            <a:endParaRPr lang="fr-CH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F31B3E8-8DD8-C96E-262D-84E8D960D1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34CE5-34C2-4E1A-BD32-3DE8831B36D6}" type="slidenum">
              <a:rPr lang="fr-CH" smtClean="0"/>
              <a:t>40</a:t>
            </a:fld>
            <a:endParaRPr lang="fr-CH"/>
          </a:p>
        </p:txBody>
      </p:sp>
      <p:sp>
        <p:nvSpPr>
          <p:cNvPr id="6" name="PB">
            <a:extLst>
              <a:ext uri="{FF2B5EF4-FFF2-40B4-BE49-F238E27FC236}">
                <a16:creationId xmlns:a16="http://schemas.microsoft.com/office/drawing/2014/main" id="{EE3BAB4D-8048-2790-65C1-01226DD49660}"/>
              </a:ext>
            </a:extLst>
          </p:cNvPr>
          <p:cNvSpPr/>
          <p:nvPr/>
        </p:nvSpPr>
        <p:spPr>
          <a:xfrm>
            <a:off x="0" y="6705600"/>
            <a:ext cx="5641075" cy="152400"/>
          </a:xfrm>
          <a:prstGeom prst="rect">
            <a:avLst/>
          </a:prstGeom>
          <a:solidFill>
            <a:srgbClr val="FFA726"/>
          </a:solidFill>
          <a:ln>
            <a:solidFill>
              <a:srgbClr val="FFA72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2864663948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891AC1-7757-84E9-A4B6-A3DAC9873A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fr-CH"/>
              <a:t>Défaillances cryptographiques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42E22A4-A7C2-811E-10FB-FA0F6AF6712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fr-CH"/>
              <a:t>Est-ce que les données sensibles sont en clair dans le stockage (par exemple : mot de passe en clair dans la table </a:t>
            </a:r>
            <a:r>
              <a:rPr lang="fr-CH" err="1"/>
              <a:t>users</a:t>
            </a:r>
            <a:r>
              <a:rPr lang="fr-CH"/>
              <a:t> de la </a:t>
            </a:r>
            <a:r>
              <a:rPr lang="fr-CH" err="1"/>
              <a:t>db</a:t>
            </a:r>
            <a:r>
              <a:rPr lang="fr-CH"/>
              <a:t>) ?</a:t>
            </a:r>
          </a:p>
          <a:p>
            <a:r>
              <a:rPr lang="fr-CH"/>
              <a:t>Est-ce que les fonctions de hachages sont sûres ? (MD5 ? SHA-1 ? SHA-256 ? SHA-512 ?)</a:t>
            </a:r>
          </a:p>
          <a:p>
            <a:pPr lvl="1"/>
            <a:r>
              <a:rPr lang="fr-CH"/>
              <a:t>Risques de collision ?</a:t>
            </a:r>
          </a:p>
          <a:p>
            <a:pPr lvl="1"/>
            <a:endParaRPr lang="fr-CH"/>
          </a:p>
          <a:p>
            <a:r>
              <a:rPr lang="fr-CH"/>
              <a:t>Est-ce que l’aléatoire est vraiment aléatoire ?</a:t>
            </a:r>
          </a:p>
          <a:p>
            <a:pPr marL="0" indent="0">
              <a:buNone/>
            </a:pPr>
            <a:endParaRPr lang="fr-CH"/>
          </a:p>
          <a:p>
            <a:endParaRPr lang="fr-C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2AF654B-867E-C048-8759-A2B9BAB874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FEA277-4ABD-4FFC-841D-26DA6ECA2313}" type="datetime1">
              <a:rPr lang="fr-CH" smtClean="0"/>
              <a:t>26.01.2026</a:t>
            </a:fld>
            <a:endParaRPr lang="fr-CH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F31B3E8-8DD8-C96E-262D-84E8D960D1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34CE5-34C2-4E1A-BD32-3DE8831B36D6}" type="slidenum">
              <a:rPr lang="fr-CH" smtClean="0"/>
              <a:t>41</a:t>
            </a:fld>
            <a:endParaRPr lang="fr-CH"/>
          </a:p>
        </p:txBody>
      </p:sp>
      <p:sp>
        <p:nvSpPr>
          <p:cNvPr id="6" name="PB">
            <a:extLst>
              <a:ext uri="{FF2B5EF4-FFF2-40B4-BE49-F238E27FC236}">
                <a16:creationId xmlns:a16="http://schemas.microsoft.com/office/drawing/2014/main" id="{F31E0E21-5365-0ACC-FA9D-BDAD88435BFC}"/>
              </a:ext>
            </a:extLst>
          </p:cNvPr>
          <p:cNvSpPr/>
          <p:nvPr/>
        </p:nvSpPr>
        <p:spPr>
          <a:xfrm>
            <a:off x="0" y="6705600"/>
            <a:ext cx="5823045" cy="152400"/>
          </a:xfrm>
          <a:prstGeom prst="rect">
            <a:avLst/>
          </a:prstGeom>
          <a:solidFill>
            <a:srgbClr val="FFA726"/>
          </a:solidFill>
          <a:ln>
            <a:solidFill>
              <a:srgbClr val="FFA72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826487668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7CA417-48A2-4EC1-BB6A-E88DDE96D870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fr-CH" dirty="0">
                <a:solidFill>
                  <a:srgbClr val="004595"/>
                </a:solidFill>
              </a:rPr>
              <a:t>5. Injection</a:t>
            </a:r>
            <a:endParaRPr lang="fr-CH" b="1" dirty="0">
              <a:solidFill>
                <a:srgbClr val="004595"/>
              </a:solidFill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B9501AA-B74D-4416-BEFC-D9228B665E9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4079875"/>
            <a:ext cx="9144000" cy="1655762"/>
          </a:xfrm>
        </p:spPr>
        <p:txBody>
          <a:bodyPr>
            <a:normAutofit/>
          </a:bodyPr>
          <a:lstStyle/>
          <a:p>
            <a:endParaRPr lang="fr-CH" dirty="0"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a:endParaRPr>
          </a:p>
        </p:txBody>
      </p:sp>
      <p:sp>
        <p:nvSpPr>
          <p:cNvPr id="4" name="PB">
            <a:extLst>
              <a:ext uri="{FF2B5EF4-FFF2-40B4-BE49-F238E27FC236}">
                <a16:creationId xmlns:a16="http://schemas.microsoft.com/office/drawing/2014/main" id="{18267F63-5504-4040-91E8-8E4105D7420B}"/>
              </a:ext>
            </a:extLst>
          </p:cNvPr>
          <p:cNvSpPr/>
          <p:nvPr/>
        </p:nvSpPr>
        <p:spPr>
          <a:xfrm>
            <a:off x="0" y="6705600"/>
            <a:ext cx="6005015" cy="152400"/>
          </a:xfrm>
          <a:prstGeom prst="rect">
            <a:avLst/>
          </a:prstGeom>
          <a:solidFill>
            <a:srgbClr val="FFA726"/>
          </a:solidFill>
          <a:ln>
            <a:solidFill>
              <a:srgbClr val="FFA72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3379686148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891AC1-7757-84E9-A4B6-A3DAC9873A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fr-CH"/>
              <a:t>Injection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42E22A4-A7C2-811E-10FB-FA0F6AF6712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fr-FR"/>
              <a:t>Une vulnérabilité qui permet à un attaquant de relayer du code malveillant via une application vers un autre système. </a:t>
            </a:r>
          </a:p>
          <a:p>
            <a:endParaRPr lang="fr-FR"/>
          </a:p>
          <a:p>
            <a:r>
              <a:rPr lang="fr-FR"/>
              <a:t>Cela peut inclure la compromission des systèmes </a:t>
            </a:r>
            <a:r>
              <a:rPr lang="fr-FR" err="1"/>
              <a:t>back-end</a:t>
            </a:r>
            <a:r>
              <a:rPr lang="fr-FR"/>
              <a:t> ainsi que d’autres clients connectés à l’application vulnérable. </a:t>
            </a:r>
          </a:p>
          <a:p>
            <a:endParaRPr lang="fr-FR"/>
          </a:p>
          <a:p>
            <a:r>
              <a:rPr lang="fr-FR"/>
              <a:t>Effets :</a:t>
            </a:r>
          </a:p>
          <a:p>
            <a:pPr lvl="1"/>
            <a:r>
              <a:rPr lang="fr-FR"/>
              <a:t>Permettre à un attaquant d'exécuter des appels du système d'exploitation sur une machine cible </a:t>
            </a:r>
          </a:p>
          <a:p>
            <a:pPr lvl="1"/>
            <a:r>
              <a:rPr lang="fr-FR"/>
              <a:t>Permettre à un attaquant de compromettre les bases de données </a:t>
            </a:r>
            <a:r>
              <a:rPr lang="fr-FR" err="1"/>
              <a:t>back-end</a:t>
            </a:r>
            <a:endParaRPr lang="fr-FR"/>
          </a:p>
          <a:p>
            <a:pPr lvl="1"/>
            <a:r>
              <a:rPr lang="fr-FR"/>
              <a:t>Permettre à un attaquant de compromettre ou de détourner les sessions d'autres utilisateurs </a:t>
            </a:r>
          </a:p>
          <a:p>
            <a:pPr lvl="1"/>
            <a:r>
              <a:rPr lang="fr-FR"/>
              <a:t>Permettre à un attaquant de forcer des actions au nom d'autres utilisateurs ou services</a:t>
            </a:r>
            <a:endParaRPr lang="fr-CH"/>
          </a:p>
          <a:p>
            <a:pPr lvl="1"/>
            <a:endParaRPr lang="fr-C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2AF654B-867E-C048-8759-A2B9BAB874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FEA277-4ABD-4FFC-841D-26DA6ECA2313}" type="datetime1">
              <a:rPr lang="fr-CH" smtClean="0"/>
              <a:t>26.01.2026</a:t>
            </a:fld>
            <a:endParaRPr lang="fr-CH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F31B3E8-8DD8-C96E-262D-84E8D960D1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34CE5-34C2-4E1A-BD32-3DE8831B36D6}" type="slidenum">
              <a:rPr lang="fr-CH" smtClean="0"/>
              <a:t>43</a:t>
            </a:fld>
            <a:endParaRPr lang="fr-CH"/>
          </a:p>
        </p:txBody>
      </p:sp>
      <p:sp>
        <p:nvSpPr>
          <p:cNvPr id="6" name="PB">
            <a:extLst>
              <a:ext uri="{FF2B5EF4-FFF2-40B4-BE49-F238E27FC236}">
                <a16:creationId xmlns:a16="http://schemas.microsoft.com/office/drawing/2014/main" id="{27A53BCE-C2BB-F4B2-9C75-96C4C3503B39}"/>
              </a:ext>
            </a:extLst>
          </p:cNvPr>
          <p:cNvSpPr/>
          <p:nvPr/>
        </p:nvSpPr>
        <p:spPr>
          <a:xfrm>
            <a:off x="0" y="6705600"/>
            <a:ext cx="6186985" cy="152400"/>
          </a:xfrm>
          <a:prstGeom prst="rect">
            <a:avLst/>
          </a:prstGeom>
          <a:solidFill>
            <a:srgbClr val="FFA726"/>
          </a:solidFill>
          <a:ln>
            <a:solidFill>
              <a:srgbClr val="FFA72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1581501484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891AC1-7757-84E9-A4B6-A3DAC9873A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fr-CH"/>
              <a:t>Injection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42E22A4-A7C2-811E-10FB-FA0F6AF6712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fr-CH"/>
              <a:t>Cross-site </a:t>
            </a:r>
            <a:r>
              <a:rPr lang="fr-CH" err="1"/>
              <a:t>scripting</a:t>
            </a:r>
            <a:r>
              <a:rPr lang="fr-CH"/>
              <a:t> (XSS) :</a:t>
            </a:r>
          </a:p>
          <a:p>
            <a:pPr lvl="1"/>
            <a:endParaRPr lang="fr-C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2AF654B-867E-C048-8759-A2B9BAB874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FEA277-4ABD-4FFC-841D-26DA6ECA2313}" type="datetime1">
              <a:rPr lang="fr-CH" smtClean="0"/>
              <a:t>26.01.2026</a:t>
            </a:fld>
            <a:endParaRPr lang="fr-CH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F31B3E8-8DD8-C96E-262D-84E8D960D1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34CE5-34C2-4E1A-BD32-3DE8831B36D6}" type="slidenum">
              <a:rPr lang="fr-CH" smtClean="0"/>
              <a:t>44</a:t>
            </a:fld>
            <a:endParaRPr lang="fr-CH"/>
          </a:p>
        </p:txBody>
      </p:sp>
      <p:pic>
        <p:nvPicPr>
          <p:cNvPr id="6" name="Graphic 5" descr="Detective male with solid fill">
            <a:extLst>
              <a:ext uri="{FF2B5EF4-FFF2-40B4-BE49-F238E27FC236}">
                <a16:creationId xmlns:a16="http://schemas.microsoft.com/office/drawing/2014/main" id="{4A7D49D5-3F7A-2ED5-9D53-D94F87AE659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844194" y="4933594"/>
            <a:ext cx="731211" cy="731211"/>
          </a:xfrm>
          <a:prstGeom prst="rect">
            <a:avLst/>
          </a:prstGeom>
        </p:spPr>
      </p:pic>
      <p:pic>
        <p:nvPicPr>
          <p:cNvPr id="8" name="Graphic 7" descr="Internet outline">
            <a:extLst>
              <a:ext uri="{FF2B5EF4-FFF2-40B4-BE49-F238E27FC236}">
                <a16:creationId xmlns:a16="http://schemas.microsoft.com/office/drawing/2014/main" id="{6A27E4A4-8A91-5FC0-40D5-A138A1884A32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5498123" y="2590800"/>
            <a:ext cx="914400" cy="914400"/>
          </a:xfrm>
          <a:prstGeom prst="rect">
            <a:avLst/>
          </a:prstGeom>
        </p:spPr>
      </p:pic>
      <p:pic>
        <p:nvPicPr>
          <p:cNvPr id="10" name="Graphic 9" descr="User with solid fill">
            <a:extLst>
              <a:ext uri="{FF2B5EF4-FFF2-40B4-BE49-F238E27FC236}">
                <a16:creationId xmlns:a16="http://schemas.microsoft.com/office/drawing/2014/main" id="{1E99FB9D-7F4C-A910-97A0-86D614C38044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8153400" y="4750405"/>
            <a:ext cx="914400" cy="914400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B7B1E1AE-A8FC-2368-4552-6DFA08023922}"/>
              </a:ext>
            </a:extLst>
          </p:cNvPr>
          <p:cNvSpPr txBox="1"/>
          <p:nvPr/>
        </p:nvSpPr>
        <p:spPr>
          <a:xfrm>
            <a:off x="5094863" y="3320534"/>
            <a:ext cx="17209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err="1">
                <a:solidFill>
                  <a:srgbClr val="00B050"/>
                </a:solidFill>
              </a:rPr>
              <a:t>Trusted</a:t>
            </a:r>
            <a:r>
              <a:rPr lang="fr-CH">
                <a:solidFill>
                  <a:srgbClr val="00B050"/>
                </a:solidFill>
              </a:rPr>
              <a:t> </a:t>
            </a:r>
            <a:r>
              <a:rPr lang="fr-CH" err="1">
                <a:solidFill>
                  <a:srgbClr val="00B050"/>
                </a:solidFill>
              </a:rPr>
              <a:t>website</a:t>
            </a:r>
            <a:r>
              <a:rPr lang="fr-CH">
                <a:solidFill>
                  <a:srgbClr val="00B050"/>
                </a:solidFill>
              </a:rPr>
              <a:t> </a:t>
            </a:r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191741EC-EE97-8ACE-4FC9-A74FB059AB76}"/>
              </a:ext>
            </a:extLst>
          </p:cNvPr>
          <p:cNvSpPr/>
          <p:nvPr/>
        </p:nvSpPr>
        <p:spPr>
          <a:xfrm>
            <a:off x="2575405" y="3941512"/>
            <a:ext cx="808893" cy="808893"/>
          </a:xfrm>
          <a:prstGeom prst="ellipse">
            <a:avLst/>
          </a:prstGeom>
          <a:ln w="63500" cmpd="thinThick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CH"/>
              <a:t>1</a:t>
            </a:r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205B2B20-B3F6-CE02-C5E9-B093B27780A2}"/>
              </a:ext>
            </a:extLst>
          </p:cNvPr>
          <p:cNvCxnSpPr/>
          <p:nvPr/>
        </p:nvCxnSpPr>
        <p:spPr>
          <a:xfrm flipV="1">
            <a:off x="3411415" y="3587262"/>
            <a:ext cx="1548541" cy="586153"/>
          </a:xfrm>
          <a:prstGeom prst="straightConnector1">
            <a:avLst/>
          </a:prstGeom>
          <a:ln w="38100"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EDA183F2-B96A-A855-5C2F-4F5C5695D7D1}"/>
              </a:ext>
            </a:extLst>
          </p:cNvPr>
          <p:cNvSpPr txBox="1"/>
          <p:nvPr/>
        </p:nvSpPr>
        <p:spPr>
          <a:xfrm>
            <a:off x="3581400" y="4176495"/>
            <a:ext cx="301338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>
                <a:solidFill>
                  <a:schemeClr val="bg2"/>
                </a:solidFill>
              </a:rPr>
              <a:t>L’attaquant injecte dans le site</a:t>
            </a:r>
          </a:p>
          <a:p>
            <a:r>
              <a:rPr lang="fr-CH">
                <a:solidFill>
                  <a:schemeClr val="bg2"/>
                </a:solidFill>
              </a:rPr>
              <a:t>un script malicieux</a:t>
            </a:r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8592FF5D-3BB0-1FD5-D261-7868878BE61B}"/>
              </a:ext>
            </a:extLst>
          </p:cNvPr>
          <p:cNvSpPr/>
          <p:nvPr/>
        </p:nvSpPr>
        <p:spPr>
          <a:xfrm>
            <a:off x="7809759" y="3941511"/>
            <a:ext cx="808893" cy="808893"/>
          </a:xfrm>
          <a:prstGeom prst="ellipse">
            <a:avLst/>
          </a:prstGeom>
          <a:ln w="63500" cmpd="thinThick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CH"/>
              <a:t>2</a:t>
            </a: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5F664382-CED1-89A6-6D90-5435CCD66565}"/>
              </a:ext>
            </a:extLst>
          </p:cNvPr>
          <p:cNvCxnSpPr>
            <a:cxnSpLocks/>
          </p:cNvCxnSpPr>
          <p:nvPr/>
        </p:nvCxnSpPr>
        <p:spPr>
          <a:xfrm flipH="1" flipV="1">
            <a:off x="6815783" y="3648434"/>
            <a:ext cx="1028598" cy="366719"/>
          </a:xfrm>
          <a:prstGeom prst="straightConnector1">
            <a:avLst/>
          </a:prstGeom>
          <a:ln w="38100"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TextBox 18">
            <a:extLst>
              <a:ext uri="{FF2B5EF4-FFF2-40B4-BE49-F238E27FC236}">
                <a16:creationId xmlns:a16="http://schemas.microsoft.com/office/drawing/2014/main" id="{B49FD00B-A733-E795-8024-B0E3F0D40938}"/>
              </a:ext>
            </a:extLst>
          </p:cNvPr>
          <p:cNvSpPr txBox="1"/>
          <p:nvPr/>
        </p:nvSpPr>
        <p:spPr>
          <a:xfrm>
            <a:off x="7164915" y="3037890"/>
            <a:ext cx="353673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>
                <a:solidFill>
                  <a:schemeClr val="bg2"/>
                </a:solidFill>
              </a:rPr>
              <a:t>La victime visite le site et déclenche</a:t>
            </a:r>
          </a:p>
          <a:p>
            <a:r>
              <a:rPr lang="fr-CH">
                <a:solidFill>
                  <a:schemeClr val="bg2"/>
                </a:solidFill>
              </a:rPr>
              <a:t>le script.</a:t>
            </a:r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1A78C07E-AAA5-6A2A-4BCB-B6C6F84C2FA4}"/>
              </a:ext>
            </a:extLst>
          </p:cNvPr>
          <p:cNvSpPr/>
          <p:nvPr/>
        </p:nvSpPr>
        <p:spPr>
          <a:xfrm>
            <a:off x="7043539" y="4988889"/>
            <a:ext cx="808893" cy="808893"/>
          </a:xfrm>
          <a:prstGeom prst="ellipse">
            <a:avLst/>
          </a:prstGeom>
          <a:ln w="63500" cmpd="thinThick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CH"/>
              <a:t>3</a:t>
            </a:r>
          </a:p>
        </p:txBody>
      </p: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084638AB-1485-DA8B-AF93-B1AC417567FE}"/>
              </a:ext>
            </a:extLst>
          </p:cNvPr>
          <p:cNvCxnSpPr>
            <a:cxnSpLocks/>
          </p:cNvCxnSpPr>
          <p:nvPr/>
        </p:nvCxnSpPr>
        <p:spPr>
          <a:xfrm flipH="1" flipV="1">
            <a:off x="3384298" y="4750055"/>
            <a:ext cx="3562026" cy="632771"/>
          </a:xfrm>
          <a:prstGeom prst="straightConnector1">
            <a:avLst/>
          </a:prstGeom>
          <a:ln w="38100"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B71E6123-B3B1-7AE2-4C95-E9319BE3F77D}"/>
              </a:ext>
            </a:extLst>
          </p:cNvPr>
          <p:cNvSpPr txBox="1"/>
          <p:nvPr/>
        </p:nvSpPr>
        <p:spPr>
          <a:xfrm>
            <a:off x="3411415" y="5397159"/>
            <a:ext cx="3842783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>
                <a:solidFill>
                  <a:schemeClr val="bg2"/>
                </a:solidFill>
              </a:rPr>
              <a:t>Le navigateur de la victime envoie</a:t>
            </a:r>
          </a:p>
          <a:p>
            <a:r>
              <a:rPr lang="fr-CH">
                <a:solidFill>
                  <a:schemeClr val="bg2"/>
                </a:solidFill>
              </a:rPr>
              <a:t>des informations (</a:t>
            </a:r>
            <a:r>
              <a:rPr lang="fr-CH" err="1">
                <a:solidFill>
                  <a:schemeClr val="bg2"/>
                </a:solidFill>
              </a:rPr>
              <a:t>tokens</a:t>
            </a:r>
            <a:r>
              <a:rPr lang="fr-CH">
                <a:solidFill>
                  <a:schemeClr val="bg2"/>
                </a:solidFill>
              </a:rPr>
              <a:t>, cookies, etc.)</a:t>
            </a:r>
          </a:p>
          <a:p>
            <a:r>
              <a:rPr lang="fr-CH">
                <a:solidFill>
                  <a:schemeClr val="bg2"/>
                </a:solidFill>
              </a:rPr>
              <a:t>à l’attaquant.</a:t>
            </a:r>
          </a:p>
        </p:txBody>
      </p:sp>
      <p:sp>
        <p:nvSpPr>
          <p:cNvPr id="7" name="PB">
            <a:extLst>
              <a:ext uri="{FF2B5EF4-FFF2-40B4-BE49-F238E27FC236}">
                <a16:creationId xmlns:a16="http://schemas.microsoft.com/office/drawing/2014/main" id="{285B7382-0247-A14F-87F9-E0745475F7E1}"/>
              </a:ext>
            </a:extLst>
          </p:cNvPr>
          <p:cNvSpPr/>
          <p:nvPr/>
        </p:nvSpPr>
        <p:spPr>
          <a:xfrm>
            <a:off x="0" y="6705600"/>
            <a:ext cx="6368955" cy="152400"/>
          </a:xfrm>
          <a:prstGeom prst="rect">
            <a:avLst/>
          </a:prstGeom>
          <a:solidFill>
            <a:srgbClr val="FFA726"/>
          </a:solidFill>
          <a:ln>
            <a:solidFill>
              <a:srgbClr val="FFA72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3775753609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891AC1-7757-84E9-A4B6-A3DAC9873A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fr-CH"/>
              <a:t>Injection SQL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42E22A4-A7C2-811E-10FB-FA0F6AF6712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fr-CH" dirty="0"/>
              <a:t>Injection SQL :</a:t>
            </a:r>
          </a:p>
          <a:p>
            <a:pPr lvl="1"/>
            <a:r>
              <a:rPr lang="fr-CH" dirty="0"/>
              <a:t>Supposons le code suivant :</a:t>
            </a:r>
          </a:p>
          <a:p>
            <a:pPr lvl="1"/>
            <a:endParaRPr lang="fr-CH" dirty="0"/>
          </a:p>
          <a:p>
            <a:pPr lvl="2"/>
            <a:r>
              <a:rPr lang="fr-CH" dirty="0"/>
              <a:t>SELECT ALL FROM </a:t>
            </a:r>
            <a:r>
              <a:rPr lang="fr-CH" dirty="0" err="1"/>
              <a:t>t_users</a:t>
            </a:r>
            <a:r>
              <a:rPr lang="fr-CH" dirty="0"/>
              <a:t> WHERE </a:t>
            </a:r>
            <a:r>
              <a:rPr lang="fr-CH" dirty="0" err="1"/>
              <a:t>idUser</a:t>
            </a:r>
            <a:r>
              <a:rPr lang="fr-CH" dirty="0"/>
              <a:t> = «Valeur du formulaire»</a:t>
            </a:r>
          </a:p>
          <a:p>
            <a:pPr lvl="2"/>
            <a:endParaRPr lang="fr-CH" dirty="0"/>
          </a:p>
          <a:p>
            <a:pPr lvl="2"/>
            <a:endParaRPr lang="fr-CH" dirty="0"/>
          </a:p>
          <a:p>
            <a:pPr lvl="1"/>
            <a:r>
              <a:rPr lang="fr-CH" dirty="0"/>
              <a:t>Quel problème peut survenir ?</a:t>
            </a:r>
          </a:p>
          <a:p>
            <a:pPr lvl="1"/>
            <a:endParaRPr lang="fr-CH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2AF654B-867E-C048-8759-A2B9BAB874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FEA277-4ABD-4FFC-841D-26DA6ECA2313}" type="datetime1">
              <a:rPr lang="fr-CH" smtClean="0"/>
              <a:t>26.01.2026</a:t>
            </a:fld>
            <a:endParaRPr lang="fr-CH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F31B3E8-8DD8-C96E-262D-84E8D960D1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34CE5-34C2-4E1A-BD32-3DE8831B36D6}" type="slidenum">
              <a:rPr lang="fr-CH" smtClean="0"/>
              <a:t>45</a:t>
            </a:fld>
            <a:endParaRPr lang="fr-CH"/>
          </a:p>
        </p:txBody>
      </p:sp>
      <p:sp>
        <p:nvSpPr>
          <p:cNvPr id="6" name="PB">
            <a:extLst>
              <a:ext uri="{FF2B5EF4-FFF2-40B4-BE49-F238E27FC236}">
                <a16:creationId xmlns:a16="http://schemas.microsoft.com/office/drawing/2014/main" id="{EB5F0D70-D289-0416-3AC0-471171D8BB64}"/>
              </a:ext>
            </a:extLst>
          </p:cNvPr>
          <p:cNvSpPr/>
          <p:nvPr/>
        </p:nvSpPr>
        <p:spPr>
          <a:xfrm>
            <a:off x="0" y="6705600"/>
            <a:ext cx="6550926" cy="152400"/>
          </a:xfrm>
          <a:prstGeom prst="rect">
            <a:avLst/>
          </a:prstGeom>
          <a:solidFill>
            <a:srgbClr val="FFA726"/>
          </a:solidFill>
          <a:ln>
            <a:solidFill>
              <a:srgbClr val="FFA72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1076046755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891AC1-7757-84E9-A4B6-A3DAC9873A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fr-CH"/>
              <a:t>Injection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42E22A4-A7C2-811E-10FB-FA0F6AF6712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fr-CH"/>
              <a:t>«Valeur du formulaire» pourrait être :</a:t>
            </a:r>
          </a:p>
          <a:p>
            <a:r>
              <a:rPr lang="fr-CH"/>
              <a:t>‘’ OR 1 = 1</a:t>
            </a:r>
          </a:p>
          <a:p>
            <a:pPr lvl="1"/>
            <a:r>
              <a:rPr lang="fr-CH"/>
              <a:t>Le code suivant serait exécuté :</a:t>
            </a:r>
          </a:p>
          <a:p>
            <a:pPr lvl="1"/>
            <a:endParaRPr lang="fr-CH"/>
          </a:p>
          <a:p>
            <a:pPr lvl="2"/>
            <a:r>
              <a:rPr lang="fr-CH"/>
              <a:t>SELECT ALL FROM </a:t>
            </a:r>
            <a:r>
              <a:rPr lang="fr-CH" err="1"/>
              <a:t>t_users</a:t>
            </a:r>
            <a:r>
              <a:rPr lang="fr-CH"/>
              <a:t> WHERE </a:t>
            </a:r>
            <a:r>
              <a:rPr lang="fr-CH" err="1"/>
              <a:t>idUser</a:t>
            </a:r>
            <a:r>
              <a:rPr lang="fr-CH"/>
              <a:t> = ‘’ OR 1 = 1</a:t>
            </a:r>
          </a:p>
          <a:p>
            <a:pPr lvl="2"/>
            <a:endParaRPr lang="fr-CH"/>
          </a:p>
          <a:p>
            <a:pPr lvl="1"/>
            <a:r>
              <a:rPr lang="fr-CH"/>
              <a:t>Que retournerait la commande ?</a:t>
            </a:r>
          </a:p>
          <a:p>
            <a:pPr lvl="1"/>
            <a:endParaRPr lang="fr-C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2AF654B-867E-C048-8759-A2B9BAB874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FEA277-4ABD-4FFC-841D-26DA6ECA2313}" type="datetime1">
              <a:rPr lang="fr-CH" smtClean="0"/>
              <a:t>26.01.2026</a:t>
            </a:fld>
            <a:endParaRPr lang="fr-CH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F31B3E8-8DD8-C96E-262D-84E8D960D1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34CE5-34C2-4E1A-BD32-3DE8831B36D6}" type="slidenum">
              <a:rPr lang="fr-CH" smtClean="0"/>
              <a:t>46</a:t>
            </a:fld>
            <a:endParaRPr lang="fr-CH"/>
          </a:p>
        </p:txBody>
      </p:sp>
      <p:sp>
        <p:nvSpPr>
          <p:cNvPr id="6" name="PB">
            <a:extLst>
              <a:ext uri="{FF2B5EF4-FFF2-40B4-BE49-F238E27FC236}">
                <a16:creationId xmlns:a16="http://schemas.microsoft.com/office/drawing/2014/main" id="{3110834B-5710-1F07-9DF9-66A7395E33B3}"/>
              </a:ext>
            </a:extLst>
          </p:cNvPr>
          <p:cNvSpPr/>
          <p:nvPr/>
        </p:nvSpPr>
        <p:spPr>
          <a:xfrm>
            <a:off x="0" y="6705600"/>
            <a:ext cx="6732895" cy="152400"/>
          </a:xfrm>
          <a:prstGeom prst="rect">
            <a:avLst/>
          </a:prstGeom>
          <a:solidFill>
            <a:srgbClr val="FFA726"/>
          </a:solidFill>
          <a:ln>
            <a:solidFill>
              <a:srgbClr val="FFA72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401254169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891AC1-7757-84E9-A4B6-A3DAC9873A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fr-CH"/>
              <a:t>Injection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42E22A4-A7C2-811E-10FB-FA0F6AF6712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fr-CH"/>
              <a:t>«Valeur du formulaire» pourrait être :</a:t>
            </a:r>
          </a:p>
          <a:p>
            <a:r>
              <a:rPr lang="fr-CH"/>
              <a:t> ‘’ ; DROP DATABASE …; --</a:t>
            </a:r>
          </a:p>
          <a:p>
            <a:pPr lvl="1"/>
            <a:r>
              <a:rPr lang="fr-CH"/>
              <a:t>Le code suivant serait exécuté :</a:t>
            </a:r>
          </a:p>
          <a:p>
            <a:pPr lvl="1"/>
            <a:endParaRPr lang="fr-CH"/>
          </a:p>
          <a:p>
            <a:pPr lvl="2"/>
            <a:r>
              <a:rPr lang="fr-CH"/>
              <a:t>SELECT ALL FROM </a:t>
            </a:r>
            <a:r>
              <a:rPr lang="fr-CH" err="1"/>
              <a:t>t_users</a:t>
            </a:r>
            <a:r>
              <a:rPr lang="fr-CH"/>
              <a:t> WHERE </a:t>
            </a:r>
            <a:r>
              <a:rPr lang="fr-CH" err="1"/>
              <a:t>idUser</a:t>
            </a:r>
            <a:r>
              <a:rPr lang="fr-CH"/>
              <a:t> = ‘’ ; DROP DATABASE …; --</a:t>
            </a:r>
          </a:p>
          <a:p>
            <a:pPr lvl="2"/>
            <a:endParaRPr lang="fr-CH"/>
          </a:p>
          <a:p>
            <a:pPr lvl="1"/>
            <a:r>
              <a:rPr lang="fr-CH"/>
              <a:t>Que retournerait la commande ?</a:t>
            </a:r>
          </a:p>
          <a:p>
            <a:pPr lvl="1"/>
            <a:endParaRPr lang="fr-C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2AF654B-867E-C048-8759-A2B9BAB874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FEA277-4ABD-4FFC-841D-26DA6ECA2313}" type="datetime1">
              <a:rPr lang="fr-CH" smtClean="0"/>
              <a:t>26.01.2026</a:t>
            </a:fld>
            <a:endParaRPr lang="fr-CH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F31B3E8-8DD8-C96E-262D-84E8D960D1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34CE5-34C2-4E1A-BD32-3DE8831B36D6}" type="slidenum">
              <a:rPr lang="fr-CH" smtClean="0"/>
              <a:t>47</a:t>
            </a:fld>
            <a:endParaRPr lang="fr-CH"/>
          </a:p>
        </p:txBody>
      </p:sp>
      <p:sp>
        <p:nvSpPr>
          <p:cNvPr id="6" name="PB">
            <a:extLst>
              <a:ext uri="{FF2B5EF4-FFF2-40B4-BE49-F238E27FC236}">
                <a16:creationId xmlns:a16="http://schemas.microsoft.com/office/drawing/2014/main" id="{1D400EC2-F71D-4733-77E0-DEE7BB062894}"/>
              </a:ext>
            </a:extLst>
          </p:cNvPr>
          <p:cNvSpPr/>
          <p:nvPr/>
        </p:nvSpPr>
        <p:spPr>
          <a:xfrm>
            <a:off x="0" y="6705600"/>
            <a:ext cx="6914866" cy="152400"/>
          </a:xfrm>
          <a:prstGeom prst="rect">
            <a:avLst/>
          </a:prstGeom>
          <a:solidFill>
            <a:srgbClr val="FFA726"/>
          </a:solidFill>
          <a:ln>
            <a:solidFill>
              <a:srgbClr val="FFA72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2591550510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891AC1-7757-84E9-A4B6-A3DAC9873A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fr-CH"/>
              <a:t>Falsification des requêtes serveur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42E22A4-A7C2-811E-10FB-FA0F6AF6712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fr-CH"/>
              <a:t>SSRF permet à l’attaquant de contraindre l’application d’envoyer une requête à une destination inattendue.</a:t>
            </a:r>
          </a:p>
          <a:p>
            <a:endParaRPr lang="fr-CH"/>
          </a:p>
          <a:p>
            <a:r>
              <a:rPr lang="fr-CH"/>
              <a:t>Cela permet à l’attaquant de se faire passer pour le serveur victime et atteindre des API internes, des bases de données.</a:t>
            </a:r>
          </a:p>
          <a:p>
            <a:endParaRPr lang="fr-CH"/>
          </a:p>
          <a:p>
            <a:r>
              <a:rPr lang="fr-CH"/>
              <a:t>SSRF se produit lorsqu’un serveur veut atteindre des ressources externes, une image par exemple.</a:t>
            </a:r>
          </a:p>
          <a:p>
            <a:endParaRPr lang="fr-C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2AF654B-867E-C048-8759-A2B9BAB874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FEA277-4ABD-4FFC-841D-26DA6ECA2313}" type="datetime1">
              <a:rPr lang="fr-CH" smtClean="0"/>
              <a:t>26.01.2026</a:t>
            </a:fld>
            <a:endParaRPr lang="fr-CH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F31B3E8-8DD8-C96E-262D-84E8D960D1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34CE5-34C2-4E1A-BD32-3DE8831B36D6}" type="slidenum">
              <a:rPr lang="fr-CH" smtClean="0"/>
              <a:t>48</a:t>
            </a:fld>
            <a:endParaRPr lang="fr-CH"/>
          </a:p>
        </p:txBody>
      </p:sp>
      <p:sp>
        <p:nvSpPr>
          <p:cNvPr id="6" name="PB">
            <a:extLst>
              <a:ext uri="{FF2B5EF4-FFF2-40B4-BE49-F238E27FC236}">
                <a16:creationId xmlns:a16="http://schemas.microsoft.com/office/drawing/2014/main" id="{CD7C6C15-B971-7383-E74E-21D0890E2420}"/>
              </a:ext>
            </a:extLst>
          </p:cNvPr>
          <p:cNvSpPr/>
          <p:nvPr/>
        </p:nvSpPr>
        <p:spPr>
          <a:xfrm>
            <a:off x="0" y="6705600"/>
            <a:ext cx="11100179" cy="152400"/>
          </a:xfrm>
          <a:prstGeom prst="rect">
            <a:avLst/>
          </a:prstGeom>
          <a:solidFill>
            <a:srgbClr val="FFA726"/>
          </a:solidFill>
          <a:ln>
            <a:solidFill>
              <a:srgbClr val="FFA72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3471957615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891AC1-7757-84E9-A4B6-A3DAC9873A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fr-CH"/>
              <a:t>Falsification des requêtes serveur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42E22A4-A7C2-811E-10FB-FA0F6AF6712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fr-CH"/>
              <a:t>Solutions</a:t>
            </a:r>
          </a:p>
          <a:p>
            <a:endParaRPr lang="fr-CH"/>
          </a:p>
          <a:p>
            <a:r>
              <a:rPr lang="fr-CH" err="1"/>
              <a:t>Only-allowed</a:t>
            </a:r>
            <a:r>
              <a:rPr lang="fr-CH"/>
              <a:t> ou not-</a:t>
            </a:r>
            <a:r>
              <a:rPr lang="fr-CH" err="1"/>
              <a:t>Allowed</a:t>
            </a:r>
            <a:r>
              <a:rPr lang="fr-CH"/>
              <a:t> liste doit être appliquée</a:t>
            </a:r>
          </a:p>
          <a:p>
            <a:r>
              <a:rPr lang="fr-CH" err="1"/>
              <a:t>Webapps</a:t>
            </a:r>
            <a:r>
              <a:rPr lang="fr-CH"/>
              <a:t> sont vulnérables aux attaques SSRF</a:t>
            </a:r>
          </a:p>
          <a:p>
            <a:endParaRPr lang="fr-CH"/>
          </a:p>
          <a:p>
            <a:endParaRPr lang="fr-C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2AF654B-867E-C048-8759-A2B9BAB874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FEA277-4ABD-4FFC-841D-26DA6ECA2313}" type="datetime1">
              <a:rPr lang="fr-CH" smtClean="0"/>
              <a:t>26.01.2026</a:t>
            </a:fld>
            <a:endParaRPr lang="fr-CH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F31B3E8-8DD8-C96E-262D-84E8D960D1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34CE5-34C2-4E1A-BD32-3DE8831B36D6}" type="slidenum">
              <a:rPr lang="fr-CH" smtClean="0"/>
              <a:t>49</a:t>
            </a:fld>
            <a:endParaRPr lang="fr-CH"/>
          </a:p>
        </p:txBody>
      </p:sp>
      <p:sp>
        <p:nvSpPr>
          <p:cNvPr id="6" name="PB">
            <a:extLst>
              <a:ext uri="{FF2B5EF4-FFF2-40B4-BE49-F238E27FC236}">
                <a16:creationId xmlns:a16="http://schemas.microsoft.com/office/drawing/2014/main" id="{CD7C6C15-B971-7383-E74E-21D0890E2420}"/>
              </a:ext>
            </a:extLst>
          </p:cNvPr>
          <p:cNvSpPr/>
          <p:nvPr/>
        </p:nvSpPr>
        <p:spPr>
          <a:xfrm>
            <a:off x="0" y="6705600"/>
            <a:ext cx="11100179" cy="152400"/>
          </a:xfrm>
          <a:prstGeom prst="rect">
            <a:avLst/>
          </a:prstGeom>
          <a:solidFill>
            <a:srgbClr val="FFA726"/>
          </a:solidFill>
          <a:ln>
            <a:solidFill>
              <a:srgbClr val="FFA72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309623908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891AC1-7757-84E9-A4B6-A3DAC9873A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fr-CH"/>
              <a:t>Injection : se prémunir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42E22A4-A7C2-811E-10FB-FA0F6AF6712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fr-CH"/>
              <a:t>Valider les entrées de formulaire</a:t>
            </a:r>
          </a:p>
          <a:p>
            <a:r>
              <a:rPr lang="fr-CH"/>
              <a:t>Appliquer le principe de moindres privilèges</a:t>
            </a:r>
          </a:p>
          <a:p>
            <a:r>
              <a:rPr lang="fr-CH"/>
              <a:t>Eviter de passer par des services externes</a:t>
            </a:r>
          </a:p>
          <a:p>
            <a:r>
              <a:rPr lang="fr-CH"/>
              <a:t>Tester les retours de fonctions</a:t>
            </a:r>
          </a:p>
          <a:p>
            <a:r>
              <a:rPr lang="fr-CH"/>
              <a:t>Vérifier les exceptions</a:t>
            </a:r>
          </a:p>
          <a:p>
            <a:pPr lvl="1"/>
            <a:endParaRPr lang="fr-C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2AF654B-867E-C048-8759-A2B9BAB874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FEA277-4ABD-4FFC-841D-26DA6ECA2313}" type="datetime1">
              <a:rPr lang="fr-CH" smtClean="0"/>
              <a:t>26.01.2026</a:t>
            </a:fld>
            <a:endParaRPr lang="fr-CH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F31B3E8-8DD8-C96E-262D-84E8D960D1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34CE5-34C2-4E1A-BD32-3DE8831B36D6}" type="slidenum">
              <a:rPr lang="fr-CH" smtClean="0"/>
              <a:t>50</a:t>
            </a:fld>
            <a:endParaRPr lang="fr-CH"/>
          </a:p>
        </p:txBody>
      </p:sp>
      <p:sp>
        <p:nvSpPr>
          <p:cNvPr id="6" name="PB">
            <a:extLst>
              <a:ext uri="{FF2B5EF4-FFF2-40B4-BE49-F238E27FC236}">
                <a16:creationId xmlns:a16="http://schemas.microsoft.com/office/drawing/2014/main" id="{E3234006-B7DE-C7C9-617A-FCA52208BBD8}"/>
              </a:ext>
            </a:extLst>
          </p:cNvPr>
          <p:cNvSpPr/>
          <p:nvPr/>
        </p:nvSpPr>
        <p:spPr>
          <a:xfrm>
            <a:off x="0" y="6705600"/>
            <a:ext cx="7096836" cy="152400"/>
          </a:xfrm>
          <a:prstGeom prst="rect">
            <a:avLst/>
          </a:prstGeom>
          <a:solidFill>
            <a:srgbClr val="FFA726"/>
          </a:solidFill>
          <a:ln>
            <a:solidFill>
              <a:srgbClr val="FFA72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273545595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7CA417-48A2-4EC1-BB6A-E88DDE96D870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fr-CH" dirty="0">
                <a:solidFill>
                  <a:srgbClr val="004595"/>
                </a:solidFill>
              </a:rPr>
              <a:t>6. </a:t>
            </a:r>
            <a:r>
              <a:rPr lang="fr-CH" dirty="0" err="1">
                <a:solidFill>
                  <a:srgbClr val="004595"/>
                </a:solidFill>
              </a:rPr>
              <a:t>Insecure</a:t>
            </a:r>
            <a:r>
              <a:rPr lang="fr-CH" dirty="0">
                <a:solidFill>
                  <a:srgbClr val="004595"/>
                </a:solidFill>
              </a:rPr>
              <a:t> Design</a:t>
            </a:r>
            <a:endParaRPr lang="fr-CH" b="1" dirty="0">
              <a:solidFill>
                <a:srgbClr val="004595"/>
              </a:solidFill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B9501AA-B74D-4416-BEFC-D9228B665E9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4079875"/>
            <a:ext cx="9144000" cy="1655762"/>
          </a:xfrm>
        </p:spPr>
        <p:txBody>
          <a:bodyPr>
            <a:normAutofit/>
          </a:bodyPr>
          <a:lstStyle/>
          <a:p>
            <a:endParaRPr lang="fr-CH" dirty="0"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a:endParaRPr>
          </a:p>
        </p:txBody>
      </p:sp>
      <p:sp>
        <p:nvSpPr>
          <p:cNvPr id="4" name="PB">
            <a:extLst>
              <a:ext uri="{FF2B5EF4-FFF2-40B4-BE49-F238E27FC236}">
                <a16:creationId xmlns:a16="http://schemas.microsoft.com/office/drawing/2014/main" id="{D9560A59-6801-6448-28F1-5AF540BEF7FB}"/>
              </a:ext>
            </a:extLst>
          </p:cNvPr>
          <p:cNvSpPr/>
          <p:nvPr/>
        </p:nvSpPr>
        <p:spPr>
          <a:xfrm>
            <a:off x="0" y="6705600"/>
            <a:ext cx="7278806" cy="152400"/>
          </a:xfrm>
          <a:prstGeom prst="rect">
            <a:avLst/>
          </a:prstGeom>
          <a:solidFill>
            <a:srgbClr val="FFA726"/>
          </a:solidFill>
          <a:ln>
            <a:solidFill>
              <a:srgbClr val="FFA72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2860397591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891AC1-7757-84E9-A4B6-A3DAC9873A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fr-CH"/>
              <a:t>Conception non-sécurisée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42E22A4-A7C2-811E-10FB-FA0F6AF6712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fr-CH"/>
              <a:t>Vulnérabilité liée à la non-prise en considération des principes de sécurité dès les premières étapes du processus de conception de l'application.</a:t>
            </a:r>
          </a:p>
          <a:p>
            <a:pPr marL="0" indent="0">
              <a:buNone/>
            </a:pPr>
            <a:endParaRPr lang="fr-CH"/>
          </a:p>
          <a:p>
            <a:r>
              <a:rPr lang="fr-CH"/>
              <a:t>Analogie avec la vie de tous les jours :</a:t>
            </a:r>
          </a:p>
          <a:p>
            <a:pPr lvl="1"/>
            <a:r>
              <a:rPr lang="fr-CH"/>
              <a:t>Un constructeur automobile n’a pas pris en compte le fait que la ceinture de sécurité devait résister à un choc de plus de 1000N</a:t>
            </a:r>
          </a:p>
          <a:p>
            <a:pPr lvl="1"/>
            <a:endParaRPr lang="fr-CH"/>
          </a:p>
          <a:p>
            <a:pPr lvl="1"/>
            <a:r>
              <a:rPr lang="fr-CH"/>
              <a:t>En cas de choc, même si l’automobiliste a parfaitement bouclé sa ceinture, la sécurité est compromise.</a:t>
            </a:r>
          </a:p>
          <a:p>
            <a:pPr lvl="1"/>
            <a:endParaRPr lang="fr-CH"/>
          </a:p>
          <a:p>
            <a:pPr lvl="1"/>
            <a:r>
              <a:rPr lang="fr-CH"/>
              <a:t>On distingue ici l’implémentation de la conception.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2AF654B-867E-C048-8759-A2B9BAB874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FEA277-4ABD-4FFC-841D-26DA6ECA2313}" type="datetime1">
              <a:rPr lang="fr-CH" smtClean="0"/>
              <a:t>26.01.2026</a:t>
            </a:fld>
            <a:endParaRPr lang="fr-CH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F31B3E8-8DD8-C96E-262D-84E8D960D1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34CE5-34C2-4E1A-BD32-3DE8831B36D6}" type="slidenum">
              <a:rPr lang="fr-CH" smtClean="0"/>
              <a:t>52</a:t>
            </a:fld>
            <a:endParaRPr lang="fr-CH"/>
          </a:p>
        </p:txBody>
      </p:sp>
      <p:sp>
        <p:nvSpPr>
          <p:cNvPr id="6" name="PB">
            <a:extLst>
              <a:ext uri="{FF2B5EF4-FFF2-40B4-BE49-F238E27FC236}">
                <a16:creationId xmlns:a16="http://schemas.microsoft.com/office/drawing/2014/main" id="{CD9FBD2A-2062-4F7B-19F2-26FBE3DAE190}"/>
              </a:ext>
            </a:extLst>
          </p:cNvPr>
          <p:cNvSpPr/>
          <p:nvPr/>
        </p:nvSpPr>
        <p:spPr>
          <a:xfrm>
            <a:off x="0" y="6705600"/>
            <a:ext cx="7460776" cy="152400"/>
          </a:xfrm>
          <a:prstGeom prst="rect">
            <a:avLst/>
          </a:prstGeom>
          <a:solidFill>
            <a:srgbClr val="FFA726"/>
          </a:solidFill>
          <a:ln>
            <a:solidFill>
              <a:srgbClr val="FFA72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1828428187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891AC1-7757-84E9-A4B6-A3DAC9873A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fr-CH"/>
              <a:t>Conception non-sécurisée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42E22A4-A7C2-811E-10FB-FA0F6AF6712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fr-CH"/>
              <a:t>Catégorie assez vaste</a:t>
            </a:r>
          </a:p>
          <a:p>
            <a:r>
              <a:rPr lang="fr-CH"/>
              <a:t>Englobe les défauts architecturaux de votre application</a:t>
            </a:r>
          </a:p>
          <a:p>
            <a:r>
              <a:rPr lang="fr-CH"/>
              <a:t>Historiquement :</a:t>
            </a:r>
          </a:p>
          <a:p>
            <a:pPr lvl="1"/>
            <a:r>
              <a:rPr lang="fr-CH"/>
              <a:t>On planifie </a:t>
            </a:r>
            <a:r>
              <a:rPr lang="fr-CH">
                <a:sym typeface="Wingdings" panose="05000000000000000000" pitchFamily="2" charset="2"/>
              </a:rPr>
              <a:t> </a:t>
            </a:r>
            <a:r>
              <a:rPr lang="fr-CH"/>
              <a:t>On développe </a:t>
            </a:r>
            <a:r>
              <a:rPr lang="fr-CH">
                <a:sym typeface="Wingdings" panose="05000000000000000000" pitchFamily="2" charset="2"/>
              </a:rPr>
              <a:t> On teste  On livre  </a:t>
            </a:r>
            <a:r>
              <a:rPr lang="fr-CH">
                <a:solidFill>
                  <a:srgbClr val="FF0000"/>
                </a:solidFill>
                <a:sym typeface="Wingdings" panose="05000000000000000000" pitchFamily="2" charset="2"/>
              </a:rPr>
              <a:t>On corrige la sécurité</a:t>
            </a:r>
          </a:p>
          <a:p>
            <a:pPr lvl="1"/>
            <a:endParaRPr lang="fr-CH">
              <a:sym typeface="Wingdings" panose="05000000000000000000" pitchFamily="2" charset="2"/>
            </a:endParaRPr>
          </a:p>
          <a:p>
            <a:r>
              <a:rPr lang="fr-CH">
                <a:sym typeface="Wingdings" panose="05000000000000000000" pitchFamily="2" charset="2"/>
              </a:rPr>
              <a:t>Shift </a:t>
            </a:r>
            <a:r>
              <a:rPr lang="fr-CH" err="1">
                <a:sym typeface="Wingdings" panose="05000000000000000000" pitchFamily="2" charset="2"/>
              </a:rPr>
              <a:t>left</a:t>
            </a:r>
            <a:r>
              <a:rPr lang="fr-CH">
                <a:sym typeface="Wingdings" panose="05000000000000000000" pitchFamily="2" charset="2"/>
              </a:rPr>
              <a:t> :</a:t>
            </a:r>
          </a:p>
          <a:p>
            <a:pPr lvl="1"/>
            <a:r>
              <a:rPr lang="fr-CH"/>
              <a:t>On planifie </a:t>
            </a:r>
            <a:r>
              <a:rPr lang="fr-CH">
                <a:sym typeface="Wingdings" panose="05000000000000000000" pitchFamily="2" charset="2"/>
              </a:rPr>
              <a:t> </a:t>
            </a:r>
            <a:r>
              <a:rPr lang="fr-CH">
                <a:solidFill>
                  <a:srgbClr val="00B050"/>
                </a:solidFill>
                <a:sym typeface="Wingdings" panose="05000000000000000000" pitchFamily="2" charset="2"/>
              </a:rPr>
              <a:t>On prévoit la sécurité</a:t>
            </a:r>
            <a:r>
              <a:rPr lang="fr-CH">
                <a:sym typeface="Wingdings" panose="05000000000000000000" pitchFamily="2" charset="2"/>
              </a:rPr>
              <a:t> </a:t>
            </a:r>
            <a:r>
              <a:rPr lang="fr-CH"/>
              <a:t>On développe </a:t>
            </a:r>
            <a:r>
              <a:rPr lang="fr-CH">
                <a:sym typeface="Wingdings" panose="05000000000000000000" pitchFamily="2" charset="2"/>
              </a:rPr>
              <a:t> On teste  On livre</a:t>
            </a:r>
            <a:endParaRPr lang="fr-C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2AF654B-867E-C048-8759-A2B9BAB874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FEA277-4ABD-4FFC-841D-26DA6ECA2313}" type="datetime1">
              <a:rPr lang="fr-CH" smtClean="0"/>
              <a:t>26.01.2026</a:t>
            </a:fld>
            <a:endParaRPr lang="fr-CH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F31B3E8-8DD8-C96E-262D-84E8D960D1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34CE5-34C2-4E1A-BD32-3DE8831B36D6}" type="slidenum">
              <a:rPr lang="fr-CH" smtClean="0"/>
              <a:t>53</a:t>
            </a:fld>
            <a:endParaRPr lang="fr-CH"/>
          </a:p>
        </p:txBody>
      </p:sp>
      <p:sp>
        <p:nvSpPr>
          <p:cNvPr id="6" name="PB">
            <a:extLst>
              <a:ext uri="{FF2B5EF4-FFF2-40B4-BE49-F238E27FC236}">
                <a16:creationId xmlns:a16="http://schemas.microsoft.com/office/drawing/2014/main" id="{B02C187A-AC9C-44AF-B2DD-1D5246A19623}"/>
              </a:ext>
            </a:extLst>
          </p:cNvPr>
          <p:cNvSpPr/>
          <p:nvPr/>
        </p:nvSpPr>
        <p:spPr>
          <a:xfrm>
            <a:off x="0" y="6705600"/>
            <a:ext cx="7642746" cy="152400"/>
          </a:xfrm>
          <a:prstGeom prst="rect">
            <a:avLst/>
          </a:prstGeom>
          <a:solidFill>
            <a:srgbClr val="FFA726"/>
          </a:solidFill>
          <a:ln>
            <a:solidFill>
              <a:srgbClr val="FFA72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2642218084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891AC1-7757-84E9-A4B6-A3DAC9873A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fr-CH"/>
              <a:t>Conception non-sécurisée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42E22A4-A7C2-811E-10FB-FA0F6AF6712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fr-CH"/>
              <a:t>Quel est le risque de sécurité avec les «Questions secrètes» qui permettent de récupérer un compte ?</a:t>
            </a:r>
          </a:p>
          <a:p>
            <a:endParaRPr lang="fr-CH"/>
          </a:p>
          <a:p>
            <a:endParaRPr lang="fr-C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2AF654B-867E-C048-8759-A2B9BAB874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FEA277-4ABD-4FFC-841D-26DA6ECA2313}" type="datetime1">
              <a:rPr lang="fr-CH" smtClean="0"/>
              <a:t>26.01.2026</a:t>
            </a:fld>
            <a:endParaRPr lang="fr-CH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F31B3E8-8DD8-C96E-262D-84E8D960D1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34CE5-34C2-4E1A-BD32-3DE8831B36D6}" type="slidenum">
              <a:rPr lang="fr-CH" smtClean="0"/>
              <a:t>54</a:t>
            </a:fld>
            <a:endParaRPr lang="fr-CH"/>
          </a:p>
        </p:txBody>
      </p:sp>
      <p:sp>
        <p:nvSpPr>
          <p:cNvPr id="6" name="PB">
            <a:extLst>
              <a:ext uri="{FF2B5EF4-FFF2-40B4-BE49-F238E27FC236}">
                <a16:creationId xmlns:a16="http://schemas.microsoft.com/office/drawing/2014/main" id="{E00098FB-060E-9DA0-DCC7-0D8E7B1E7880}"/>
              </a:ext>
            </a:extLst>
          </p:cNvPr>
          <p:cNvSpPr/>
          <p:nvPr/>
        </p:nvSpPr>
        <p:spPr>
          <a:xfrm>
            <a:off x="0" y="6705600"/>
            <a:ext cx="7824716" cy="152400"/>
          </a:xfrm>
          <a:prstGeom prst="rect">
            <a:avLst/>
          </a:prstGeom>
          <a:solidFill>
            <a:srgbClr val="FFA726"/>
          </a:solidFill>
          <a:ln>
            <a:solidFill>
              <a:srgbClr val="FFA72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38703026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891AC1-7757-84E9-A4B6-A3DAC9873A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fr-CH"/>
              <a:t>Conception non-sécurisée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42E22A4-A7C2-811E-10FB-FA0F6AF6712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fr-CH"/>
              <a:t>Questions secrètes :</a:t>
            </a:r>
          </a:p>
          <a:p>
            <a:endParaRPr lang="fr-CH"/>
          </a:p>
          <a:p>
            <a:r>
              <a:rPr lang="fr-CH"/>
              <a:t>Les questions et les réponses ne peuvent pas être considérées comme une preuve d'identité, car plus d'une personne peut connaître les réponses. </a:t>
            </a:r>
          </a:p>
          <a:p>
            <a:r>
              <a:rPr lang="fr-CH"/>
              <a:t>Un tel code doit être supprimé et remplacé par une conception plus sécurisée.</a:t>
            </a:r>
          </a:p>
          <a:p>
            <a:endParaRPr lang="fr-C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2AF654B-867E-C048-8759-A2B9BAB874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FEA277-4ABD-4FFC-841D-26DA6ECA2313}" type="datetime1">
              <a:rPr lang="fr-CH" smtClean="0"/>
              <a:t>26.01.2026</a:t>
            </a:fld>
            <a:endParaRPr lang="fr-CH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F31B3E8-8DD8-C96E-262D-84E8D960D1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34CE5-34C2-4E1A-BD32-3DE8831B36D6}" type="slidenum">
              <a:rPr lang="fr-CH" smtClean="0"/>
              <a:t>55</a:t>
            </a:fld>
            <a:endParaRPr lang="fr-CH"/>
          </a:p>
        </p:txBody>
      </p:sp>
      <p:sp>
        <p:nvSpPr>
          <p:cNvPr id="6" name="PB">
            <a:extLst>
              <a:ext uri="{FF2B5EF4-FFF2-40B4-BE49-F238E27FC236}">
                <a16:creationId xmlns:a16="http://schemas.microsoft.com/office/drawing/2014/main" id="{BBC28BE5-46F6-E3FC-4F92-64D5620624DD}"/>
              </a:ext>
            </a:extLst>
          </p:cNvPr>
          <p:cNvSpPr/>
          <p:nvPr/>
        </p:nvSpPr>
        <p:spPr>
          <a:xfrm>
            <a:off x="0" y="6705600"/>
            <a:ext cx="8006686" cy="152400"/>
          </a:xfrm>
          <a:prstGeom prst="rect">
            <a:avLst/>
          </a:prstGeom>
          <a:solidFill>
            <a:srgbClr val="FFA726"/>
          </a:solidFill>
          <a:ln>
            <a:solidFill>
              <a:srgbClr val="FFA72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3383590322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891AC1-7757-84E9-A4B6-A3DAC9873A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fr-CH"/>
              <a:t>Conception non-sécurisée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42E22A4-A7C2-811E-10FB-FA0F6AF6712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fr-CH"/>
              <a:t>Que se passerait-il si vous faîtes une application web pour une chaîne de restaurants sans prendre en compte la vraisemblance des réservations ?</a:t>
            </a:r>
          </a:p>
          <a:p>
            <a:endParaRPr lang="fr-C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2AF654B-867E-C048-8759-A2B9BAB874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FEA277-4ABD-4FFC-841D-26DA6ECA2313}" type="datetime1">
              <a:rPr lang="fr-CH" smtClean="0"/>
              <a:t>26.01.2026</a:t>
            </a:fld>
            <a:endParaRPr lang="fr-CH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F31B3E8-8DD8-C96E-262D-84E8D960D1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34CE5-34C2-4E1A-BD32-3DE8831B36D6}" type="slidenum">
              <a:rPr lang="fr-CH" smtClean="0"/>
              <a:t>56</a:t>
            </a:fld>
            <a:endParaRPr lang="fr-CH"/>
          </a:p>
        </p:txBody>
      </p:sp>
      <p:sp>
        <p:nvSpPr>
          <p:cNvPr id="6" name="PB">
            <a:extLst>
              <a:ext uri="{FF2B5EF4-FFF2-40B4-BE49-F238E27FC236}">
                <a16:creationId xmlns:a16="http://schemas.microsoft.com/office/drawing/2014/main" id="{770C961C-B8D4-74B3-DC8B-22DEA60FE9A1}"/>
              </a:ext>
            </a:extLst>
          </p:cNvPr>
          <p:cNvSpPr/>
          <p:nvPr/>
        </p:nvSpPr>
        <p:spPr>
          <a:xfrm>
            <a:off x="0" y="6705600"/>
            <a:ext cx="8188657" cy="152400"/>
          </a:xfrm>
          <a:prstGeom prst="rect">
            <a:avLst/>
          </a:prstGeom>
          <a:solidFill>
            <a:srgbClr val="FFA726"/>
          </a:solidFill>
          <a:ln>
            <a:solidFill>
              <a:srgbClr val="FFA72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1845119287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891AC1-7757-84E9-A4B6-A3DAC9873A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fr-CH"/>
              <a:t>Conception non-sécurisée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42E22A4-A7C2-811E-10FB-FA0F6AF6712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fr-CH"/>
              <a:t>Les attaquants pourraient modéliser ce cas d’utilisation (use case) et tester s'ils peuvent réserver six cents places et tous les restaurants à la fois en quelques demandes, provoquant une perte massive de revenus et/ou un chaos dans les réservations.</a:t>
            </a:r>
          </a:p>
          <a:p>
            <a:endParaRPr lang="fr-CH"/>
          </a:p>
          <a:p>
            <a:r>
              <a:rPr lang="fr-CH"/>
              <a:t>Un dégât d’image aurait aussi lieu.</a:t>
            </a:r>
          </a:p>
          <a:p>
            <a:endParaRPr lang="fr-CH"/>
          </a:p>
          <a:p>
            <a:endParaRPr lang="fr-C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2AF654B-867E-C048-8759-A2B9BAB874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FEA277-4ABD-4FFC-841D-26DA6ECA2313}" type="datetime1">
              <a:rPr lang="fr-CH" smtClean="0"/>
              <a:t>26.01.2026</a:t>
            </a:fld>
            <a:endParaRPr lang="fr-CH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F31B3E8-8DD8-C96E-262D-84E8D960D1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34CE5-34C2-4E1A-BD32-3DE8831B36D6}" type="slidenum">
              <a:rPr lang="fr-CH" smtClean="0"/>
              <a:t>57</a:t>
            </a:fld>
            <a:endParaRPr lang="fr-CH"/>
          </a:p>
        </p:txBody>
      </p:sp>
      <p:sp>
        <p:nvSpPr>
          <p:cNvPr id="6" name="PB">
            <a:extLst>
              <a:ext uri="{FF2B5EF4-FFF2-40B4-BE49-F238E27FC236}">
                <a16:creationId xmlns:a16="http://schemas.microsoft.com/office/drawing/2014/main" id="{C50E9B69-6D96-F056-0807-C2501F1D9047}"/>
              </a:ext>
            </a:extLst>
          </p:cNvPr>
          <p:cNvSpPr/>
          <p:nvPr/>
        </p:nvSpPr>
        <p:spPr>
          <a:xfrm>
            <a:off x="0" y="6705600"/>
            <a:ext cx="8370627" cy="152400"/>
          </a:xfrm>
          <a:prstGeom prst="rect">
            <a:avLst/>
          </a:prstGeom>
          <a:solidFill>
            <a:srgbClr val="FFA726"/>
          </a:solidFill>
          <a:ln>
            <a:solidFill>
              <a:srgbClr val="FFA72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2967560240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891AC1-7757-84E9-A4B6-A3DAC9873A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fr-CH"/>
              <a:t>Conception non-sécurisée : se prémunir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42E22A4-A7C2-811E-10FB-FA0F6AF6712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fr-CH"/>
              <a:t>Implémenter la sécurité dès le début du développement (shift </a:t>
            </a:r>
            <a:r>
              <a:rPr lang="fr-CH" err="1"/>
              <a:t>left</a:t>
            </a:r>
            <a:r>
              <a:rPr lang="fr-CH"/>
              <a:t>)</a:t>
            </a:r>
          </a:p>
          <a:p>
            <a:r>
              <a:rPr lang="fr-CH"/>
              <a:t>Modéliser les menaces</a:t>
            </a:r>
          </a:p>
          <a:p>
            <a:r>
              <a:rPr lang="fr-CH"/>
              <a:t>Intégrer les contrôles de sécurité dans les User Stories</a:t>
            </a:r>
          </a:p>
          <a:p>
            <a:r>
              <a:rPr lang="fr-CH"/>
              <a:t>Restreindre les ressources par service ou utilisateur</a:t>
            </a:r>
          </a:p>
          <a:p>
            <a:r>
              <a:rPr lang="fr-CH"/>
              <a:t>Intégrer des contrôles de vraisemblance</a:t>
            </a:r>
          </a:p>
          <a:p>
            <a:endParaRPr lang="fr-C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2AF654B-867E-C048-8759-A2B9BAB874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FEA277-4ABD-4FFC-841D-26DA6ECA2313}" type="datetime1">
              <a:rPr lang="fr-CH" smtClean="0"/>
              <a:t>26.01.2026</a:t>
            </a:fld>
            <a:endParaRPr lang="fr-CH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F31B3E8-8DD8-C96E-262D-84E8D960D1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34CE5-34C2-4E1A-BD32-3DE8831B36D6}" type="slidenum">
              <a:rPr lang="fr-CH" smtClean="0"/>
              <a:t>58</a:t>
            </a:fld>
            <a:endParaRPr lang="fr-CH"/>
          </a:p>
        </p:txBody>
      </p:sp>
      <p:sp>
        <p:nvSpPr>
          <p:cNvPr id="6" name="PB">
            <a:extLst>
              <a:ext uri="{FF2B5EF4-FFF2-40B4-BE49-F238E27FC236}">
                <a16:creationId xmlns:a16="http://schemas.microsoft.com/office/drawing/2014/main" id="{76BEA20E-1FDD-158C-F8AF-A46D824285E0}"/>
              </a:ext>
            </a:extLst>
          </p:cNvPr>
          <p:cNvSpPr/>
          <p:nvPr/>
        </p:nvSpPr>
        <p:spPr>
          <a:xfrm>
            <a:off x="0" y="6705600"/>
            <a:ext cx="8552597" cy="152400"/>
          </a:xfrm>
          <a:prstGeom prst="rect">
            <a:avLst/>
          </a:prstGeom>
          <a:solidFill>
            <a:srgbClr val="FFA726"/>
          </a:solidFill>
          <a:ln>
            <a:solidFill>
              <a:srgbClr val="FFA72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1898843538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7CA417-48A2-4EC1-BB6A-E88DDE96D870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fr-CH" dirty="0">
                <a:solidFill>
                  <a:srgbClr val="004595"/>
                </a:solidFill>
              </a:rPr>
              <a:t>7. </a:t>
            </a:r>
            <a:r>
              <a:rPr lang="fr-CH" dirty="0" err="1">
                <a:solidFill>
                  <a:srgbClr val="004595"/>
                </a:solidFill>
              </a:rPr>
              <a:t>Authentication</a:t>
            </a:r>
            <a:r>
              <a:rPr lang="fr-CH" dirty="0">
                <a:solidFill>
                  <a:srgbClr val="004595"/>
                </a:solidFill>
              </a:rPr>
              <a:t> </a:t>
            </a:r>
            <a:r>
              <a:rPr lang="fr-CH" dirty="0" err="1">
                <a:solidFill>
                  <a:srgbClr val="004595"/>
                </a:solidFill>
              </a:rPr>
              <a:t>Failures</a:t>
            </a:r>
            <a:endParaRPr lang="fr-CH" b="1" dirty="0">
              <a:solidFill>
                <a:srgbClr val="004595"/>
              </a:solidFill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B9501AA-B74D-4416-BEFC-D9228B665E9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4079875"/>
            <a:ext cx="9144000" cy="1655762"/>
          </a:xfrm>
        </p:spPr>
        <p:txBody>
          <a:bodyPr>
            <a:normAutofit/>
          </a:bodyPr>
          <a:lstStyle/>
          <a:p>
            <a:endParaRPr lang="fr-CH" dirty="0"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a:endParaRPr>
          </a:p>
        </p:txBody>
      </p:sp>
      <p:sp>
        <p:nvSpPr>
          <p:cNvPr id="4" name="PB">
            <a:extLst>
              <a:ext uri="{FF2B5EF4-FFF2-40B4-BE49-F238E27FC236}">
                <a16:creationId xmlns:a16="http://schemas.microsoft.com/office/drawing/2014/main" id="{8C828E3A-273B-A5A7-3C05-A7B19860C657}"/>
              </a:ext>
            </a:extLst>
          </p:cNvPr>
          <p:cNvSpPr/>
          <p:nvPr/>
        </p:nvSpPr>
        <p:spPr>
          <a:xfrm>
            <a:off x="0" y="6705600"/>
            <a:ext cx="9826388" cy="152400"/>
          </a:xfrm>
          <a:prstGeom prst="rect">
            <a:avLst/>
          </a:prstGeom>
          <a:solidFill>
            <a:srgbClr val="FFA726"/>
          </a:solidFill>
          <a:ln>
            <a:solidFill>
              <a:srgbClr val="FFA72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1325866082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891AC1-7757-84E9-A4B6-A3DAC9873A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fr-CH" dirty="0"/>
              <a:t>Echec d’identification ou d’authentification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42E22A4-A7C2-811E-10FB-FA0F6AF6712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fr-CH"/>
              <a:t>Selon OWASP</a:t>
            </a:r>
          </a:p>
          <a:p>
            <a:pPr lvl="1"/>
            <a:r>
              <a:rPr lang="fr-CH"/>
              <a:t>Confirmer l’identité, ses autorisations et la gestion de sa session est un processus critique pour se protéger des attaques liées à ce domaine.</a:t>
            </a:r>
          </a:p>
          <a:p>
            <a:r>
              <a:rPr lang="fr-CH"/>
              <a:t>Une webapp </a:t>
            </a:r>
            <a:r>
              <a:rPr lang="fr-CH" b="1" u="sng"/>
              <a:t>doit</a:t>
            </a:r>
            <a:r>
              <a:rPr lang="fr-CH"/>
              <a:t> confirmer qui vous êtes et qui vous prétendez être</a:t>
            </a:r>
          </a:p>
          <a:p>
            <a:r>
              <a:rPr lang="fr-CH"/>
              <a:t>Problèmes</a:t>
            </a:r>
          </a:p>
          <a:p>
            <a:pPr lvl="1"/>
            <a:r>
              <a:rPr lang="fr-CH"/>
              <a:t>Une webapp demande une identification mais ne vérifie pas que l’identité est correcte</a:t>
            </a:r>
          </a:p>
          <a:p>
            <a:pPr lvl="1"/>
            <a:endParaRPr lang="fr-CH"/>
          </a:p>
          <a:p>
            <a:endParaRPr lang="fr-CH"/>
          </a:p>
          <a:p>
            <a:endParaRPr lang="fr-C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2AF654B-867E-C048-8759-A2B9BAB874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FEA277-4ABD-4FFC-841D-26DA6ECA2313}" type="datetime1">
              <a:rPr lang="fr-CH" smtClean="0"/>
              <a:t>26.01.2026</a:t>
            </a:fld>
            <a:endParaRPr lang="fr-CH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F31B3E8-8DD8-C96E-262D-84E8D960D1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34CE5-34C2-4E1A-BD32-3DE8831B36D6}" type="slidenum">
              <a:rPr lang="fr-CH" smtClean="0"/>
              <a:t>60</a:t>
            </a:fld>
            <a:endParaRPr lang="fr-CH"/>
          </a:p>
        </p:txBody>
      </p:sp>
      <p:sp>
        <p:nvSpPr>
          <p:cNvPr id="6" name="PB">
            <a:extLst>
              <a:ext uri="{FF2B5EF4-FFF2-40B4-BE49-F238E27FC236}">
                <a16:creationId xmlns:a16="http://schemas.microsoft.com/office/drawing/2014/main" id="{E1AE0DF5-5E82-62E7-B6B3-4C57DB6BAF04}"/>
              </a:ext>
            </a:extLst>
          </p:cNvPr>
          <p:cNvSpPr/>
          <p:nvPr/>
        </p:nvSpPr>
        <p:spPr>
          <a:xfrm>
            <a:off x="0" y="6705600"/>
            <a:ext cx="10008358" cy="152400"/>
          </a:xfrm>
          <a:prstGeom prst="rect">
            <a:avLst/>
          </a:prstGeom>
          <a:solidFill>
            <a:srgbClr val="FFA726"/>
          </a:solidFill>
          <a:ln>
            <a:solidFill>
              <a:srgbClr val="FFA72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1651038118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891AC1-7757-84E9-A4B6-A3DAC9873A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fr-CH"/>
              <a:t>Echec d’identification ou d’authentification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42E22A4-A7C2-811E-10FB-FA0F6AF6712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7500" lnSpcReduction="20000"/>
          </a:bodyPr>
          <a:lstStyle/>
          <a:p>
            <a:r>
              <a:rPr lang="fr-CH"/>
              <a:t>Problème 1</a:t>
            </a:r>
          </a:p>
          <a:p>
            <a:pPr lvl="1"/>
            <a:r>
              <a:rPr lang="fr-CH"/>
              <a:t>Une webapp demande une identification mais ne vérifie pas que l’identité est correcte</a:t>
            </a:r>
          </a:p>
          <a:p>
            <a:pPr lvl="1"/>
            <a:r>
              <a:rPr lang="fr-CH"/>
              <a:t>Analogie de la personne qui prétend être pilote</a:t>
            </a:r>
          </a:p>
          <a:p>
            <a:pPr lvl="1"/>
            <a:r>
              <a:rPr lang="fr-CH"/>
              <a:t>Exemple du code SMS renvoyé mais qui n’est pas contrôlé par l’application</a:t>
            </a:r>
          </a:p>
          <a:p>
            <a:endParaRPr lang="fr-CH"/>
          </a:p>
          <a:p>
            <a:r>
              <a:rPr lang="fr-CH"/>
              <a:t>Problème 2</a:t>
            </a:r>
          </a:p>
          <a:p>
            <a:pPr lvl="1"/>
            <a:r>
              <a:rPr lang="fr-CH"/>
              <a:t>Une webapp communique avec un serveur et demande un certificat, mais ne vérifie pas que le certificat vient bien du serveur</a:t>
            </a:r>
          </a:p>
          <a:p>
            <a:pPr lvl="1"/>
            <a:r>
              <a:rPr lang="fr-CH"/>
              <a:t>On peut vous envoyer vers un autre site web frauduleux (XSS)</a:t>
            </a:r>
          </a:p>
          <a:p>
            <a:pPr lvl="1"/>
            <a:endParaRPr lang="fr-CH"/>
          </a:p>
          <a:p>
            <a:r>
              <a:rPr lang="fr-CH"/>
              <a:t>Problème 3</a:t>
            </a:r>
          </a:p>
          <a:p>
            <a:pPr lvl="1"/>
            <a:r>
              <a:rPr lang="fr-CH"/>
              <a:t>Une webapp ouvre une nouvelle session mais ne ferme pas correctement la précédente</a:t>
            </a:r>
          </a:p>
          <a:p>
            <a:pPr lvl="1"/>
            <a:r>
              <a:rPr lang="fr-CH"/>
              <a:t>Analogie de la pompe à essence</a:t>
            </a:r>
          </a:p>
          <a:p>
            <a:pPr lvl="1"/>
            <a:r>
              <a:rPr lang="fr-CH"/>
              <a:t>Log in sur un ordinateur public et vous oubliez de vous déconnecter</a:t>
            </a:r>
          </a:p>
          <a:p>
            <a:pPr lvl="1"/>
            <a:endParaRPr lang="fr-CH"/>
          </a:p>
          <a:p>
            <a:pPr lvl="1"/>
            <a:endParaRPr lang="fr-CH"/>
          </a:p>
          <a:p>
            <a:endParaRPr lang="fr-CH"/>
          </a:p>
          <a:p>
            <a:endParaRPr lang="fr-C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2AF654B-867E-C048-8759-A2B9BAB874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FEA277-4ABD-4FFC-841D-26DA6ECA2313}" type="datetime1">
              <a:rPr lang="fr-CH" smtClean="0"/>
              <a:t>26.01.2026</a:t>
            </a:fld>
            <a:endParaRPr lang="fr-CH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F31B3E8-8DD8-C96E-262D-84E8D960D1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34CE5-34C2-4E1A-BD32-3DE8831B36D6}" type="slidenum">
              <a:rPr lang="fr-CH" smtClean="0"/>
              <a:t>61</a:t>
            </a:fld>
            <a:endParaRPr lang="fr-CH"/>
          </a:p>
        </p:txBody>
      </p:sp>
      <p:sp>
        <p:nvSpPr>
          <p:cNvPr id="6" name="PB">
            <a:extLst>
              <a:ext uri="{FF2B5EF4-FFF2-40B4-BE49-F238E27FC236}">
                <a16:creationId xmlns:a16="http://schemas.microsoft.com/office/drawing/2014/main" id="{E1AE0DF5-5E82-62E7-B6B3-4C57DB6BAF04}"/>
              </a:ext>
            </a:extLst>
          </p:cNvPr>
          <p:cNvSpPr/>
          <p:nvPr/>
        </p:nvSpPr>
        <p:spPr>
          <a:xfrm>
            <a:off x="0" y="6705600"/>
            <a:ext cx="10008358" cy="152400"/>
          </a:xfrm>
          <a:prstGeom prst="rect">
            <a:avLst/>
          </a:prstGeom>
          <a:solidFill>
            <a:srgbClr val="FFA726"/>
          </a:solidFill>
          <a:ln>
            <a:solidFill>
              <a:srgbClr val="FFA72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3726380919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891AC1-7757-84E9-A4B6-A3DAC9873A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fr-CH"/>
              <a:t>Echec d’identification ou d’authentification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42E22A4-A7C2-811E-10FB-FA0F6AF6712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fr-CH"/>
              <a:t>Solutions</a:t>
            </a:r>
          </a:p>
          <a:p>
            <a:pPr lvl="1"/>
            <a:r>
              <a:rPr lang="fr-CH"/>
              <a:t>Une webapp doit identifier et authentifier proprement les utilisateurs</a:t>
            </a:r>
          </a:p>
          <a:p>
            <a:pPr lvl="1"/>
            <a:r>
              <a:rPr lang="fr-CH"/>
              <a:t>Semble simple mais peut être très compliqué</a:t>
            </a:r>
          </a:p>
          <a:p>
            <a:endParaRPr lang="fr-CH"/>
          </a:p>
          <a:p>
            <a:r>
              <a:rPr lang="fr-CH"/>
              <a:t>Exemples complexes</a:t>
            </a:r>
          </a:p>
          <a:p>
            <a:pPr lvl="1"/>
            <a:r>
              <a:rPr lang="fr-CH"/>
              <a:t>Gestion des SSO</a:t>
            </a:r>
          </a:p>
          <a:p>
            <a:pPr lvl="2"/>
            <a:r>
              <a:rPr lang="fr-CH"/>
              <a:t>Compte Office / </a:t>
            </a:r>
            <a:r>
              <a:rPr lang="fr-CH" err="1"/>
              <a:t>Eduvaud</a:t>
            </a:r>
            <a:r>
              <a:rPr lang="fr-CH"/>
              <a:t> ?</a:t>
            </a:r>
          </a:p>
          <a:p>
            <a:pPr lvl="2"/>
            <a:r>
              <a:rPr lang="fr-CH"/>
              <a:t>Compte Gmail</a:t>
            </a:r>
          </a:p>
          <a:p>
            <a:pPr lvl="1"/>
            <a:endParaRPr lang="fr-CH"/>
          </a:p>
          <a:p>
            <a:pPr lvl="1"/>
            <a:endParaRPr lang="fr-CH"/>
          </a:p>
          <a:p>
            <a:endParaRPr lang="fr-CH"/>
          </a:p>
          <a:p>
            <a:endParaRPr lang="fr-C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2AF654B-867E-C048-8759-A2B9BAB874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FEA277-4ABD-4FFC-841D-26DA6ECA2313}" type="datetime1">
              <a:rPr lang="fr-CH" smtClean="0"/>
              <a:t>26.01.2026</a:t>
            </a:fld>
            <a:endParaRPr lang="fr-CH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F31B3E8-8DD8-C96E-262D-84E8D960D1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34CE5-34C2-4E1A-BD32-3DE8831B36D6}" type="slidenum">
              <a:rPr lang="fr-CH" smtClean="0"/>
              <a:t>62</a:t>
            </a:fld>
            <a:endParaRPr lang="fr-CH"/>
          </a:p>
        </p:txBody>
      </p:sp>
      <p:sp>
        <p:nvSpPr>
          <p:cNvPr id="6" name="PB">
            <a:extLst>
              <a:ext uri="{FF2B5EF4-FFF2-40B4-BE49-F238E27FC236}">
                <a16:creationId xmlns:a16="http://schemas.microsoft.com/office/drawing/2014/main" id="{E1AE0DF5-5E82-62E7-B6B3-4C57DB6BAF04}"/>
              </a:ext>
            </a:extLst>
          </p:cNvPr>
          <p:cNvSpPr/>
          <p:nvPr/>
        </p:nvSpPr>
        <p:spPr>
          <a:xfrm>
            <a:off x="0" y="6705600"/>
            <a:ext cx="10008358" cy="152400"/>
          </a:xfrm>
          <a:prstGeom prst="rect">
            <a:avLst/>
          </a:prstGeom>
          <a:solidFill>
            <a:srgbClr val="FFA726"/>
          </a:solidFill>
          <a:ln>
            <a:solidFill>
              <a:srgbClr val="FFA72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2309488271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7CA417-48A2-4EC1-BB6A-E88DDE96D870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fr-CH">
                <a:solidFill>
                  <a:srgbClr val="004595"/>
                </a:solidFill>
              </a:rPr>
              <a:t>8. </a:t>
            </a:r>
            <a:r>
              <a:rPr lang="en-US">
                <a:solidFill>
                  <a:srgbClr val="004595"/>
                </a:solidFill>
              </a:rPr>
              <a:t>Software and Data Integrity Failures</a:t>
            </a:r>
            <a:endParaRPr lang="fr-CH" b="1">
              <a:solidFill>
                <a:srgbClr val="004595"/>
              </a:solidFill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B9501AA-B74D-4416-BEFC-D9228B665E9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4079875"/>
            <a:ext cx="9144000" cy="1655762"/>
          </a:xfrm>
        </p:spPr>
        <p:txBody>
          <a:bodyPr>
            <a:normAutofit/>
          </a:bodyPr>
          <a:lstStyle/>
          <a:p>
            <a:endParaRPr lang="fr-CH" dirty="0"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a:endParaRPr>
          </a:p>
        </p:txBody>
      </p:sp>
      <p:sp>
        <p:nvSpPr>
          <p:cNvPr id="4" name="PB">
            <a:extLst>
              <a:ext uri="{FF2B5EF4-FFF2-40B4-BE49-F238E27FC236}">
                <a16:creationId xmlns:a16="http://schemas.microsoft.com/office/drawing/2014/main" id="{F5717AB6-3FFD-F1BC-B627-06F72AAB1E49}"/>
              </a:ext>
            </a:extLst>
          </p:cNvPr>
          <p:cNvSpPr/>
          <p:nvPr/>
        </p:nvSpPr>
        <p:spPr>
          <a:xfrm>
            <a:off x="0" y="6705600"/>
            <a:ext cx="10190328" cy="152400"/>
          </a:xfrm>
          <a:prstGeom prst="rect">
            <a:avLst/>
          </a:prstGeom>
          <a:solidFill>
            <a:srgbClr val="FFA726"/>
          </a:solidFill>
          <a:ln>
            <a:solidFill>
              <a:srgbClr val="FFA72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1927991476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891AC1-7757-84E9-A4B6-A3DAC9873A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fr-CH"/>
              <a:t>Défaillance des logiciels et de l’intégrité de leurs données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42E22A4-A7C2-811E-10FB-FA0F6AF6712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fr-CH"/>
              <a:t>Selon OWASP,</a:t>
            </a:r>
          </a:p>
          <a:p>
            <a:pPr lvl="1"/>
            <a:r>
              <a:rPr lang="fr-CH"/>
              <a:t>CI/CD non sécurisé : automatisation des processus sans processus de vérification suffisant</a:t>
            </a:r>
          </a:p>
          <a:p>
            <a:pPr lvl="1"/>
            <a:r>
              <a:rPr lang="fr-CH"/>
              <a:t>Mise à jour/téléchargement de composant automatique</a:t>
            </a:r>
          </a:p>
          <a:p>
            <a:pPr lvl="1"/>
            <a:endParaRPr lang="fr-CH"/>
          </a:p>
          <a:p>
            <a:r>
              <a:rPr lang="fr-CH"/>
              <a:t>Lié au 6</a:t>
            </a:r>
            <a:r>
              <a:rPr lang="fr-CH" baseline="30000"/>
              <a:t>e</a:t>
            </a:r>
            <a:r>
              <a:rPr lang="fr-CH"/>
              <a:t> point! Mais différencié pour souligner et mettre en avant les risques liés aux cycles rapides de développement </a:t>
            </a:r>
          </a:p>
          <a:p>
            <a:endParaRPr lang="fr-C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2AF654B-867E-C048-8759-A2B9BAB874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FEA277-4ABD-4FFC-841D-26DA6ECA2313}" type="datetime1">
              <a:rPr lang="fr-CH" smtClean="0"/>
              <a:t>26.01.2026</a:t>
            </a:fld>
            <a:endParaRPr lang="fr-CH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F31B3E8-8DD8-C96E-262D-84E8D960D1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34CE5-34C2-4E1A-BD32-3DE8831B36D6}" type="slidenum">
              <a:rPr lang="fr-CH" smtClean="0"/>
              <a:t>64</a:t>
            </a:fld>
            <a:endParaRPr lang="fr-CH"/>
          </a:p>
        </p:txBody>
      </p:sp>
      <p:sp>
        <p:nvSpPr>
          <p:cNvPr id="6" name="PB">
            <a:extLst>
              <a:ext uri="{FF2B5EF4-FFF2-40B4-BE49-F238E27FC236}">
                <a16:creationId xmlns:a16="http://schemas.microsoft.com/office/drawing/2014/main" id="{1BC3EFC4-90C2-2DFD-8228-4802197D3EB4}"/>
              </a:ext>
            </a:extLst>
          </p:cNvPr>
          <p:cNvSpPr/>
          <p:nvPr/>
        </p:nvSpPr>
        <p:spPr>
          <a:xfrm>
            <a:off x="0" y="6705600"/>
            <a:ext cx="10372299" cy="152400"/>
          </a:xfrm>
          <a:prstGeom prst="rect">
            <a:avLst/>
          </a:prstGeom>
          <a:solidFill>
            <a:srgbClr val="FFA726"/>
          </a:solidFill>
          <a:ln>
            <a:solidFill>
              <a:srgbClr val="FFA72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2925606181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891AC1-7757-84E9-A4B6-A3DAC9873A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fr-CH"/>
              <a:t>Défaillance des logiciels et de l’intégrité de leurs données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42E22A4-A7C2-811E-10FB-FA0F6AF6712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fr-CH"/>
              <a:t>Analogie de la fabrication de chocolat</a:t>
            </a:r>
          </a:p>
          <a:p>
            <a:pPr lvl="1"/>
            <a:r>
              <a:rPr lang="fr-CH"/>
              <a:t>Si les ingrédients sont bons, le chocolat est bon</a:t>
            </a:r>
          </a:p>
          <a:p>
            <a:pPr lvl="1"/>
            <a:r>
              <a:rPr lang="fr-CH"/>
              <a:t>Mais si les ingrédients sont mauvais?</a:t>
            </a:r>
          </a:p>
          <a:p>
            <a:pPr lvl="1"/>
            <a:endParaRPr lang="fr-CH"/>
          </a:p>
          <a:p>
            <a:r>
              <a:rPr lang="fr-CH"/>
              <a:t>Dans une webapp, quels sont les ingrédients?</a:t>
            </a:r>
          </a:p>
          <a:p>
            <a:endParaRPr lang="fr-CH"/>
          </a:p>
          <a:p>
            <a:r>
              <a:rPr lang="fr-CH"/>
              <a:t>Autre problème</a:t>
            </a:r>
          </a:p>
          <a:p>
            <a:pPr lvl="1"/>
            <a:r>
              <a:rPr lang="fr-CH"/>
              <a:t>Si une mise à jour d’un logiciel externe est buggée?</a:t>
            </a:r>
          </a:p>
          <a:p>
            <a:endParaRPr lang="fr-C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2AF654B-867E-C048-8759-A2B9BAB874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FEA277-4ABD-4FFC-841D-26DA6ECA2313}" type="datetime1">
              <a:rPr lang="fr-CH" smtClean="0"/>
              <a:t>26.01.2026</a:t>
            </a:fld>
            <a:endParaRPr lang="fr-CH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F31B3E8-8DD8-C96E-262D-84E8D960D1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34CE5-34C2-4E1A-BD32-3DE8831B36D6}" type="slidenum">
              <a:rPr lang="fr-CH" smtClean="0"/>
              <a:t>65</a:t>
            </a:fld>
            <a:endParaRPr lang="fr-CH"/>
          </a:p>
        </p:txBody>
      </p:sp>
      <p:sp>
        <p:nvSpPr>
          <p:cNvPr id="6" name="PB">
            <a:extLst>
              <a:ext uri="{FF2B5EF4-FFF2-40B4-BE49-F238E27FC236}">
                <a16:creationId xmlns:a16="http://schemas.microsoft.com/office/drawing/2014/main" id="{1BC3EFC4-90C2-2DFD-8228-4802197D3EB4}"/>
              </a:ext>
            </a:extLst>
          </p:cNvPr>
          <p:cNvSpPr/>
          <p:nvPr/>
        </p:nvSpPr>
        <p:spPr>
          <a:xfrm>
            <a:off x="0" y="6705600"/>
            <a:ext cx="10372299" cy="152400"/>
          </a:xfrm>
          <a:prstGeom prst="rect">
            <a:avLst/>
          </a:prstGeom>
          <a:solidFill>
            <a:srgbClr val="FFA726"/>
          </a:solidFill>
          <a:ln>
            <a:solidFill>
              <a:srgbClr val="FFA72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1963761478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891AC1-7757-84E9-A4B6-A3DAC9873A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fr-CH"/>
              <a:t>Défaillance des logiciels et de l’intégrité de leurs données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42E22A4-A7C2-811E-10FB-FA0F6AF6712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endParaRPr lang="fr-CH"/>
          </a:p>
          <a:p>
            <a:r>
              <a:rPr lang="fr-CH"/>
              <a:t>Solutions</a:t>
            </a:r>
          </a:p>
          <a:p>
            <a:pPr lvl="1"/>
            <a:r>
              <a:rPr lang="fr-CH"/>
              <a:t>Être conscient des risques liés aux processus automatisés dans le cycle de développement des applications</a:t>
            </a:r>
          </a:p>
          <a:p>
            <a:pPr lvl="1"/>
            <a:r>
              <a:rPr lang="fr-CH"/>
              <a:t>S’assurer que ces processus sont vérifiés et contrôlés régulièrement</a:t>
            </a:r>
          </a:p>
          <a:p>
            <a:endParaRPr lang="fr-C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2AF654B-867E-C048-8759-A2B9BAB874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FEA277-4ABD-4FFC-841D-26DA6ECA2313}" type="datetime1">
              <a:rPr lang="fr-CH" smtClean="0"/>
              <a:t>26.01.2026</a:t>
            </a:fld>
            <a:endParaRPr lang="fr-CH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F31B3E8-8DD8-C96E-262D-84E8D960D1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34CE5-34C2-4E1A-BD32-3DE8831B36D6}" type="slidenum">
              <a:rPr lang="fr-CH" smtClean="0"/>
              <a:t>66</a:t>
            </a:fld>
            <a:endParaRPr lang="fr-CH"/>
          </a:p>
        </p:txBody>
      </p:sp>
      <p:sp>
        <p:nvSpPr>
          <p:cNvPr id="6" name="PB">
            <a:extLst>
              <a:ext uri="{FF2B5EF4-FFF2-40B4-BE49-F238E27FC236}">
                <a16:creationId xmlns:a16="http://schemas.microsoft.com/office/drawing/2014/main" id="{1BC3EFC4-90C2-2DFD-8228-4802197D3EB4}"/>
              </a:ext>
            </a:extLst>
          </p:cNvPr>
          <p:cNvSpPr/>
          <p:nvPr/>
        </p:nvSpPr>
        <p:spPr>
          <a:xfrm>
            <a:off x="0" y="6705600"/>
            <a:ext cx="10372299" cy="152400"/>
          </a:xfrm>
          <a:prstGeom prst="rect">
            <a:avLst/>
          </a:prstGeom>
          <a:solidFill>
            <a:srgbClr val="FFA726"/>
          </a:solidFill>
          <a:ln>
            <a:solidFill>
              <a:srgbClr val="FFA72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801183091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7CA417-48A2-4EC1-BB6A-E88DDE96D870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fr-CH">
                <a:solidFill>
                  <a:srgbClr val="004595"/>
                </a:solidFill>
              </a:rPr>
              <a:t>9. </a:t>
            </a:r>
            <a:r>
              <a:rPr lang="en-US">
                <a:solidFill>
                  <a:srgbClr val="004595"/>
                </a:solidFill>
              </a:rPr>
              <a:t>Security Logging and Monitoring Failures</a:t>
            </a:r>
            <a:endParaRPr lang="fr-CH" b="1">
              <a:solidFill>
                <a:srgbClr val="004595"/>
              </a:solidFill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B9501AA-B74D-4416-BEFC-D9228B665E9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4079875"/>
            <a:ext cx="9144000" cy="1655762"/>
          </a:xfrm>
        </p:spPr>
        <p:txBody>
          <a:bodyPr>
            <a:normAutofit/>
          </a:bodyPr>
          <a:lstStyle/>
          <a:p>
            <a:endParaRPr lang="fr-CH" dirty="0"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a:endParaRPr>
          </a:p>
        </p:txBody>
      </p:sp>
      <p:sp>
        <p:nvSpPr>
          <p:cNvPr id="4" name="PB">
            <a:extLst>
              <a:ext uri="{FF2B5EF4-FFF2-40B4-BE49-F238E27FC236}">
                <a16:creationId xmlns:a16="http://schemas.microsoft.com/office/drawing/2014/main" id="{5EF9402A-42F9-D95D-1D0B-168F32E6CCDF}"/>
              </a:ext>
            </a:extLst>
          </p:cNvPr>
          <p:cNvSpPr/>
          <p:nvPr/>
        </p:nvSpPr>
        <p:spPr>
          <a:xfrm>
            <a:off x="0" y="6705600"/>
            <a:ext cx="10554269" cy="152400"/>
          </a:xfrm>
          <a:prstGeom prst="rect">
            <a:avLst/>
          </a:prstGeom>
          <a:solidFill>
            <a:srgbClr val="FFA726"/>
          </a:solidFill>
          <a:ln>
            <a:solidFill>
              <a:srgbClr val="FFA72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3611358375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891AC1-7757-84E9-A4B6-A3DAC9873A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fr-CH"/>
              <a:t>Echec des logs de sécurité et de surveillance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42E22A4-A7C2-811E-10FB-FA0F6AF6712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fr-CH" dirty="0"/>
              <a:t>Selon OWASP,</a:t>
            </a:r>
          </a:p>
          <a:p>
            <a:pPr lvl="1"/>
            <a:r>
              <a:rPr lang="fr-CH" dirty="0"/>
              <a:t>Sans journalisation/</a:t>
            </a:r>
            <a:r>
              <a:rPr lang="fr-CH" dirty="0" err="1"/>
              <a:t>logging</a:t>
            </a:r>
            <a:r>
              <a:rPr lang="fr-CH" dirty="0"/>
              <a:t> et surveillance/monitoring, les failles ne peuvent pas être détectées</a:t>
            </a:r>
          </a:p>
          <a:p>
            <a:r>
              <a:rPr lang="fr-CH" dirty="0"/>
              <a:t>Les problèmes de sécurité sont inévitables</a:t>
            </a:r>
          </a:p>
          <a:p>
            <a:endParaRPr lang="fr-CH" dirty="0"/>
          </a:p>
          <a:p>
            <a:r>
              <a:rPr lang="fr-CH" dirty="0"/>
              <a:t>Mais : </a:t>
            </a:r>
          </a:p>
          <a:p>
            <a:pPr lvl="1"/>
            <a:r>
              <a:rPr lang="fr-CH" dirty="0"/>
              <a:t>Hacker un système prend du temps, ce n’est pas Matrix ou Mr Robot!</a:t>
            </a:r>
          </a:p>
          <a:p>
            <a:pPr lvl="1"/>
            <a:r>
              <a:rPr lang="fr-CH" dirty="0"/>
              <a:t>Il faut un certain nombre d’étapes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2AF654B-867E-C048-8759-A2B9BAB874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FEA277-4ABD-4FFC-841D-26DA6ECA2313}" type="datetime1">
              <a:rPr lang="fr-CH" smtClean="0"/>
              <a:t>26.01.2026</a:t>
            </a:fld>
            <a:endParaRPr lang="fr-CH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F31B3E8-8DD8-C96E-262D-84E8D960D1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34CE5-34C2-4E1A-BD32-3DE8831B36D6}" type="slidenum">
              <a:rPr lang="fr-CH" smtClean="0"/>
              <a:t>68</a:t>
            </a:fld>
            <a:endParaRPr lang="fr-CH"/>
          </a:p>
        </p:txBody>
      </p:sp>
      <p:sp>
        <p:nvSpPr>
          <p:cNvPr id="6" name="PB">
            <a:extLst>
              <a:ext uri="{FF2B5EF4-FFF2-40B4-BE49-F238E27FC236}">
                <a16:creationId xmlns:a16="http://schemas.microsoft.com/office/drawing/2014/main" id="{02E698BF-58C1-40B5-F726-8538FAD1BBFB}"/>
              </a:ext>
            </a:extLst>
          </p:cNvPr>
          <p:cNvSpPr/>
          <p:nvPr/>
        </p:nvSpPr>
        <p:spPr>
          <a:xfrm>
            <a:off x="0" y="6705600"/>
            <a:ext cx="10736238" cy="152400"/>
          </a:xfrm>
          <a:prstGeom prst="rect">
            <a:avLst/>
          </a:prstGeom>
          <a:solidFill>
            <a:srgbClr val="FFA726"/>
          </a:solidFill>
          <a:ln>
            <a:solidFill>
              <a:srgbClr val="FFA72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147055746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891AC1-7757-84E9-A4B6-A3DAC9873A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fr-CH"/>
              <a:t>Echec des logs de sécurité et de surveillance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42E22A4-A7C2-811E-10FB-FA0F6AF6712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endParaRPr lang="fr-CH"/>
          </a:p>
          <a:p>
            <a:endParaRPr lang="fr-CH"/>
          </a:p>
          <a:p>
            <a:r>
              <a:rPr lang="fr-CH"/>
              <a:t>Analogie du cambrioleur</a:t>
            </a:r>
          </a:p>
          <a:p>
            <a:endParaRPr lang="fr-CH"/>
          </a:p>
          <a:p>
            <a:r>
              <a:rPr lang="fr-CH"/>
              <a:t>Qu’est-ce qui aurait pu empêcher le cambriolage de continuer?</a:t>
            </a:r>
          </a:p>
          <a:p>
            <a:endParaRPr lang="fr-C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2AF654B-867E-C048-8759-A2B9BAB874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FEA277-4ABD-4FFC-841D-26DA6ECA2313}" type="datetime1">
              <a:rPr lang="fr-CH" smtClean="0"/>
              <a:t>26.01.2026</a:t>
            </a:fld>
            <a:endParaRPr lang="fr-CH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F31B3E8-8DD8-C96E-262D-84E8D960D1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34CE5-34C2-4E1A-BD32-3DE8831B36D6}" type="slidenum">
              <a:rPr lang="fr-CH" smtClean="0"/>
              <a:t>69</a:t>
            </a:fld>
            <a:endParaRPr lang="fr-CH"/>
          </a:p>
        </p:txBody>
      </p:sp>
      <p:sp>
        <p:nvSpPr>
          <p:cNvPr id="6" name="PB">
            <a:extLst>
              <a:ext uri="{FF2B5EF4-FFF2-40B4-BE49-F238E27FC236}">
                <a16:creationId xmlns:a16="http://schemas.microsoft.com/office/drawing/2014/main" id="{02E698BF-58C1-40B5-F726-8538FAD1BBFB}"/>
              </a:ext>
            </a:extLst>
          </p:cNvPr>
          <p:cNvSpPr/>
          <p:nvPr/>
        </p:nvSpPr>
        <p:spPr>
          <a:xfrm>
            <a:off x="0" y="6705600"/>
            <a:ext cx="10736238" cy="152400"/>
          </a:xfrm>
          <a:prstGeom prst="rect">
            <a:avLst/>
          </a:prstGeom>
          <a:solidFill>
            <a:srgbClr val="FFA726"/>
          </a:solidFill>
          <a:ln>
            <a:solidFill>
              <a:srgbClr val="FFA72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2693242969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891AC1-7757-84E9-A4B6-A3DAC9873A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fr-CH"/>
              <a:t>Echec des logs de sécurité et de surveillance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42E22A4-A7C2-811E-10FB-FA0F6AF6712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endParaRPr lang="fr-CH"/>
          </a:p>
          <a:p>
            <a:endParaRPr lang="fr-CH"/>
          </a:p>
          <a:p>
            <a:r>
              <a:rPr lang="fr-CH"/>
              <a:t>Journaliser et surveiller nous permet de stopper l’attaque</a:t>
            </a:r>
          </a:p>
          <a:p>
            <a:endParaRPr lang="fr-CH"/>
          </a:p>
          <a:p>
            <a:r>
              <a:rPr lang="fr-CH"/>
              <a:t>UK National Cyber Security Center</a:t>
            </a:r>
          </a:p>
          <a:p>
            <a:pPr lvl="1"/>
            <a:r>
              <a:rPr lang="fr-CH"/>
              <a:t>https://www.ncsc.gov.uk/guidance/introduction-logging-security-purposes	</a:t>
            </a:r>
          </a:p>
          <a:p>
            <a:r>
              <a:rPr lang="fr-CH"/>
              <a:t>Exemples</a:t>
            </a:r>
          </a:p>
          <a:p>
            <a:pPr lvl="1"/>
            <a:r>
              <a:rPr lang="fr-CH"/>
              <a:t>Qui a consulté ou téléchargé un fichier spécifique ?</a:t>
            </a:r>
          </a:p>
          <a:p>
            <a:pPr lvl="1"/>
            <a:r>
              <a:rPr lang="fr-CH"/>
              <a:t>Y a-t-il eu des tentatives d’authentification incorrectes ?</a:t>
            </a:r>
          </a:p>
          <a:p>
            <a:pPr lvl="1"/>
            <a:r>
              <a:rPr lang="fr-CH"/>
              <a:t>Qui s’est connecté récemment ?</a:t>
            </a:r>
          </a:p>
          <a:p>
            <a:pPr lvl="1"/>
            <a:r>
              <a:rPr lang="fr-CH"/>
              <a:t>Des événements d’authentification se sont-ils produits à des moments inattendus ou à partir d’emplacements inattendus ?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2AF654B-867E-C048-8759-A2B9BAB874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FEA277-4ABD-4FFC-841D-26DA6ECA2313}" type="datetime1">
              <a:rPr lang="fr-CH" smtClean="0"/>
              <a:t>26.01.2026</a:t>
            </a:fld>
            <a:endParaRPr lang="fr-CH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F31B3E8-8DD8-C96E-262D-84E8D960D1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34CE5-34C2-4E1A-BD32-3DE8831B36D6}" type="slidenum">
              <a:rPr lang="fr-CH" smtClean="0"/>
              <a:t>70</a:t>
            </a:fld>
            <a:endParaRPr lang="fr-CH"/>
          </a:p>
        </p:txBody>
      </p:sp>
      <p:sp>
        <p:nvSpPr>
          <p:cNvPr id="6" name="PB">
            <a:extLst>
              <a:ext uri="{FF2B5EF4-FFF2-40B4-BE49-F238E27FC236}">
                <a16:creationId xmlns:a16="http://schemas.microsoft.com/office/drawing/2014/main" id="{02E698BF-58C1-40B5-F726-8538FAD1BBFB}"/>
              </a:ext>
            </a:extLst>
          </p:cNvPr>
          <p:cNvSpPr/>
          <p:nvPr/>
        </p:nvSpPr>
        <p:spPr>
          <a:xfrm>
            <a:off x="0" y="6705600"/>
            <a:ext cx="10736238" cy="152400"/>
          </a:xfrm>
          <a:prstGeom prst="rect">
            <a:avLst/>
          </a:prstGeom>
          <a:solidFill>
            <a:srgbClr val="FFA726"/>
          </a:solidFill>
          <a:ln>
            <a:solidFill>
              <a:srgbClr val="FFA72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1151909258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891AC1-7757-84E9-A4B6-A3DAC9873A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fr-CH"/>
              <a:t>Echec des logs de sécurité et de surveillance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42E22A4-A7C2-811E-10FB-FA0F6AF6712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fr-CH"/>
              <a:t>Solutions</a:t>
            </a:r>
          </a:p>
          <a:p>
            <a:pPr lvl="1"/>
            <a:r>
              <a:rPr lang="fr-CH"/>
              <a:t>Log, surveillance et alertes</a:t>
            </a:r>
          </a:p>
          <a:p>
            <a:pPr lvl="2"/>
            <a:r>
              <a:rPr lang="fr-CH"/>
              <a:t>Permettent aux équipes chargées de la surveillance de détecter une attaque ou une brèche</a:t>
            </a:r>
          </a:p>
          <a:p>
            <a:pPr lvl="2"/>
            <a:r>
              <a:rPr lang="fr-CH"/>
              <a:t>Permettent aux équipes de stopper l’attaque avant de faire plus de dommage</a:t>
            </a:r>
          </a:p>
          <a:p>
            <a:pPr lvl="2"/>
            <a:endParaRPr lang="fr-CH"/>
          </a:p>
          <a:p>
            <a:pPr lvl="1"/>
            <a:endParaRPr lang="fr-C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2AF654B-867E-C048-8759-A2B9BAB874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FEA277-4ABD-4FFC-841D-26DA6ECA2313}" type="datetime1">
              <a:rPr lang="fr-CH" smtClean="0"/>
              <a:t>26.01.2026</a:t>
            </a:fld>
            <a:endParaRPr lang="fr-CH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F31B3E8-8DD8-C96E-262D-84E8D960D1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34CE5-34C2-4E1A-BD32-3DE8831B36D6}" type="slidenum">
              <a:rPr lang="fr-CH" smtClean="0"/>
              <a:t>71</a:t>
            </a:fld>
            <a:endParaRPr lang="fr-CH"/>
          </a:p>
        </p:txBody>
      </p:sp>
      <p:sp>
        <p:nvSpPr>
          <p:cNvPr id="6" name="PB">
            <a:extLst>
              <a:ext uri="{FF2B5EF4-FFF2-40B4-BE49-F238E27FC236}">
                <a16:creationId xmlns:a16="http://schemas.microsoft.com/office/drawing/2014/main" id="{02E698BF-58C1-40B5-F726-8538FAD1BBFB}"/>
              </a:ext>
            </a:extLst>
          </p:cNvPr>
          <p:cNvSpPr/>
          <p:nvPr/>
        </p:nvSpPr>
        <p:spPr>
          <a:xfrm>
            <a:off x="0" y="6705600"/>
            <a:ext cx="10736238" cy="152400"/>
          </a:xfrm>
          <a:prstGeom prst="rect">
            <a:avLst/>
          </a:prstGeom>
          <a:solidFill>
            <a:srgbClr val="FFA726"/>
          </a:solidFill>
          <a:ln>
            <a:solidFill>
              <a:srgbClr val="FFA72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3849872769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7CA417-48A2-4EC1-BB6A-E88DDE96D870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fr-CH" dirty="0">
                <a:solidFill>
                  <a:srgbClr val="004595"/>
                </a:solidFill>
              </a:rPr>
              <a:t>10. </a:t>
            </a:r>
            <a:r>
              <a:rPr lang="fr-CH" dirty="0" err="1">
                <a:solidFill>
                  <a:srgbClr val="004595"/>
                </a:solidFill>
              </a:rPr>
              <a:t>Mishandling</a:t>
            </a:r>
            <a:r>
              <a:rPr lang="fr-CH" dirty="0">
                <a:solidFill>
                  <a:srgbClr val="004595"/>
                </a:solidFill>
              </a:rPr>
              <a:t> of </a:t>
            </a:r>
            <a:r>
              <a:rPr lang="fr-CH" dirty="0" err="1">
                <a:solidFill>
                  <a:srgbClr val="004595"/>
                </a:solidFill>
              </a:rPr>
              <a:t>Exceptional</a:t>
            </a:r>
            <a:r>
              <a:rPr lang="fr-CH" dirty="0">
                <a:solidFill>
                  <a:srgbClr val="004595"/>
                </a:solidFill>
              </a:rPr>
              <a:t> Conditions</a:t>
            </a:r>
            <a:endParaRPr lang="fr-CH" b="1" dirty="0">
              <a:solidFill>
                <a:srgbClr val="004595"/>
              </a:solidFill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B9501AA-B74D-4416-BEFC-D9228B665E9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4079875"/>
            <a:ext cx="9144000" cy="1655762"/>
          </a:xfrm>
        </p:spPr>
        <p:txBody>
          <a:bodyPr>
            <a:normAutofit/>
          </a:bodyPr>
          <a:lstStyle/>
          <a:p>
            <a:endParaRPr lang="fr-CH" dirty="0"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a:endParaRPr>
          </a:p>
        </p:txBody>
      </p:sp>
      <p:sp>
        <p:nvSpPr>
          <p:cNvPr id="4" name="PB">
            <a:extLst>
              <a:ext uri="{FF2B5EF4-FFF2-40B4-BE49-F238E27FC236}">
                <a16:creationId xmlns:a16="http://schemas.microsoft.com/office/drawing/2014/main" id="{68D2F3A2-F0F2-E18F-25A5-F60C5E6ED8AE}"/>
              </a:ext>
            </a:extLst>
          </p:cNvPr>
          <p:cNvSpPr/>
          <p:nvPr/>
        </p:nvSpPr>
        <p:spPr>
          <a:xfrm>
            <a:off x="0" y="6705600"/>
            <a:ext cx="10918209" cy="152400"/>
          </a:xfrm>
          <a:prstGeom prst="rect">
            <a:avLst/>
          </a:prstGeom>
          <a:solidFill>
            <a:srgbClr val="FFA726"/>
          </a:solidFill>
          <a:ln>
            <a:solidFill>
              <a:srgbClr val="FFA72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759881703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EB49F9-A8D9-8FB9-C22D-6A487C70B4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687258-1A78-2A64-0BF4-B2CF9DE1A5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fr-CH" dirty="0" err="1"/>
              <a:t>Mishandling</a:t>
            </a:r>
            <a:r>
              <a:rPr lang="fr-CH" dirty="0"/>
              <a:t> of </a:t>
            </a:r>
            <a:r>
              <a:rPr lang="fr-CH" dirty="0" err="1"/>
              <a:t>Exceptional</a:t>
            </a:r>
            <a:r>
              <a:rPr lang="fr-CH" dirty="0"/>
              <a:t> Conditions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7F6C413-251D-44A2-A861-C2E8DD6D61D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5895109" cy="4351338"/>
          </a:xfrm>
        </p:spPr>
        <p:txBody>
          <a:bodyPr>
            <a:normAutofit/>
          </a:bodyPr>
          <a:lstStyle/>
          <a:p>
            <a:r>
              <a:rPr lang="fr-CH" dirty="0"/>
              <a:t>Selon OWASP</a:t>
            </a:r>
          </a:p>
          <a:p>
            <a:pPr lvl="1"/>
            <a:r>
              <a:rPr lang="fr-CH" dirty="0"/>
              <a:t>Une mauvaise gestion des conditions exceptionnelles dans les logiciels se produit lorsque les programmes ne parviennent pas à prévenir, détecter et réagir à des situations inhabituelles et imprévisibles, ce qui entraîne des plantages, des comportements inattendus et parfois des vulnérabilités.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D3BAEDC-12EF-CDDF-2D11-2A274B511F8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FEA277-4ABD-4FFC-841D-26DA6ECA2313}" type="datetime1">
              <a:rPr lang="fr-CH" smtClean="0"/>
              <a:t>26.01.2026</a:t>
            </a:fld>
            <a:endParaRPr lang="fr-CH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CA518D1-F23C-A508-B3B7-E1A97C4224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34CE5-34C2-4E1A-BD32-3DE8831B36D6}" type="slidenum">
              <a:rPr lang="fr-CH" smtClean="0"/>
              <a:t>73</a:t>
            </a:fld>
            <a:endParaRPr lang="fr-CH"/>
          </a:p>
        </p:txBody>
      </p:sp>
      <p:sp>
        <p:nvSpPr>
          <p:cNvPr id="6" name="PB">
            <a:extLst>
              <a:ext uri="{FF2B5EF4-FFF2-40B4-BE49-F238E27FC236}">
                <a16:creationId xmlns:a16="http://schemas.microsoft.com/office/drawing/2014/main" id="{CF8FCD5B-2EBE-49A6-6334-1399307FB185}"/>
              </a:ext>
            </a:extLst>
          </p:cNvPr>
          <p:cNvSpPr/>
          <p:nvPr/>
        </p:nvSpPr>
        <p:spPr>
          <a:xfrm>
            <a:off x="0" y="6705600"/>
            <a:ext cx="10736238" cy="152400"/>
          </a:xfrm>
          <a:prstGeom prst="rect">
            <a:avLst/>
          </a:prstGeom>
          <a:solidFill>
            <a:srgbClr val="FFA726"/>
          </a:solidFill>
          <a:ln>
            <a:solidFill>
              <a:srgbClr val="FFA72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H"/>
          </a:p>
        </p:txBody>
      </p:sp>
      <p:pic>
        <p:nvPicPr>
          <p:cNvPr id="1026" name="Picture 2" descr="Diagram for CWE-209">
            <a:extLst>
              <a:ext uri="{FF2B5EF4-FFF2-40B4-BE49-F238E27FC236}">
                <a16:creationId xmlns:a16="http://schemas.microsoft.com/office/drawing/2014/main" id="{2B864164-D566-A23D-A450-C3E60B66445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733309" y="1825625"/>
            <a:ext cx="4572000" cy="41433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ZoneTexte 6">
            <a:extLst>
              <a:ext uri="{FF2B5EF4-FFF2-40B4-BE49-F238E27FC236}">
                <a16:creationId xmlns:a16="http://schemas.microsoft.com/office/drawing/2014/main" id="{053BB67D-6193-52D1-DB5E-134D609F0D5B}"/>
              </a:ext>
            </a:extLst>
          </p:cNvPr>
          <p:cNvSpPr txBox="1"/>
          <p:nvPr/>
        </p:nvSpPr>
        <p:spPr>
          <a:xfrm>
            <a:off x="9253289" y="5921801"/>
            <a:ext cx="210051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sz="1200" dirty="0">
                <a:solidFill>
                  <a:srgbClr val="004595"/>
                </a:solidFill>
              </a:rPr>
              <a:t>Source: https://cwe.mitre.org/</a:t>
            </a:r>
          </a:p>
        </p:txBody>
      </p:sp>
    </p:spTree>
    <p:extLst>
      <p:ext uri="{BB962C8B-B14F-4D97-AF65-F5344CB8AC3E}">
        <p14:creationId xmlns:p14="http://schemas.microsoft.com/office/powerpoint/2010/main" val="84536455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7CA417-48A2-4EC1-BB6A-E88DDE96D870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fr-CH">
                <a:solidFill>
                  <a:srgbClr val="004595"/>
                </a:solidFill>
              </a:rPr>
              <a:t>Activité 2 : reconnaissances et contre-mesures  </a:t>
            </a:r>
            <a:endParaRPr lang="fr-CH" b="1">
              <a:solidFill>
                <a:srgbClr val="004595"/>
              </a:solidFill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B9501AA-B74D-4416-BEFC-D9228B665E9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4079875"/>
            <a:ext cx="9144000" cy="1655762"/>
          </a:xfrm>
        </p:spPr>
        <p:txBody>
          <a:bodyPr>
            <a:normAutofit/>
          </a:bodyPr>
          <a:lstStyle/>
          <a:p>
            <a:endParaRPr lang="fr-CH" dirty="0"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a:endParaRPr>
          </a:p>
        </p:txBody>
      </p:sp>
      <p:sp>
        <p:nvSpPr>
          <p:cNvPr id="4" name="PB">
            <a:extLst>
              <a:ext uri="{FF2B5EF4-FFF2-40B4-BE49-F238E27FC236}">
                <a16:creationId xmlns:a16="http://schemas.microsoft.com/office/drawing/2014/main" id="{4433E149-5FBE-F20A-3D60-12729C78D15F}"/>
              </a:ext>
            </a:extLst>
          </p:cNvPr>
          <p:cNvSpPr/>
          <p:nvPr/>
        </p:nvSpPr>
        <p:spPr>
          <a:xfrm>
            <a:off x="0" y="6705600"/>
            <a:ext cx="11282149" cy="152400"/>
          </a:xfrm>
          <a:prstGeom prst="rect">
            <a:avLst/>
          </a:prstGeom>
          <a:solidFill>
            <a:srgbClr val="FFA726"/>
          </a:solidFill>
          <a:ln>
            <a:solidFill>
              <a:srgbClr val="FFA72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2959566261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891AC1-7757-84E9-A4B6-A3DAC9873A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fr-CH" dirty="0"/>
              <a:t>Reconnaissance et contre-mesures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42E22A4-A7C2-811E-10FB-FA0F6AF6712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fr-CH" dirty="0"/>
              <a:t>Travail en groupe de deux sur un risque donné du top 10.</a:t>
            </a:r>
          </a:p>
          <a:p>
            <a:r>
              <a:rPr lang="fr-CH" dirty="0"/>
              <a:t>A partir du site https://owasp.org/Top10/2025/ </a:t>
            </a:r>
          </a:p>
          <a:p>
            <a:r>
              <a:rPr lang="fr-CH" dirty="0"/>
              <a:t>Prenez une CWE (</a:t>
            </a:r>
            <a:r>
              <a:rPr lang="fr-CH" dirty="0" err="1"/>
              <a:t>common</a:t>
            </a:r>
            <a:r>
              <a:rPr lang="fr-CH" dirty="0"/>
              <a:t> </a:t>
            </a:r>
            <a:r>
              <a:rPr lang="fr-CH" dirty="0" err="1"/>
              <a:t>weakness</a:t>
            </a:r>
            <a:r>
              <a:rPr lang="fr-CH" dirty="0"/>
              <a:t> </a:t>
            </a:r>
            <a:r>
              <a:rPr lang="fr-CH" dirty="0" err="1"/>
              <a:t>enumeration</a:t>
            </a:r>
            <a:r>
              <a:rPr lang="fr-CH" dirty="0"/>
              <a:t>) liée à votre risque et compléter la présentation.</a:t>
            </a:r>
          </a:p>
          <a:p>
            <a:endParaRPr lang="fr-CH" dirty="0"/>
          </a:p>
          <a:p>
            <a:r>
              <a:rPr lang="fr-CH" dirty="0"/>
              <a:t>A produire :</a:t>
            </a:r>
          </a:p>
          <a:p>
            <a:pPr lvl="1"/>
            <a:r>
              <a:rPr lang="fr-CH" dirty="0"/>
              <a:t>Un document synthétique basé sur le modèle «E-183-ALL-RisqueN.pptx»</a:t>
            </a:r>
          </a:p>
          <a:p>
            <a:pPr lvl="1"/>
            <a:r>
              <a:rPr lang="fr-CH" dirty="0"/>
              <a:t>Vous renommerez le document (</a:t>
            </a:r>
            <a:r>
              <a:rPr lang="fr-CH" dirty="0" err="1"/>
              <a:t>RisqueN</a:t>
            </a:r>
            <a:r>
              <a:rPr lang="fr-CH" dirty="0"/>
              <a:t> sera remplacé par le </a:t>
            </a:r>
            <a:r>
              <a:rPr lang="fr-CH" b="1" dirty="0"/>
              <a:t>nom du risque traité</a:t>
            </a:r>
            <a:r>
              <a:rPr lang="fr-CH" dirty="0"/>
              <a:t>)</a:t>
            </a:r>
          </a:p>
          <a:p>
            <a:pPr lvl="1"/>
            <a:r>
              <a:rPr lang="fr-CH" dirty="0"/>
              <a:t>Présentation à laisser dans Teams</a:t>
            </a:r>
          </a:p>
          <a:p>
            <a:pPr lvl="1"/>
            <a:endParaRPr lang="fr-CH" dirty="0"/>
          </a:p>
          <a:p>
            <a:r>
              <a:rPr lang="fr-CH" dirty="0"/>
              <a:t>Temps à disposition : 30 mn</a:t>
            </a:r>
          </a:p>
          <a:p>
            <a:r>
              <a:rPr lang="fr-CH" dirty="0"/>
              <a:t>Rendu : présentation à la classe (5-7 mn max / risque)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2AF654B-867E-C048-8759-A2B9BAB874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FEA277-4ABD-4FFC-841D-26DA6ECA2313}" type="datetime1">
              <a:rPr lang="fr-CH" smtClean="0"/>
              <a:t>26.01.2026</a:t>
            </a:fld>
            <a:endParaRPr lang="fr-CH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F31B3E8-8DD8-C96E-262D-84E8D960D1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34CE5-34C2-4E1A-BD32-3DE8831B36D6}" type="slidenum">
              <a:rPr lang="fr-CH" smtClean="0"/>
              <a:t>75</a:t>
            </a:fld>
            <a:endParaRPr lang="fr-CH"/>
          </a:p>
        </p:txBody>
      </p:sp>
      <p:sp>
        <p:nvSpPr>
          <p:cNvPr id="6" name="PB">
            <a:extLst>
              <a:ext uri="{FF2B5EF4-FFF2-40B4-BE49-F238E27FC236}">
                <a16:creationId xmlns:a16="http://schemas.microsoft.com/office/drawing/2014/main" id="{035A7EA8-F034-FF7D-91EF-7787F2E19434}"/>
              </a:ext>
            </a:extLst>
          </p:cNvPr>
          <p:cNvSpPr/>
          <p:nvPr/>
        </p:nvSpPr>
        <p:spPr>
          <a:xfrm>
            <a:off x="0" y="6705600"/>
            <a:ext cx="11464120" cy="152400"/>
          </a:xfrm>
          <a:prstGeom prst="rect">
            <a:avLst/>
          </a:prstGeom>
          <a:solidFill>
            <a:srgbClr val="FFA726"/>
          </a:solidFill>
          <a:ln>
            <a:solidFill>
              <a:srgbClr val="FFA72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3839176104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7CA417-48A2-4EC1-BB6A-E88DDE96D870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fr-CH">
                <a:solidFill>
                  <a:srgbClr val="004595"/>
                </a:solidFill>
              </a:rPr>
              <a:t>Activité 3 : Attaques informatiques récentes</a:t>
            </a:r>
            <a:endParaRPr lang="fr-CH" b="1">
              <a:solidFill>
                <a:srgbClr val="004595"/>
              </a:solidFill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B9501AA-B74D-4416-BEFC-D9228B665E9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4079875"/>
            <a:ext cx="9144000" cy="1655762"/>
          </a:xfrm>
        </p:spPr>
        <p:txBody>
          <a:bodyPr>
            <a:normAutofit/>
          </a:bodyPr>
          <a:lstStyle/>
          <a:p>
            <a:endParaRPr lang="fr-CH" dirty="0"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a:endParaRPr>
          </a:p>
        </p:txBody>
      </p:sp>
      <p:sp>
        <p:nvSpPr>
          <p:cNvPr id="4" name="PB">
            <a:extLst>
              <a:ext uri="{FF2B5EF4-FFF2-40B4-BE49-F238E27FC236}">
                <a16:creationId xmlns:a16="http://schemas.microsoft.com/office/drawing/2014/main" id="{4333C1F3-FD8A-3F32-AC67-148CAB28B48F}"/>
              </a:ext>
            </a:extLst>
          </p:cNvPr>
          <p:cNvSpPr/>
          <p:nvPr/>
        </p:nvSpPr>
        <p:spPr>
          <a:xfrm>
            <a:off x="0" y="6705600"/>
            <a:ext cx="11646090" cy="152400"/>
          </a:xfrm>
          <a:prstGeom prst="rect">
            <a:avLst/>
          </a:prstGeom>
          <a:solidFill>
            <a:srgbClr val="FFA726"/>
          </a:solidFill>
          <a:ln>
            <a:solidFill>
              <a:srgbClr val="FFA72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398400298"/>
      </p:ext>
    </p:extLst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891AC1-7757-84E9-A4B6-A3DAC9873A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fr-CH"/>
              <a:t>Attaques informatiques récentes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42E22A4-A7C2-811E-10FB-FA0F6AF6712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fr-CH"/>
              <a:t>Travail individuel</a:t>
            </a:r>
          </a:p>
          <a:p>
            <a:r>
              <a:rPr lang="fr-CH"/>
              <a:t>Trouvez une attaque informatique récente et </a:t>
            </a:r>
            <a:r>
              <a:rPr lang="fr-CH" err="1"/>
              <a:t>notez-la</a:t>
            </a:r>
            <a:r>
              <a:rPr lang="fr-CH"/>
              <a:t> sur un post-it</a:t>
            </a:r>
          </a:p>
          <a:p>
            <a:r>
              <a:rPr lang="fr-CH"/>
              <a:t>Situez cette attaque dans le risque OWASP</a:t>
            </a:r>
          </a:p>
          <a:p>
            <a:r>
              <a:rPr lang="fr-CH"/>
              <a:t>Donnez la cause et quelques conséquences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2AF654B-867E-C048-8759-A2B9BAB874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FEA277-4ABD-4FFC-841D-26DA6ECA2313}" type="datetime1">
              <a:rPr lang="fr-CH" smtClean="0"/>
              <a:t>26.01.2026</a:t>
            </a:fld>
            <a:endParaRPr lang="fr-CH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F31B3E8-8DD8-C96E-262D-84E8D960D1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34CE5-34C2-4E1A-BD32-3DE8831B36D6}" type="slidenum">
              <a:rPr lang="fr-CH" smtClean="0"/>
              <a:t>77</a:t>
            </a:fld>
            <a:endParaRPr lang="fr-CH"/>
          </a:p>
        </p:txBody>
      </p:sp>
      <p:sp>
        <p:nvSpPr>
          <p:cNvPr id="6" name="PB">
            <a:extLst>
              <a:ext uri="{FF2B5EF4-FFF2-40B4-BE49-F238E27FC236}">
                <a16:creationId xmlns:a16="http://schemas.microsoft.com/office/drawing/2014/main" id="{4529FDCF-5710-A864-41EE-D205C928077B}"/>
              </a:ext>
            </a:extLst>
          </p:cNvPr>
          <p:cNvSpPr/>
          <p:nvPr/>
        </p:nvSpPr>
        <p:spPr>
          <a:xfrm>
            <a:off x="0" y="6705600"/>
            <a:ext cx="11828059" cy="152400"/>
          </a:xfrm>
          <a:prstGeom prst="rect">
            <a:avLst/>
          </a:prstGeom>
          <a:solidFill>
            <a:srgbClr val="FFA726"/>
          </a:solidFill>
          <a:ln>
            <a:solidFill>
              <a:srgbClr val="FFA72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738162757"/>
      </p:ext>
    </p:extLst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7CA417-48A2-4EC1-BB6A-E88DDE96D870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fr-CH">
                <a:solidFill>
                  <a:srgbClr val="004595"/>
                </a:solidFill>
              </a:rPr>
              <a:t>Conclusion</a:t>
            </a:r>
            <a:endParaRPr lang="fr-CH" b="1">
              <a:solidFill>
                <a:srgbClr val="004595"/>
              </a:solidFill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B9501AA-B74D-4416-BEFC-D9228B665E9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4079875"/>
            <a:ext cx="9144000" cy="1655762"/>
          </a:xfrm>
        </p:spPr>
        <p:txBody>
          <a:bodyPr>
            <a:normAutofit/>
          </a:bodyPr>
          <a:lstStyle/>
          <a:p>
            <a:endParaRPr lang="fr-CH" dirty="0"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a:endParaRPr>
          </a:p>
        </p:txBody>
      </p:sp>
      <p:sp>
        <p:nvSpPr>
          <p:cNvPr id="4" name="PB">
            <a:extLst>
              <a:ext uri="{FF2B5EF4-FFF2-40B4-BE49-F238E27FC236}">
                <a16:creationId xmlns:a16="http://schemas.microsoft.com/office/drawing/2014/main" id="{F8056EA6-4727-00D0-2A94-D655FD058B18}"/>
              </a:ext>
            </a:extLst>
          </p:cNvPr>
          <p:cNvSpPr/>
          <p:nvPr/>
        </p:nvSpPr>
        <p:spPr>
          <a:xfrm>
            <a:off x="0" y="6705600"/>
            <a:ext cx="12010030" cy="152400"/>
          </a:xfrm>
          <a:prstGeom prst="rect">
            <a:avLst/>
          </a:prstGeom>
          <a:solidFill>
            <a:srgbClr val="FFA726"/>
          </a:solidFill>
          <a:ln>
            <a:solidFill>
              <a:srgbClr val="FFA72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3064999319"/>
      </p:ext>
    </p:extLst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891AC1-7757-84E9-A4B6-A3DAC9873A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fr-CH"/>
              <a:t>Mot de la fin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42E22A4-A7C2-811E-10FB-FA0F6AF6712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fr-CH"/>
              <a:t>Reprenons vos post-it (activité 1)</a:t>
            </a:r>
          </a:p>
          <a:p>
            <a:r>
              <a:rPr lang="fr-CH"/>
              <a:t>Placez-les dans les catégories du top 10 OWASP</a:t>
            </a:r>
          </a:p>
          <a:p>
            <a:endParaRPr lang="fr-CH"/>
          </a:p>
          <a:p>
            <a:r>
              <a:rPr lang="fr-CH"/>
              <a:t>Qu’avez-vous appris ?</a:t>
            </a:r>
          </a:p>
          <a:p>
            <a:r>
              <a:rPr lang="fr-CH"/>
              <a:t>Quel sentiment avez-vous maintenant ?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2AF654B-867E-C048-8759-A2B9BAB874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FEA277-4ABD-4FFC-841D-26DA6ECA2313}" type="datetime1">
              <a:rPr lang="fr-CH" smtClean="0"/>
              <a:t>26.01.2026</a:t>
            </a:fld>
            <a:endParaRPr lang="fr-CH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F31B3E8-8DD8-C96E-262D-84E8D960D1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34CE5-34C2-4E1A-BD32-3DE8831B36D6}" type="slidenum">
              <a:rPr lang="fr-CH" smtClean="0"/>
              <a:t>79</a:t>
            </a:fld>
            <a:endParaRPr lang="fr-CH"/>
          </a:p>
        </p:txBody>
      </p:sp>
      <p:sp>
        <p:nvSpPr>
          <p:cNvPr id="6" name="PB">
            <a:extLst>
              <a:ext uri="{FF2B5EF4-FFF2-40B4-BE49-F238E27FC236}">
                <a16:creationId xmlns:a16="http://schemas.microsoft.com/office/drawing/2014/main" id="{D95872B9-C29C-04B2-1225-A0F16206C6F5}"/>
              </a:ext>
            </a:extLst>
          </p:cNvPr>
          <p:cNvSpPr/>
          <p:nvPr/>
        </p:nvSpPr>
        <p:spPr>
          <a:xfrm>
            <a:off x="0" y="6705600"/>
            <a:ext cx="12192000" cy="152400"/>
          </a:xfrm>
          <a:prstGeom prst="rect">
            <a:avLst/>
          </a:prstGeom>
          <a:solidFill>
            <a:srgbClr val="FFA726"/>
          </a:solidFill>
          <a:ln>
            <a:solidFill>
              <a:srgbClr val="FFA72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317306490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Paper">
      <a:dk1>
        <a:sysClr val="windowText" lastClr="000000"/>
      </a:dk1>
      <a:lt1>
        <a:sysClr val="window" lastClr="FFFFFF"/>
      </a:lt1>
      <a:dk2>
        <a:srgbClr val="444D26"/>
      </a:dk2>
      <a:lt2>
        <a:srgbClr val="FEFAC9"/>
      </a:lt2>
      <a:accent1>
        <a:srgbClr val="A5B592"/>
      </a:accent1>
      <a:accent2>
        <a:srgbClr val="F3A447"/>
      </a:accent2>
      <a:accent3>
        <a:srgbClr val="E7BC29"/>
      </a:accent3>
      <a:accent4>
        <a:srgbClr val="D092A7"/>
      </a:accent4>
      <a:accent5>
        <a:srgbClr val="9C85C0"/>
      </a:accent5>
      <a:accent6>
        <a:srgbClr val="809EC2"/>
      </a:accent6>
      <a:hlink>
        <a:srgbClr val="8E58B6"/>
      </a:hlink>
      <a:folHlink>
        <a:srgbClr val="7F6F6F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S-module-ALL-sujet.potm" id="{0E4AA291-A3BA-417D-9DDD-704EF9C4C7DF}" vid="{88192150-CEE7-4362-8C4B-420880CAD486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BD12CA962D3BC343BA4881942FCA9ABD" ma:contentTypeVersion="13" ma:contentTypeDescription="Crée un document." ma:contentTypeScope="" ma:versionID="69c7e1234aa399a5294368cedfc9727e">
  <xsd:schema xmlns:xsd="http://www.w3.org/2001/XMLSchema" xmlns:xs="http://www.w3.org/2001/XMLSchema" xmlns:p="http://schemas.microsoft.com/office/2006/metadata/properties" xmlns:ns2="eb2b4dc0-5538-4988-a426-1e3bf3687743" xmlns:ns3="26488081-7094-48e3-a435-bbb366c5709a" targetNamespace="http://schemas.microsoft.com/office/2006/metadata/properties" ma:root="true" ma:fieldsID="f55906f2b711226ab16b0d1a2f445893" ns2:_="" ns3:_="">
    <xsd:import namespace="eb2b4dc0-5538-4988-a426-1e3bf3687743"/>
    <xsd:import namespace="26488081-7094-48e3-a435-bbb366c5709a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  <xsd:element ref="ns2:MediaServiceDateTaken" minOccurs="0"/>
                <xsd:element ref="ns2:MediaServiceGenerationTime" minOccurs="0"/>
                <xsd:element ref="ns2:MediaServiceEventHashCode" minOccurs="0"/>
                <xsd:element ref="ns2:MediaLengthInSeconds" minOccurs="0"/>
                <xsd:element ref="ns2:MediaServiceLocation" minOccurs="0"/>
                <xsd:element ref="ns2:lcf76f155ced4ddcb4097134ff3c332f" minOccurs="0"/>
                <xsd:element ref="ns3:TaxCatchAll" minOccurs="0"/>
                <xsd:element ref="ns2:MediaServiceOCR" minOccurs="0"/>
                <xsd:element ref="ns2:MediaServiceBilling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eb2b4dc0-5538-4988-a426-1e3bf3687743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ateTaken" ma:index="11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GenerationTime" ma:index="12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3" nillable="true" ma:displayName="MediaServiceEventHashCode" ma:hidden="true" ma:internalName="MediaServiceEventHashCode" ma:readOnly="true">
      <xsd:simpleType>
        <xsd:restriction base="dms:Text"/>
      </xsd:simpleType>
    </xsd:element>
    <xsd:element name="MediaLengthInSeconds" ma:index="14" nillable="true" ma:displayName="MediaLengthInSeconds" ma:hidden="true" ma:internalName="MediaLengthInSeconds" ma:readOnly="true">
      <xsd:simpleType>
        <xsd:restriction base="dms:Unknown"/>
      </xsd:simpleType>
    </xsd:element>
    <xsd:element name="MediaServiceLocation" ma:index="15" nillable="true" ma:displayName="Location" ma:indexed="true" ma:internalName="MediaServiceLocation" ma:readOnly="true">
      <xsd:simpleType>
        <xsd:restriction base="dms:Text"/>
      </xsd:simpleType>
    </xsd:element>
    <xsd:element name="lcf76f155ced4ddcb4097134ff3c332f" ma:index="17" nillable="true" ma:taxonomy="true" ma:internalName="lcf76f155ced4ddcb4097134ff3c332f" ma:taxonomyFieldName="MediaServiceImageTags" ma:displayName="Balises d’images" ma:readOnly="false" ma:fieldId="{5cf76f15-5ced-4ddc-b409-7134ff3c332f}" ma:taxonomyMulti="true" ma:sspId="5cfe7824-1d92-4d19-9a43-1c93e0eb464f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CR" ma:index="19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BillingMetadata" ma:index="20" nillable="true" ma:displayName="MediaServiceBillingMetadata" ma:hidden="true" ma:internalName="MediaServiceBillingMetadata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6488081-7094-48e3-a435-bbb366c5709a" elementFormDefault="qualified">
    <xsd:import namespace="http://schemas.microsoft.com/office/2006/documentManagement/types"/>
    <xsd:import namespace="http://schemas.microsoft.com/office/infopath/2007/PartnerControls"/>
    <xsd:element name="TaxCatchAll" ma:index="18" nillable="true" ma:displayName="Taxonomy Catch All Column" ma:hidden="true" ma:list="{71d2a550-8a6e-4716-a102-3562047d879a}" ma:internalName="TaxCatchAll" ma:showField="CatchAllData" ma:web="26488081-7094-48e3-a435-bbb366c5709a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Type de contenu"/>
        <xsd:element ref="dc:title" minOccurs="0" maxOccurs="1" ma:index="4" ma:displayName="Titr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eb2b4dc0-5538-4988-a426-1e3bf3687743">
      <Terms xmlns="http://schemas.microsoft.com/office/infopath/2007/PartnerControls"/>
    </lcf76f155ced4ddcb4097134ff3c332f>
    <TaxCatchAll xmlns="26488081-7094-48e3-a435-bbb366c5709a" xsi:nil="true"/>
  </documentManagement>
</p:properties>
</file>

<file path=customXml/itemProps1.xml><?xml version="1.0" encoding="utf-8"?>
<ds:datastoreItem xmlns:ds="http://schemas.openxmlformats.org/officeDocument/2006/customXml" ds:itemID="{3E31C3D5-5B46-4E1A-855D-CCA00E784BE2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89F171B6-9387-4C8F-94C4-EE7B60CA7ADE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eb2b4dc0-5538-4988-a426-1e3bf3687743"/>
    <ds:schemaRef ds:uri="26488081-7094-48e3-a435-bbb366c5709a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BCD8083C-3C1C-4888-AB7E-D3C6C1B1DE24}">
  <ds:schemaRefs>
    <ds:schemaRef ds:uri="99ffe1f3-7857-457f-add0-5bdef636f38d"/>
    <ds:schemaRef ds:uri="be0d3259-a7ce-4623-88ec-81594dfcbc1c"/>
    <ds:schemaRef ds:uri="bf2f2df3-a963-4452-b0e7-67dabc627c35"/>
    <ds:schemaRef ds:uri="f7d9f5a6-831d-4621-8c77-cbcaf993e406"/>
    <ds:schemaRef ds:uri="http://purl.org/dc/dcmitype/"/>
    <ds:schemaRef ds:uri="http://purl.org/dc/elements/1.1/"/>
    <ds:schemaRef ds:uri="http://purl.org/dc/terms/"/>
    <ds:schemaRef ds:uri="http://schemas.microsoft.com/office/2006/documentManagement/types"/>
    <ds:schemaRef ds:uri="http://schemas.microsoft.com/office/2006/metadata/properties"/>
    <ds:schemaRef ds:uri="http://schemas.microsoft.com/office/infopath/2007/PartnerControls"/>
    <ds:schemaRef ds:uri="http://schemas.microsoft.com/sharepoint/v4"/>
    <ds:schemaRef ds:uri="http://schemas.openxmlformats.org/package/2006/metadata/core-properties"/>
    <ds:schemaRef ds:uri="http://www.w3.org/XML/1998/namespace"/>
    <ds:schemaRef ds:uri="eb2b4dc0-5538-4988-a426-1e3bf3687743"/>
    <ds:schemaRef ds:uri="26488081-7094-48e3-a435-bbb366c5709a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S-module-ALL-sujet</Template>
  <TotalTime>258</TotalTime>
  <Words>4276</Words>
  <Application>Microsoft Office PowerPoint</Application>
  <PresentationFormat>Grand écran</PresentationFormat>
  <Paragraphs>885</Paragraphs>
  <Slides>79</Slides>
  <Notes>74</Notes>
  <HiddenSlides>4</HiddenSlides>
  <MMClips>0</MMClips>
  <ScaleCrop>false</ScaleCrop>
  <HeadingPairs>
    <vt:vector size="6" baseType="variant">
      <vt:variant>
        <vt:lpstr>Polices utilisées</vt:lpstr>
      </vt:variant>
      <vt:variant>
        <vt:i4>8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79</vt:i4>
      </vt:variant>
    </vt:vector>
  </HeadingPairs>
  <TitlesOfParts>
    <vt:vector size="88" baseType="lpstr">
      <vt:lpstr>roboto</vt:lpstr>
      <vt:lpstr>Century Gothic</vt:lpstr>
      <vt:lpstr>Calibri</vt:lpstr>
      <vt:lpstr>Segoe UI</vt:lpstr>
      <vt:lpstr>Arial</vt:lpstr>
      <vt:lpstr>Wingdings</vt:lpstr>
      <vt:lpstr>Daytona Light</vt:lpstr>
      <vt:lpstr>Helvetica</vt:lpstr>
      <vt:lpstr>Office Theme</vt:lpstr>
      <vt:lpstr>Présentation PowerPoint</vt:lpstr>
      <vt:lpstr>Présentation PowerPoint</vt:lpstr>
      <vt:lpstr>TOP 10 des risques de sécurité</vt:lpstr>
      <vt:lpstr>Les objectifs</vt:lpstr>
      <vt:lpstr>Les objectifs</vt:lpstr>
      <vt:lpstr>Les objectifs</vt:lpstr>
      <vt:lpstr>Les objectifs</vt:lpstr>
      <vt:lpstr>Un moyen d’éviter les radars</vt:lpstr>
      <vt:lpstr>Activité</vt:lpstr>
      <vt:lpstr>Importance de la sécurité</vt:lpstr>
      <vt:lpstr>OWASP</vt:lpstr>
      <vt:lpstr>OWASP</vt:lpstr>
      <vt:lpstr>Le top 10 version 2025</vt:lpstr>
      <vt:lpstr>Le top 10 version 2025</vt:lpstr>
      <vt:lpstr>Le top 10 version 2025</vt:lpstr>
      <vt:lpstr>Le top 10 version 2025</vt:lpstr>
      <vt:lpstr>Le top 10 version 2025</vt:lpstr>
      <vt:lpstr>Le top 10 version 2025</vt:lpstr>
      <vt:lpstr>Le top 10 version 2025</vt:lpstr>
      <vt:lpstr>Le top 10 version 2025</vt:lpstr>
      <vt:lpstr>Le top 10 version 2025</vt:lpstr>
      <vt:lpstr>Le top 10 version 2025</vt:lpstr>
      <vt:lpstr>Le top 10 version 2025</vt:lpstr>
      <vt:lpstr>Présentation PowerPoint</vt:lpstr>
      <vt:lpstr>Activité 1 : Définitions</vt:lpstr>
      <vt:lpstr>Le top 10</vt:lpstr>
      <vt:lpstr>1. Broken Access Control</vt:lpstr>
      <vt:lpstr>Contrôle d’accès défaillant</vt:lpstr>
      <vt:lpstr>Principe</vt:lpstr>
      <vt:lpstr>Principe</vt:lpstr>
      <vt:lpstr>Principe</vt:lpstr>
      <vt:lpstr>2. Security Misconfiguration</vt:lpstr>
      <vt:lpstr>Mauvaise configuration de sécurité</vt:lpstr>
      <vt:lpstr>3. Software Supply Chain Failures</vt:lpstr>
      <vt:lpstr>Défaillance dans la chaîne d’approvisionnement logicielle</vt:lpstr>
      <vt:lpstr>Défaillance dans la chaîne d’approvisionnement logicielle</vt:lpstr>
      <vt:lpstr>Défaillance dans la chaîne d’approvisionnement logicielle</vt:lpstr>
      <vt:lpstr>4. Cryptographic Failures</vt:lpstr>
      <vt:lpstr>Défaillances cryptographiques</vt:lpstr>
      <vt:lpstr>Défaillances cryptographiques</vt:lpstr>
      <vt:lpstr>Défaillances cryptographiques</vt:lpstr>
      <vt:lpstr>5. Injection</vt:lpstr>
      <vt:lpstr>Injection</vt:lpstr>
      <vt:lpstr>Injection</vt:lpstr>
      <vt:lpstr>Injection SQL</vt:lpstr>
      <vt:lpstr>Injection</vt:lpstr>
      <vt:lpstr>Injection</vt:lpstr>
      <vt:lpstr>Falsification des requêtes serveur</vt:lpstr>
      <vt:lpstr>Falsification des requêtes serveur</vt:lpstr>
      <vt:lpstr>Injection : se prémunir</vt:lpstr>
      <vt:lpstr>6. Insecure Design</vt:lpstr>
      <vt:lpstr>Conception non-sécurisée</vt:lpstr>
      <vt:lpstr>Conception non-sécurisée</vt:lpstr>
      <vt:lpstr>Conception non-sécurisée</vt:lpstr>
      <vt:lpstr>Conception non-sécurisée</vt:lpstr>
      <vt:lpstr>Conception non-sécurisée</vt:lpstr>
      <vt:lpstr>Conception non-sécurisée</vt:lpstr>
      <vt:lpstr>Conception non-sécurisée : se prémunir</vt:lpstr>
      <vt:lpstr>7. Authentication Failures</vt:lpstr>
      <vt:lpstr>Echec d’identification ou d’authentification</vt:lpstr>
      <vt:lpstr>Echec d’identification ou d’authentification</vt:lpstr>
      <vt:lpstr>Echec d’identification ou d’authentification</vt:lpstr>
      <vt:lpstr>8. Software and Data Integrity Failures</vt:lpstr>
      <vt:lpstr>Défaillance des logiciels et de l’intégrité de leurs données</vt:lpstr>
      <vt:lpstr>Défaillance des logiciels et de l’intégrité de leurs données</vt:lpstr>
      <vt:lpstr>Défaillance des logiciels et de l’intégrité de leurs données</vt:lpstr>
      <vt:lpstr>9. Security Logging and Monitoring Failures</vt:lpstr>
      <vt:lpstr>Echec des logs de sécurité et de surveillance</vt:lpstr>
      <vt:lpstr>Echec des logs de sécurité et de surveillance</vt:lpstr>
      <vt:lpstr>Echec des logs de sécurité et de surveillance</vt:lpstr>
      <vt:lpstr>Echec des logs de sécurité et de surveillance</vt:lpstr>
      <vt:lpstr>10. Mishandling of Exceptional Conditions</vt:lpstr>
      <vt:lpstr>Mishandling of Exceptional Conditions</vt:lpstr>
      <vt:lpstr>Activité 2 : reconnaissances et contre-mesures  </vt:lpstr>
      <vt:lpstr>Reconnaissance et contre-mesures</vt:lpstr>
      <vt:lpstr>Activité 3 : Attaques informatiques récentes</vt:lpstr>
      <vt:lpstr>Attaques informatiques récentes</vt:lpstr>
      <vt:lpstr>Conclusion</vt:lpstr>
      <vt:lpstr>Mot de la fin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S-306-GIT</dc:title>
  <dc:creator>Cédric Schaffter</dc:creator>
  <cp:lastModifiedBy>Romain Rosay</cp:lastModifiedBy>
  <cp:revision>8</cp:revision>
  <dcterms:created xsi:type="dcterms:W3CDTF">2023-07-10T11:31:25Z</dcterms:created>
  <dcterms:modified xsi:type="dcterms:W3CDTF">2026-01-26T09:04:50Z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ediaServiceImageTags">
    <vt:lpwstr/>
  </property>
  <property fmtid="{D5CDD505-2E9C-101B-9397-08002B2CF9AE}" pid="3" name="ContentTypeId">
    <vt:lpwstr>0x010100BD12CA962D3BC343BA4881942FCA9ABD</vt:lpwstr>
  </property>
  <property fmtid="{D5CDD505-2E9C-101B-9397-08002B2CF9AE}" pid="4" name="xd_ProgID">
    <vt:lpwstr/>
  </property>
  <property fmtid="{D5CDD505-2E9C-101B-9397-08002B2CF9AE}" pid="5" name="ComplianceAssetId">
    <vt:lpwstr/>
  </property>
  <property fmtid="{D5CDD505-2E9C-101B-9397-08002B2CF9AE}" pid="6" name="TemplateUrl">
    <vt:lpwstr/>
  </property>
  <property fmtid="{D5CDD505-2E9C-101B-9397-08002B2CF9AE}" pid="7" name="_ExtendedDescription">
    <vt:lpwstr/>
  </property>
  <property fmtid="{D5CDD505-2E9C-101B-9397-08002B2CF9AE}" pid="8" name="TriggerFlowInfo">
    <vt:lpwstr/>
  </property>
  <property fmtid="{D5CDD505-2E9C-101B-9397-08002B2CF9AE}" pid="9" name="xd_Signature">
    <vt:bool>false</vt:bool>
  </property>
</Properties>
</file>