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48"/>
  </p:notesMasterIdLst>
  <p:sldIdLst>
    <p:sldId id="302" r:id="rId5"/>
    <p:sldId id="319" r:id="rId6"/>
    <p:sldId id="306" r:id="rId7"/>
    <p:sldId id="387" r:id="rId8"/>
    <p:sldId id="385" r:id="rId9"/>
    <p:sldId id="388" r:id="rId10"/>
    <p:sldId id="389" r:id="rId11"/>
    <p:sldId id="390" r:id="rId12"/>
    <p:sldId id="410" r:id="rId13"/>
    <p:sldId id="413" r:id="rId14"/>
    <p:sldId id="416" r:id="rId15"/>
    <p:sldId id="417" r:id="rId16"/>
    <p:sldId id="418" r:id="rId17"/>
    <p:sldId id="420" r:id="rId18"/>
    <p:sldId id="419" r:id="rId19"/>
    <p:sldId id="421" r:id="rId20"/>
    <p:sldId id="414" r:id="rId21"/>
    <p:sldId id="422" r:id="rId22"/>
    <p:sldId id="423" r:id="rId23"/>
    <p:sldId id="415" r:id="rId24"/>
    <p:sldId id="396" r:id="rId25"/>
    <p:sldId id="397" r:id="rId26"/>
    <p:sldId id="393" r:id="rId27"/>
    <p:sldId id="395" r:id="rId28"/>
    <p:sldId id="408" r:id="rId29"/>
    <p:sldId id="409" r:id="rId30"/>
    <p:sldId id="384" r:id="rId31"/>
    <p:sldId id="379" r:id="rId32"/>
    <p:sldId id="403" r:id="rId33"/>
    <p:sldId id="404" r:id="rId34"/>
    <p:sldId id="405" r:id="rId35"/>
    <p:sldId id="406" r:id="rId36"/>
    <p:sldId id="398" r:id="rId37"/>
    <p:sldId id="407" r:id="rId38"/>
    <p:sldId id="399" r:id="rId39"/>
    <p:sldId id="402" r:id="rId40"/>
    <p:sldId id="381" r:id="rId41"/>
    <p:sldId id="382" r:id="rId42"/>
    <p:sldId id="383" r:id="rId43"/>
    <p:sldId id="411" r:id="rId44"/>
    <p:sldId id="338" r:id="rId45"/>
    <p:sldId id="412" r:id="rId46"/>
    <p:sldId id="347" r:id="rId47"/>
  </p:sldIdLst>
  <p:sldSz cx="12192000" cy="6858000"/>
  <p:notesSz cx="6858000" cy="9144000"/>
  <p:embeddedFontLst>
    <p:embeddedFont>
      <p:font typeface="Century Gothic" panose="020B0502020202020204" pitchFamily="34" charset="0"/>
      <p:regular r:id="rId49"/>
      <p:bold r:id="rId50"/>
      <p:italic r:id="rId51"/>
      <p:boldItalic r:id="rId52"/>
    </p:embeddedFont>
    <p:embeddedFont>
      <p:font typeface="Daytona Light" panose="020B0304030503040204" pitchFamily="34" charset="0"/>
      <p:regular r:id="rId53"/>
      <p:italic r:id="rId54"/>
    </p:embeddedFont>
    <p:embeddedFont>
      <p:font typeface="Helvetica" panose="020B0604020202020204" pitchFamily="34" charset="0"/>
      <p:regular r:id="rId55"/>
      <p:bold r:id="rId56"/>
      <p:italic r:id="rId57"/>
      <p:boldItalic r:id="rId5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4C291C-4C0B-4AA0-B003-C6C25442A5E7}">
          <p14:sldIdLst>
            <p14:sldId id="302"/>
            <p14:sldId id="319"/>
            <p14:sldId id="306"/>
            <p14:sldId id="387"/>
            <p14:sldId id="385"/>
            <p14:sldId id="388"/>
            <p14:sldId id="389"/>
            <p14:sldId id="390"/>
            <p14:sldId id="410"/>
            <p14:sldId id="413"/>
            <p14:sldId id="416"/>
            <p14:sldId id="417"/>
            <p14:sldId id="418"/>
            <p14:sldId id="420"/>
            <p14:sldId id="419"/>
            <p14:sldId id="421"/>
            <p14:sldId id="414"/>
            <p14:sldId id="422"/>
            <p14:sldId id="423"/>
            <p14:sldId id="415"/>
            <p14:sldId id="396"/>
            <p14:sldId id="397"/>
            <p14:sldId id="393"/>
            <p14:sldId id="395"/>
            <p14:sldId id="408"/>
            <p14:sldId id="409"/>
            <p14:sldId id="384"/>
            <p14:sldId id="379"/>
            <p14:sldId id="403"/>
            <p14:sldId id="404"/>
            <p14:sldId id="405"/>
            <p14:sldId id="406"/>
            <p14:sldId id="398"/>
            <p14:sldId id="407"/>
            <p14:sldId id="399"/>
            <p14:sldId id="402"/>
            <p14:sldId id="381"/>
            <p14:sldId id="382"/>
            <p14:sldId id="383"/>
            <p14:sldId id="411"/>
            <p14:sldId id="338"/>
            <p14:sldId id="412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édric Schaffter" initials="CS" lastIdx="1" clrIdx="0">
    <p:extLst>
      <p:ext uri="{19B8F6BF-5375-455C-9EA6-DF929625EA0E}">
        <p15:presenceInfo xmlns:p15="http://schemas.microsoft.com/office/powerpoint/2012/main" userId="S::px53yvq@eduvaud.ch::553b4a19-b3bd-4c85-8b03-e3da8d2d0e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0000"/>
    <a:srgbClr val="AD2B33"/>
    <a:srgbClr val="333333"/>
    <a:srgbClr val="004595"/>
    <a:srgbClr val="F5F7FA"/>
    <a:srgbClr val="66AEDD"/>
    <a:srgbClr val="EDEDED"/>
    <a:srgbClr val="CCFFFF"/>
    <a:srgbClr val="FFFFFF"/>
    <a:srgbClr val="B56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DE0AF-5C54-4C74-A689-DBB60FFDBD4F}" v="1" dt="2026-02-02T08:57:23.5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384" autoAdjust="0"/>
  </p:normalViewPr>
  <p:slideViewPr>
    <p:cSldViewPr snapToGrid="0">
      <p:cViewPr varScale="1">
        <p:scale>
          <a:sx n="78" d="100"/>
          <a:sy n="78" d="100"/>
        </p:scale>
        <p:origin x="18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Rosay" userId="d562565c-1457-4874-adac-2143cb9aa9a7" providerId="ADAL" clId="{ACF5C8D2-166E-4403-8003-0EF35400E61F}"/>
    <pc:docChg chg="modSld">
      <pc:chgData name="Romain Rosay" userId="d562565c-1457-4874-adac-2143cb9aa9a7" providerId="ADAL" clId="{ACF5C8D2-166E-4403-8003-0EF35400E61F}" dt="2026-02-02T08:56:56.107" v="86" actId="20577"/>
      <pc:docMkLst>
        <pc:docMk/>
      </pc:docMkLst>
      <pc:sldChg chg="modSp modNotesTx">
        <pc:chgData name="Romain Rosay" userId="d562565c-1457-4874-adac-2143cb9aa9a7" providerId="ADAL" clId="{ACF5C8D2-166E-4403-8003-0EF35400E61F}" dt="2026-02-02T08:56:56.107" v="86" actId="20577"/>
        <pc:sldMkLst>
          <pc:docMk/>
          <pc:sldMk cId="1973451141" sldId="415"/>
        </pc:sldMkLst>
        <pc:spChg chg="mod">
          <ac:chgData name="Romain Rosay" userId="d562565c-1457-4874-adac-2143cb9aa9a7" providerId="ADAL" clId="{ACF5C8D2-166E-4403-8003-0EF35400E61F}" dt="2026-01-29T11:08:13.316" v="0"/>
          <ac:spMkLst>
            <pc:docMk/>
            <pc:sldMk cId="1973451141" sldId="415"/>
            <ac:spMk id="2" creationId="{991CC89F-F276-134B-8C14-420C361A6F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218B3-C964-4B2C-A5FA-0E6289E029BD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8B0B-D5D7-4D88-83E3-FE3FF33CB0C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15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4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Faire reformuler aux élèves la définition de cet objectif.</a:t>
            </a:r>
          </a:p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052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91929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348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223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Le protocole HTTP (et HTTPS)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8629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qui se passe avec la vérification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2868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Poser le problème 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61733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Et puis, qu’est-ce que ca veut dire «ouverte»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198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7E96-9530-5E3D-3651-B35A95E0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E2773-B8CA-2534-F81F-17EEABD99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8D229-65CF-D650-4EE1-00F0DA81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9B04-2DE7-626E-8A51-55FDBFFDC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8683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A12C-C390-F754-42E4-BB6347AD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DE61A-42D6-0654-6C28-58E0BE86B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46F8-47FB-E348-E1C3-ACACE0B5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46BCA-5CF3-2C7F-7FEB-67C5A254B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6749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23E5-A7A1-D0B0-3B68-3C9ACE9C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20329-9191-2806-00B6-7EBE28AA0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0646-681B-C3D9-2F38-A2806706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9FC4D-0AE8-FB25-FABC-A8F33E52E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5499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135F-BAFD-D760-51D2-5788122A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59DD-0E0C-7157-9346-39B112C80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D6742-82EC-D97C-155B-3FC40AB94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https://cheatsheetseries.owasp.org/cheatsheets/Password_Storage_Cheat_Sheet.html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DAD49-0D5E-FDF2-FC4C-F266B525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19936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154E-C8C6-C485-48D2-53E9D953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7FBF7-E25F-4D16-D668-2432B7048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1ACB9-324C-1A41-FAF7-EC9603E82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2F3C4-1997-C05F-0632-4E23E905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0405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6621-0426-7F71-FA36-D8FD6B79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15D66-7CDF-8FB5-1ABF-BA9071AEF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53BB-7130-A0CC-A374-9997D394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Demandez aux élèves les risques liés aux mots de passes stockés dans une base de données.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B4CE-184F-4CEC-07FD-88165B741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5533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C4D9-38DF-2CC9-4445-86B86C42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79B91-A6C1-1B91-CB22-AE34810F8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9A16B-C198-9973-9707-74D923BC3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3EFF-5CFE-0FE9-345A-9E082DC39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5144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89E2-FDFB-C603-D4CF-EAAC8AA6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DC557-DD32-7EC2-4FB6-5246846B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0C36F-715B-636D-FC4B-3B749235F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E2C1-68B3-3A60-DF42-E3336E217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2109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DD37-A113-03E7-2C39-CE469D27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979E-A245-C88C-9764-0BFDBF29E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7D364-F5D3-F854-A910-937F78874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: "Que se passe-t-il si deux utilisateurs choisissent le même mot de passe, mais que chacun a un sel différent 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5DCD3-C61C-9FD8-6BF1-6F7AADB18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20790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9127-9218-8EAF-DBFA-46B6C53D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8B136-9627-68C1-FBE6-1CCF5E0B8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15BEE-CD61-A7B0-5C5F-E025D5FA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Activité: </a:t>
            </a:r>
            <a:br>
              <a:rPr lang="fr-CH" dirty="0"/>
            </a:br>
            <a:r>
              <a:rPr lang="fr-CH" dirty="0"/>
              <a:t>Débuter le projet </a:t>
            </a:r>
            <a:r>
              <a:rPr lang="fr-CH" dirty="0" err="1"/>
              <a:t>nodejstoken</a:t>
            </a:r>
            <a:r>
              <a:rPr lang="fr-CH" dirty="0"/>
              <a:t> avec la </a:t>
            </a:r>
            <a:r>
              <a:rPr lang="fr-CH"/>
              <a:t>première partie: 02-Auth.docx</a:t>
            </a: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5B800-5EB6-18C6-16B9-A3C57B432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1666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4606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Demander aux élèves ce que peux bien vouloir dire «</a:t>
            </a:r>
            <a:r>
              <a:rPr lang="fr-CH" err="1"/>
              <a:t>stateless</a:t>
            </a:r>
            <a:r>
              <a:rPr lang="fr-CH"/>
              <a:t>»</a:t>
            </a:r>
          </a:p>
          <a:p>
            <a:endParaRPr lang="fr-CH"/>
          </a:p>
          <a:p>
            <a:r>
              <a:rPr lang="fr-CH" err="1"/>
              <a:t>Stateless</a:t>
            </a:r>
            <a:r>
              <a:rPr lang="fr-CH"/>
              <a:t> = sans état. Chaque requête est indépendante les unes des autres et le serveur n’a pas connaissance des requêtes précédentes.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6223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La session n’est plus enregistrée comme un champ de la base de données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4779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7091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86815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735787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C’est un moyen compact pour transmettre de l’informations en toute sécurité entre plusieurs partis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58335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err="1"/>
              <a:t>Payload</a:t>
            </a:r>
            <a:r>
              <a:rPr lang="fr-CH"/>
              <a:t> : </a:t>
            </a:r>
          </a:p>
          <a:p>
            <a:r>
              <a:rPr lang="fr-CH"/>
              <a:t>user : Nom d’utilisateur connecté</a:t>
            </a:r>
          </a:p>
          <a:p>
            <a:r>
              <a:rPr lang="fr-CH" err="1"/>
              <a:t>iat</a:t>
            </a:r>
            <a:r>
              <a:rPr lang="fr-CH"/>
              <a:t> : </a:t>
            </a:r>
            <a:r>
              <a:rPr lang="fr-CH" err="1"/>
              <a:t>Issued</a:t>
            </a:r>
            <a:r>
              <a:rPr lang="fr-CH"/>
              <a:t> At, permet de calculer l’âge du jeton</a:t>
            </a:r>
          </a:p>
          <a:p>
            <a:r>
              <a:rPr lang="fr-CH"/>
              <a:t>Claims : il y a des valeurs , standardisé comme le </a:t>
            </a:r>
            <a:r>
              <a:rPr lang="fr-CH" err="1"/>
              <a:t>iss</a:t>
            </a:r>
            <a:r>
              <a:rPr lang="fr-CH"/>
              <a:t> (</a:t>
            </a:r>
            <a:r>
              <a:rPr lang="fr-CH" err="1"/>
              <a:t>Issuer</a:t>
            </a:r>
            <a:r>
              <a:rPr lang="fr-CH"/>
              <a:t>) ou l’</a:t>
            </a:r>
            <a:r>
              <a:rPr lang="fr-CH" err="1"/>
              <a:t>exp</a:t>
            </a:r>
            <a:r>
              <a:rPr lang="fr-CH"/>
              <a:t> (</a:t>
            </a:r>
            <a:r>
              <a:rPr lang="fr-CH" err="1"/>
              <a:t>expriration</a:t>
            </a:r>
            <a:r>
              <a:rPr lang="fr-CH"/>
              <a:t>), public ou privés</a:t>
            </a:r>
          </a:p>
          <a:p>
            <a:endParaRPr lang="fr-CH"/>
          </a:p>
          <a:p>
            <a:r>
              <a:rPr lang="fr-CH"/>
              <a:t>https://www.iana.org/assignments/jwt/jwt.xhtml#claims</a:t>
            </a:r>
          </a:p>
          <a:p>
            <a:endParaRPr lang="fr-CH"/>
          </a:p>
          <a:p>
            <a:endParaRPr lang="fr-CH"/>
          </a:p>
          <a:p>
            <a:r>
              <a:rPr lang="fr-CH"/>
              <a:t>Problème de sécurité principal : la vérification de la signature peut être désactivée avec </a:t>
            </a:r>
            <a:r>
              <a:rPr lang="fr-CH" err="1"/>
              <a:t>alg</a:t>
            </a:r>
            <a:r>
              <a:rPr lang="fr-CH"/>
              <a:t> : 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0882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02263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0408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0006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/>
              <a:t>SHA-0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35976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4046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37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6041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6019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7982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E8B0B-D5D7-4D88-83E3-FE3FF33CB0CB}" type="slidenum">
              <a:rPr lang="fr-CH" smtClean="0"/>
              <a:t>43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62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4DE0-88DE-4610-BD02-CD38DF49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CF7C9-0305-4CBC-8E98-2CC5250FD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285E8-1FCB-9C6D-C719-195577BF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975B0D62-DA5A-4B9E-A99D-C5E052757ED2}" type="datetime1">
              <a:rPr lang="fr-CH" smtClean="0"/>
              <a:t>02.02.2026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CD6F8-6772-ED93-2BF4-D33B7E3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340608" cy="3651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8AE0E-7542-ADE9-9231-C9491A8E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</p:spTree>
    <p:extLst>
      <p:ext uri="{BB962C8B-B14F-4D97-AF65-F5344CB8AC3E}">
        <p14:creationId xmlns:p14="http://schemas.microsoft.com/office/powerpoint/2010/main" val="17015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print_ligh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778021" y="296687"/>
            <a:ext cx="10793490" cy="900000"/>
            <a:chOff x="577340" y="118070"/>
            <a:chExt cx="10793490" cy="979831"/>
          </a:xfrm>
        </p:grpSpPr>
        <p:grpSp>
          <p:nvGrpSpPr>
            <p:cNvPr id="2" name="Groupe 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2362" name="Rectangle 23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3" name="Rectangle 23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4" name="Rectangle 23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5" name="Rectangle 23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6" name="Rectangle 23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7" name="Rectangle 23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8" name="Rectangle 23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9" name="Rectangle 23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0" name="Rectangle 23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1" name="Rectangle 23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2" name="Rectangle 23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3" name="Rectangle 23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4" name="Rectangle 23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6" name="Rectangle 23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7" name="Rectangle 23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8" name="Rectangle 23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79" name="Rectangle 23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0" name="Rectangle 23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1" name="Rectangle 23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2" name="Rectangle 23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3" name="Rectangle 23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4" name="Rectangle 23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86" name="Rectangle 23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61" name="Rectangle 23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2356" name="Groupe 235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2357" name="Rectangle 23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2358" name="Rectangle 23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2" name="Rectangle 47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3" name="Rectangle 47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4" name="Rectangle 47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5" name="Rectangle 47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6" name="Rectangle 47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7" name="Rectangle 47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8" name="Rectangle 47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19" name="Rectangle 47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0" name="Rectangle 47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1" name="Rectangle 47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2" name="Rectangle 47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3" name="Rectangle 47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4" name="Rectangle 47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5" name="Rectangle 47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6" name="Rectangle 47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7" name="Rectangle 47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8" name="Rectangle 47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29" name="Rectangle 47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0" name="Rectangle 47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1" name="Rectangle 47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2" name="Rectangle 47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3" name="Rectangle 47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4" name="Rectangle 47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5" name="Rectangle 47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36" name="Groupe 4735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4737" name="Rectangle 47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8" name="Rectangle 47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39" name="Rectangle 47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0" name="Rectangle 47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1" name="Rectangle 47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2" name="Rectangle 47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3" name="Rectangle 47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4" name="Rectangle 47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5" name="Rectangle 47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6" name="Rectangle 47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7" name="Rectangle 47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8" name="Rectangle 47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49" name="Rectangle 47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0" name="Rectangle 47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1" name="Rectangle 47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2" name="Rectangle 47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3" name="Rectangle 47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4" name="Rectangle 47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5" name="Rectangle 47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6" name="Rectangle 47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7" name="Rectangle 47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8" name="Rectangle 47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59" name="Rectangle 47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0" name="Rectangle 47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1" name="Rectangle 47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2" name="Rectangle 47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763" name="Groupe 4762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4764" name="Rectangle 47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5" name="Rectangle 47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6" name="Rectangle 47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7" name="Rectangle 47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8" name="Rectangle 47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69" name="Rectangle 47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0" name="Rectangle 47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1" name="Rectangle 47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2" name="Rectangle 47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3" name="Rectangle 47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4" name="Rectangle 47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5" name="Rectangle 47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6" name="Rectangle 47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7" name="Rectangle 47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8" name="Rectangle 47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79" name="Rectangle 47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0" name="Rectangle 47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1" name="Rectangle 47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2" name="Rectangle 47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3" name="Rectangle 47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4" name="Rectangle 47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5" name="Rectangle 47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6" name="Rectangle 47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7" name="Rectangle 47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8" name="Rectangle 47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789" name="Rectangle 47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898" name="Groupe 4897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4899" name="Rectangle 489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0" name="Rectangle 489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1" name="Rectangle 490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2" name="Rectangle 490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3" name="Rectangle 490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4" name="Rectangle 490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5" name="Rectangle 490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6" name="Rectangle 490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7" name="Rectangle 490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8" name="Rectangle 490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09" name="Rectangle 490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0" name="Rectangle 490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1" name="Rectangle 491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2" name="Rectangle 491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3" name="Rectangle 491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4" name="Rectangle 491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5" name="Rectangle 491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6" name="Rectangle 491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7" name="Rectangle 491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8" name="Rectangle 491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19" name="Rectangle 491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0" name="Rectangle 491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1" name="Rectangle 492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2" name="Rectangle 492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3" name="Rectangle 492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4" name="Rectangle 492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25" name="Groupe 4924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4926" name="Rectangle 492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7" name="Rectangle 492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8" name="Rectangle 492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29" name="Rectangle 492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0" name="Rectangle 492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1" name="Rectangle 493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2" name="Rectangle 493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3" name="Rectangle 493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4" name="Rectangle 493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5" name="Rectangle 493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6" name="Rectangle 493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7" name="Rectangle 493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8" name="Rectangle 493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39" name="Rectangle 493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0" name="Rectangle 493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1" name="Rectangle 494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2" name="Rectangle 494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3" name="Rectangle 494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4" name="Rectangle 494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5" name="Rectangle 494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6" name="Rectangle 494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7" name="Rectangle 494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8" name="Rectangle 494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49" name="Rectangle 494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0" name="Rectangle 494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1" name="Rectangle 495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52" name="Groupe 4951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4953" name="Rectangle 49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4" name="Rectangle 49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5" name="Rectangle 49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6" name="Rectangle 49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7" name="Rectangle 49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8" name="Rectangle 49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59" name="Rectangle 49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0" name="Rectangle 49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1" name="Rectangle 49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2" name="Rectangle 49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3" name="Rectangle 49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4" name="Rectangle 49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5" name="Rectangle 49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6" name="Rectangle 49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7" name="Rectangle 49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8" name="Rectangle 49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69" name="Rectangle 49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0" name="Rectangle 49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1" name="Rectangle 49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2" name="Rectangle 49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3" name="Rectangle 49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4" name="Rectangle 49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5" name="Rectangle 49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6" name="Rectangle 49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7" name="Rectangle 49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78" name="Rectangle 49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4979" name="Groupe 497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4980" name="Rectangle 49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1" name="Rectangle 49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2" name="Rectangle 49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3" name="Rectangle 49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4" name="Rectangle 49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5" name="Rectangle 49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6" name="Rectangle 49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7" name="Rectangle 49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8" name="Rectangle 49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89" name="Rectangle 49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0" name="Rectangle 49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1" name="Rectangle 49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2" name="Rectangle 49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3" name="Rectangle 49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4" name="Rectangle 49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5" name="Rectangle 49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6" name="Rectangle 49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7" name="Rectangle 49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8" name="Rectangle 49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4999" name="Rectangle 49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0" name="Rectangle 49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1" name="Rectangle 50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2" name="Rectangle 50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3" name="Rectangle 50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4" name="Rectangle 50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5" name="Rectangle 50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06" name="Groupe 5005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007" name="Rectangle 50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8" name="Rectangle 50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09" name="Rectangle 50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0" name="Rectangle 50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1" name="Rectangle 50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2" name="Rectangle 50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3" name="Rectangle 50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4" name="Rectangle 50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5" name="Rectangle 50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6" name="Rectangle 50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7" name="Rectangle 50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8" name="Rectangle 50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19" name="Rectangle 50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0" name="Rectangle 50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1" name="Rectangle 50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2" name="Rectangle 50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3" name="Rectangle 50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4" name="Rectangle 50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5" name="Rectangle 50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6" name="Rectangle 50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7" name="Rectangle 50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8" name="Rectangle 50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29" name="Rectangle 50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0" name="Rectangle 50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1" name="Rectangle 50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2" name="Rectangle 50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33" name="Groupe 5032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034" name="Rectangle 50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5" name="Rectangle 50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6" name="Rectangle 50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7" name="Rectangle 50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8" name="Rectangle 50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39" name="Rectangle 50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0" name="Rectangle 50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1" name="Rectangle 50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2" name="Rectangle 50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3" name="Rectangle 50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4" name="Rectangle 50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5" name="Rectangle 50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6" name="Rectangle 50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7" name="Rectangle 50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8" name="Rectangle 50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49" name="Rectangle 50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0" name="Rectangle 50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1" name="Rectangle 50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2" name="Rectangle 50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3" name="Rectangle 50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4" name="Rectangle 50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5" name="Rectangle 50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6" name="Rectangle 50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7" name="Rectangle 50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8" name="Rectangle 50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59" name="Rectangle 50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60" name="Groupe 5059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061" name="Rectangle 50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2" name="Rectangle 50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3" name="Rectangle 50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4" name="Rectangle 50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5" name="Rectangle 50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6" name="Rectangle 50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7" name="Rectangle 50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8" name="Rectangle 50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69" name="Rectangle 50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0" name="Rectangle 50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1" name="Rectangle 50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2" name="Rectangle 50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3" name="Rectangle 50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4" name="Rectangle 50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5" name="Rectangle 50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6" name="Rectangle 50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7" name="Rectangle 50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8" name="Rectangle 50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79" name="Rectangle 50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0" name="Rectangle 50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1" name="Rectangle 50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2" name="Rectangle 50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3" name="Rectangle 50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4" name="Rectangle 50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5" name="Rectangle 50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6" name="Rectangle 50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087" name="Groupe 5086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088" name="Rectangle 50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89" name="Rectangle 50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0" name="Rectangle 50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1" name="Rectangle 50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2" name="Rectangle 50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3" name="Rectangle 50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4" name="Rectangle 50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5" name="Rectangle 50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6" name="Rectangle 50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7" name="Rectangle 50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8" name="Rectangle 50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099" name="Rectangle 50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0" name="Rectangle 50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1" name="Rectangle 51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2" name="Rectangle 51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3" name="Rectangle 51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4" name="Rectangle 51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5" name="Rectangle 51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6" name="Rectangle 51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7" name="Rectangle 51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8" name="Rectangle 51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09" name="Rectangle 51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0" name="Rectangle 51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1" name="Rectangle 51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2" name="Rectangle 51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13" name="Rectangle 51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5114" name="Groupe 5113"/>
          <p:cNvGrpSpPr/>
          <p:nvPr userDrawn="1"/>
        </p:nvGrpSpPr>
        <p:grpSpPr>
          <a:xfrm>
            <a:off x="778021" y="1190492"/>
            <a:ext cx="10793490" cy="900000"/>
            <a:chOff x="577340" y="118070"/>
            <a:chExt cx="10793490" cy="979831"/>
          </a:xfrm>
        </p:grpSpPr>
        <p:grpSp>
          <p:nvGrpSpPr>
            <p:cNvPr id="5115" name="Groupe 5114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5413" name="Rectangle 54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4" name="Rectangle 54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5" name="Rectangle 54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6" name="Rectangle 54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7" name="Rectangle 54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8" name="Rectangle 54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9" name="Rectangle 54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0" name="Rectangle 54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1" name="Rectangle 54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2" name="Rectangle 54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3" name="Rectangle 54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4" name="Rectangle 54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5" name="Rectangle 54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6" name="Rectangle 54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7" name="Rectangle 54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8" name="Rectangle 54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29" name="Rectangle 54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0" name="Rectangle 54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1" name="Rectangle 54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2" name="Rectangle 54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3" name="Rectangle 54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4" name="Rectangle 54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5" name="Rectangle 54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6" name="Rectangle 54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7" name="Rectangle 54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38" name="Rectangle 54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6" name="Groupe 5115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5387" name="Rectangle 53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8" name="Rectangle 53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9" name="Rectangle 53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0" name="Rectangle 53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1" name="Rectangle 53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2" name="Rectangle 53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3" name="Rectangle 53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4" name="Rectangle 53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5" name="Rectangle 53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6" name="Rectangle 53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7" name="Rectangle 53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8" name="Rectangle 53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99" name="Rectangle 53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0" name="Rectangle 53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1" name="Rectangle 54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2" name="Rectangle 54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3" name="Rectangle 54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4" name="Rectangle 54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5" name="Rectangle 54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6" name="Rectangle 54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7" name="Rectangle 54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8" name="Rectangle 54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09" name="Rectangle 54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0" name="Rectangle 54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1" name="Rectangle 54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412" name="Rectangle 54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7" name="Groupe 5116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5361" name="Rectangle 53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2" name="Rectangle 53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3" name="Rectangle 53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4" name="Rectangle 53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5" name="Rectangle 53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6" name="Rectangle 53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7" name="Rectangle 53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8" name="Rectangle 53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9" name="Rectangle 53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0" name="Rectangle 53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1" name="Rectangle 53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2" name="Rectangle 53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3" name="Rectangle 53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4" name="Rectangle 53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5" name="Rectangle 53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6" name="Rectangle 53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7" name="Rectangle 53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8" name="Rectangle 53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79" name="Rectangle 53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0" name="Rectangle 53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1" name="Rectangle 53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2" name="Rectangle 53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3" name="Rectangle 53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4" name="Rectangle 53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5" name="Rectangle 53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86" name="Rectangle 53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8" name="Groupe 5117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5335" name="Rectangle 53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6" name="Rectangle 53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7" name="Rectangle 53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8" name="Rectangle 53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9" name="Rectangle 53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0" name="Rectangle 53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1" name="Rectangle 53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2" name="Rectangle 53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3" name="Rectangle 53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4" name="Rectangle 53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5" name="Rectangle 53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6" name="Rectangle 53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7" name="Rectangle 53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8" name="Rectangle 53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49" name="Rectangle 53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0" name="Rectangle 53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1" name="Rectangle 53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2" name="Rectangle 53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3" name="Rectangle 53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4" name="Rectangle 53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5" name="Rectangle 53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6" name="Rectangle 53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7" name="Rectangle 53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8" name="Rectangle 53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59" name="Rectangle 53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60" name="Rectangle 53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19" name="Groupe 5118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5309" name="Rectangle 53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0" name="Rectangle 53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1" name="Rectangle 53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2" name="Rectangle 53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3" name="Rectangle 53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4" name="Rectangle 53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5" name="Rectangle 53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6" name="Rectangle 53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7" name="Rectangle 53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8" name="Rectangle 53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19" name="Rectangle 53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0" name="Rectangle 53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1" name="Rectangle 53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2" name="Rectangle 53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3" name="Rectangle 53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4" name="Rectangle 53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5" name="Rectangle 53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6" name="Rectangle 53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7" name="Rectangle 53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8" name="Rectangle 53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29" name="Rectangle 53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0" name="Rectangle 53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1" name="Rectangle 53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2" name="Rectangle 53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3" name="Rectangle 53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34" name="Rectangle 53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0" name="Groupe 5119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5283" name="Rectangle 52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4" name="Rectangle 52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5" name="Rectangle 52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6" name="Rectangle 52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7" name="Rectangle 52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8" name="Rectangle 52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9" name="Rectangle 52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0" name="Rectangle 52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1" name="Rectangle 52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2" name="Rectangle 52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3" name="Rectangle 52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4" name="Rectangle 52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5" name="Rectangle 52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6" name="Rectangle 52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7" name="Rectangle 52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8" name="Rectangle 52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99" name="Rectangle 52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0" name="Rectangle 52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1" name="Rectangle 53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2" name="Rectangle 53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3" name="Rectangle 53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4" name="Rectangle 53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5" name="Rectangle 53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6" name="Rectangle 53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7" name="Rectangle 53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308" name="Rectangle 53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1" name="Groupe 5120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5257" name="Rectangle 52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8" name="Rectangle 52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9" name="Rectangle 52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0" name="Rectangle 52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1" name="Rectangle 52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2" name="Rectangle 52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3" name="Rectangle 52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4" name="Rectangle 52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5" name="Rectangle 52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6" name="Rectangle 52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7" name="Rectangle 52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8" name="Rectangle 52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69" name="Rectangle 52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0" name="Rectangle 52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1" name="Rectangle 52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2" name="Rectangle 52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3" name="Rectangle 52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4" name="Rectangle 52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5" name="Rectangle 52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6" name="Rectangle 52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7" name="Rectangle 52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8" name="Rectangle 52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79" name="Rectangle 52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0" name="Rectangle 52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1" name="Rectangle 52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82" name="Rectangle 52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2" name="Groupe 5121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5231" name="Rectangle 52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2" name="Rectangle 52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3" name="Rectangle 52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4" name="Rectangle 52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5" name="Rectangle 52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6" name="Rectangle 52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7" name="Rectangle 52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8" name="Rectangle 52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9" name="Rectangle 52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0" name="Rectangle 52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1" name="Rectangle 52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2" name="Rectangle 52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3" name="Rectangle 52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4" name="Rectangle 52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5" name="Rectangle 52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6" name="Rectangle 52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7" name="Rectangle 52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8" name="Rectangle 52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49" name="Rectangle 52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0" name="Rectangle 52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1" name="Rectangle 52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2" name="Rectangle 52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3" name="Rectangle 52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4" name="Rectangle 52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5" name="Rectangle 52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56" name="Rectangle 52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3" name="Groupe 5122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5205" name="Rectangle 52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6" name="Rectangle 52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7" name="Rectangle 52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8" name="Rectangle 52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9" name="Rectangle 52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0" name="Rectangle 52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1" name="Rectangle 52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2" name="Rectangle 52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3" name="Rectangle 52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4" name="Rectangle 52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5" name="Rectangle 52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6" name="Rectangle 52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7" name="Rectangle 52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8" name="Rectangle 52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19" name="Rectangle 52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0" name="Rectangle 52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1" name="Rectangle 52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2" name="Rectangle 52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3" name="Rectangle 52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4" name="Rectangle 52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5" name="Rectangle 52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6" name="Rectangle 52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7" name="Rectangle 52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8" name="Rectangle 52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29" name="Rectangle 52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30" name="Rectangle 52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4" name="Groupe 5123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5179" name="Rectangle 51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0" name="Rectangle 51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1" name="Rectangle 51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2" name="Rectangle 51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3" name="Rectangle 51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4" name="Rectangle 51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5" name="Rectangle 51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6" name="Rectangle 51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7" name="Rectangle 51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8" name="Rectangle 51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89" name="Rectangle 51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0" name="Rectangle 51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1" name="Rectangle 51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2" name="Rectangle 51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3" name="Rectangle 51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4" name="Rectangle 51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5" name="Rectangle 51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6" name="Rectangle 51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7" name="Rectangle 51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8" name="Rectangle 51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99" name="Rectangle 51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0" name="Rectangle 51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1" name="Rectangle 52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2" name="Rectangle 52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3" name="Rectangle 52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204" name="Rectangle 52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5" name="Groupe 5124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5153" name="Rectangle 515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4" name="Rectangle 515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5" name="Rectangle 515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6" name="Rectangle 515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7" name="Rectangle 515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8" name="Rectangle 515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9" name="Rectangle 515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0" name="Rectangle 515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1" name="Rectangle 516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2" name="Rectangle 516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3" name="Rectangle 516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4" name="Rectangle 516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5" name="Rectangle 516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6" name="Rectangle 516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7" name="Rectangle 516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8" name="Rectangle 516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69" name="Rectangle 516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0" name="Rectangle 516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1" name="Rectangle 517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2" name="Rectangle 517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3" name="Rectangle 517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4" name="Rectangle 517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5" name="Rectangle 517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6" name="Rectangle 517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7" name="Rectangle 517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78" name="Rectangle 517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5126" name="Groupe 5125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5127" name="Rectangle 512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8" name="Rectangle 512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29" name="Rectangle 512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0" name="Rectangle 512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1" name="Rectangle 513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2" name="Rectangle 513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3" name="Rectangle 513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4" name="Rectangle 513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5" name="Rectangle 513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0" name="Rectangle 513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1" name="Rectangle 514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2" name="Rectangle 514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3" name="Rectangle 514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4" name="Rectangle 514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5" name="Rectangle 514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6" name="Rectangle 514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7" name="Rectangle 514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8" name="Rectangle 514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49" name="Rectangle 514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0" name="Rectangle 514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1" name="Rectangle 515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5152" name="Rectangle 515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cxnSp>
        <p:nvCxnSpPr>
          <p:cNvPr id="6" name="Connecteur droit 5"/>
          <p:cNvCxnSpPr/>
          <p:nvPr userDrawn="1"/>
        </p:nvCxnSpPr>
        <p:spPr>
          <a:xfrm>
            <a:off x="6174766" y="0"/>
            <a:ext cx="0" cy="14224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1" name="Groupe 7090"/>
          <p:cNvGrpSpPr/>
          <p:nvPr userDrawn="1"/>
        </p:nvGrpSpPr>
        <p:grpSpPr>
          <a:xfrm>
            <a:off x="778021" y="2090491"/>
            <a:ext cx="10793490" cy="900000"/>
            <a:chOff x="577340" y="118070"/>
            <a:chExt cx="10793490" cy="979831"/>
          </a:xfrm>
        </p:grpSpPr>
        <p:grpSp>
          <p:nvGrpSpPr>
            <p:cNvPr id="7092" name="Groupe 70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390" name="Rectangle 73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1" name="Rectangle 73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2" name="Rectangle 73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3" name="Rectangle 73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4" name="Rectangle 73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5" name="Rectangle 73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6" name="Rectangle 73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7" name="Rectangle 73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8" name="Rectangle 73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99" name="Rectangle 73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0" name="Rectangle 73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1" name="Rectangle 74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2" name="Rectangle 74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3" name="Rectangle 74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4" name="Rectangle 74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5" name="Rectangle 74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6" name="Rectangle 74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7" name="Rectangle 74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8" name="Rectangle 74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09" name="Rectangle 74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0" name="Rectangle 74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1" name="Rectangle 74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2" name="Rectangle 74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3" name="Rectangle 74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4" name="Rectangle 74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15" name="Rectangle 74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3" name="Groupe 70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364" name="Rectangle 73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5" name="Rectangle 73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6" name="Rectangle 73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7" name="Rectangle 73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8" name="Rectangle 73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9" name="Rectangle 73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0" name="Rectangle 73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1" name="Rectangle 73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2" name="Rectangle 73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3" name="Rectangle 73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4" name="Rectangle 73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5" name="Rectangle 73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6" name="Rectangle 73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7" name="Rectangle 73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8" name="Rectangle 73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79" name="Rectangle 73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0" name="Rectangle 73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1" name="Rectangle 73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2" name="Rectangle 73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3" name="Rectangle 73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4" name="Rectangle 73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5" name="Rectangle 73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6" name="Rectangle 73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7" name="Rectangle 73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8" name="Rectangle 73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89" name="Rectangle 73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4" name="Groupe 70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338" name="Rectangle 73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9" name="Rectangle 73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0" name="Rectangle 73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1" name="Rectangle 73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2" name="Rectangle 73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3" name="Rectangle 73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4" name="Rectangle 73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5" name="Rectangle 73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6" name="Rectangle 73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7" name="Rectangle 73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8" name="Rectangle 73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49" name="Rectangle 73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0" name="Rectangle 73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1" name="Rectangle 73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2" name="Rectangle 73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3" name="Rectangle 73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4" name="Rectangle 73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5" name="Rectangle 73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6" name="Rectangle 73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7" name="Rectangle 73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8" name="Rectangle 73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59" name="Rectangle 73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0" name="Rectangle 73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1" name="Rectangle 73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2" name="Rectangle 73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63" name="Rectangle 73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5" name="Groupe 70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312" name="Rectangle 73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3" name="Rectangle 73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4" name="Rectangle 73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5" name="Rectangle 73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6" name="Rectangle 73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7" name="Rectangle 73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8" name="Rectangle 73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9" name="Rectangle 73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0" name="Rectangle 73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1" name="Rectangle 73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2" name="Rectangle 73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3" name="Rectangle 73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4" name="Rectangle 73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5" name="Rectangle 73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6" name="Rectangle 73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7" name="Rectangle 73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8" name="Rectangle 73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29" name="Rectangle 73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0" name="Rectangle 73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1" name="Rectangle 73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2" name="Rectangle 73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3" name="Rectangle 73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4" name="Rectangle 73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5" name="Rectangle 73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6" name="Rectangle 73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37" name="Rectangle 73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6" name="Groupe 70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286" name="Rectangle 72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7" name="Rectangle 72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8" name="Rectangle 72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9" name="Rectangle 72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0" name="Rectangle 72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1" name="Rectangle 72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2" name="Rectangle 72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3" name="Rectangle 72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4" name="Rectangle 72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5" name="Rectangle 72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6" name="Rectangle 72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7" name="Rectangle 72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8" name="Rectangle 72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99" name="Rectangle 72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0" name="Rectangle 72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1" name="Rectangle 73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2" name="Rectangle 73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3" name="Rectangle 73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4" name="Rectangle 73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5" name="Rectangle 73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6" name="Rectangle 73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7" name="Rectangle 73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8" name="Rectangle 73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09" name="Rectangle 73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0" name="Rectangle 73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311" name="Rectangle 73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7" name="Groupe 70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260" name="Rectangle 72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1" name="Rectangle 72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2" name="Rectangle 72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3" name="Rectangle 72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4" name="Rectangle 72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5" name="Rectangle 72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6" name="Rectangle 72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7" name="Rectangle 72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8" name="Rectangle 72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69" name="Rectangle 72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0" name="Rectangle 72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1" name="Rectangle 72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2" name="Rectangle 72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3" name="Rectangle 72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4" name="Rectangle 72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5" name="Rectangle 72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6" name="Rectangle 72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7" name="Rectangle 72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8" name="Rectangle 72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79" name="Rectangle 72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0" name="Rectangle 72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1" name="Rectangle 72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2" name="Rectangle 72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3" name="Rectangle 72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4" name="Rectangle 72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85" name="Rectangle 72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8" name="Groupe 70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234" name="Rectangle 72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5" name="Rectangle 72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6" name="Rectangle 72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7" name="Rectangle 72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8" name="Rectangle 72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9" name="Rectangle 72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0" name="Rectangle 72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1" name="Rectangle 72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2" name="Rectangle 72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3" name="Rectangle 72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4" name="Rectangle 72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5" name="Rectangle 72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6" name="Rectangle 72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7" name="Rectangle 72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8" name="Rectangle 72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49" name="Rectangle 72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0" name="Rectangle 72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1" name="Rectangle 72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2" name="Rectangle 72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3" name="Rectangle 72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4" name="Rectangle 72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5" name="Rectangle 72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6" name="Rectangle 72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7" name="Rectangle 72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8" name="Rectangle 72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59" name="Rectangle 72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099" name="Groupe 70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208" name="Rectangle 72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9" name="Rectangle 72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0" name="Rectangle 72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1" name="Rectangle 72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2" name="Rectangle 72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3" name="Rectangle 72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4" name="Rectangle 72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5" name="Rectangle 72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6" name="Rectangle 72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7" name="Rectangle 72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8" name="Rectangle 72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19" name="Rectangle 72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0" name="Rectangle 72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1" name="Rectangle 72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2" name="Rectangle 72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3" name="Rectangle 72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4" name="Rectangle 72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5" name="Rectangle 72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6" name="Rectangle 72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7" name="Rectangle 72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8" name="Rectangle 72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29" name="Rectangle 72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0" name="Rectangle 72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1" name="Rectangle 72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2" name="Rectangle 72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33" name="Rectangle 72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0" name="Groupe 70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182" name="Rectangle 71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3" name="Rectangle 71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4" name="Rectangle 71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5" name="Rectangle 71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6" name="Rectangle 71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7" name="Rectangle 71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8" name="Rectangle 71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9" name="Rectangle 71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0" name="Rectangle 71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1" name="Rectangle 71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2" name="Rectangle 71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3" name="Rectangle 71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4" name="Rectangle 71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5" name="Rectangle 71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6" name="Rectangle 71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7" name="Rectangle 71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8" name="Rectangle 71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99" name="Rectangle 71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0" name="Rectangle 71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1" name="Rectangle 72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2" name="Rectangle 72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3" name="Rectangle 72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4" name="Rectangle 72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5" name="Rectangle 72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6" name="Rectangle 72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207" name="Rectangle 72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1" name="Groupe 71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156" name="Rectangle 71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7" name="Rectangle 71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8" name="Rectangle 71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9" name="Rectangle 71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0" name="Rectangle 71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1" name="Rectangle 71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2" name="Rectangle 71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3" name="Rectangle 71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4" name="Rectangle 71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5" name="Rectangle 71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6" name="Rectangle 71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7" name="Rectangle 71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8" name="Rectangle 71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69" name="Rectangle 71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0" name="Rectangle 71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1" name="Rectangle 71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2" name="Rectangle 71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3" name="Rectangle 71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4" name="Rectangle 71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5" name="Rectangle 71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6" name="Rectangle 71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7" name="Rectangle 71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8" name="Rectangle 71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79" name="Rectangle 71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0" name="Rectangle 71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81" name="Rectangle 71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2" name="Groupe 71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130" name="Rectangle 71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1" name="Rectangle 71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2" name="Rectangle 71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3" name="Rectangle 71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4" name="Rectangle 71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5" name="Rectangle 71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6" name="Rectangle 71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7" name="Rectangle 71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8" name="Rectangle 71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39" name="Rectangle 71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0" name="Rectangle 71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1" name="Rectangle 71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2" name="Rectangle 71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3" name="Rectangle 71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4" name="Rectangle 71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5" name="Rectangle 71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6" name="Rectangle 71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7" name="Rectangle 71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8" name="Rectangle 71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49" name="Rectangle 71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0" name="Rectangle 71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1" name="Rectangle 71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2" name="Rectangle 71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3" name="Rectangle 71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4" name="Rectangle 71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55" name="Rectangle 71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103" name="Groupe 71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104" name="Rectangle 71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5" name="Rectangle 71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6" name="Rectangle 71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7" name="Rectangle 71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8" name="Rectangle 71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09" name="Rectangle 71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0" name="Rectangle 71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1" name="Rectangle 71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2" name="Rectangle 71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3" name="Rectangle 71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4" name="Rectangle 71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5" name="Rectangle 71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6" name="Rectangle 71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7" name="Rectangle 71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8" name="Rectangle 71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19" name="Rectangle 71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0" name="Rectangle 71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1" name="Rectangle 71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2" name="Rectangle 71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3" name="Rectangle 71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4" name="Rectangle 71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5" name="Rectangle 71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6" name="Rectangle 71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7" name="Rectangle 71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8" name="Rectangle 71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129" name="Rectangle 71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416" name="Groupe 7415"/>
          <p:cNvGrpSpPr/>
          <p:nvPr userDrawn="1"/>
        </p:nvGrpSpPr>
        <p:grpSpPr>
          <a:xfrm>
            <a:off x="778021" y="2984296"/>
            <a:ext cx="10793490" cy="900000"/>
            <a:chOff x="577340" y="118070"/>
            <a:chExt cx="10793490" cy="979831"/>
          </a:xfrm>
        </p:grpSpPr>
        <p:grpSp>
          <p:nvGrpSpPr>
            <p:cNvPr id="7417" name="Groupe 741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7715" name="Rectangle 771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6" name="Rectangle 771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7" name="Rectangle 771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8" name="Rectangle 771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9" name="Rectangle 771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0" name="Rectangle 771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1" name="Rectangle 772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2" name="Rectangle 772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3" name="Rectangle 772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4" name="Rectangle 772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5" name="Rectangle 772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6" name="Rectangle 772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7" name="Rectangle 772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8" name="Rectangle 772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29" name="Rectangle 772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0" name="Rectangle 772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1" name="Rectangle 773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2" name="Rectangle 773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3" name="Rectangle 773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4" name="Rectangle 773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5" name="Rectangle 773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6" name="Rectangle 773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7" name="Rectangle 773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8" name="Rectangle 773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39" name="Rectangle 773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40" name="Rectangle 773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8" name="Groupe 741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7689" name="Rectangle 768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0" name="Rectangle 768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1" name="Rectangle 769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2" name="Rectangle 769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3" name="Rectangle 769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4" name="Rectangle 769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5" name="Rectangle 769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6" name="Rectangle 769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7" name="Rectangle 769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8" name="Rectangle 769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99" name="Rectangle 769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0" name="Rectangle 769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1" name="Rectangle 770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2" name="Rectangle 770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3" name="Rectangle 770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4" name="Rectangle 770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5" name="Rectangle 770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6" name="Rectangle 770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7" name="Rectangle 770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8" name="Rectangle 770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09" name="Rectangle 770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0" name="Rectangle 770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1" name="Rectangle 771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2" name="Rectangle 771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3" name="Rectangle 771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14" name="Rectangle 771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19" name="Groupe 741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663" name="Rectangle 766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4" name="Rectangle 766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5" name="Rectangle 766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6" name="Rectangle 766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7" name="Rectangle 766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8" name="Rectangle 766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9" name="Rectangle 766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0" name="Rectangle 766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1" name="Rectangle 767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2" name="Rectangle 767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3" name="Rectangle 767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4" name="Rectangle 767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5" name="Rectangle 767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6" name="Rectangle 767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7" name="Rectangle 767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8" name="Rectangle 767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79" name="Rectangle 767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0" name="Rectangle 767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1" name="Rectangle 768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2" name="Rectangle 768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3" name="Rectangle 768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4" name="Rectangle 768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5" name="Rectangle 768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6" name="Rectangle 768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7" name="Rectangle 768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88" name="Rectangle 768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0" name="Groupe 741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637" name="Rectangle 763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8" name="Rectangle 763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9" name="Rectangle 763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0" name="Rectangle 763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1" name="Rectangle 764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2" name="Rectangle 764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3" name="Rectangle 764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4" name="Rectangle 764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5" name="Rectangle 764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6" name="Rectangle 764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7" name="Rectangle 764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8" name="Rectangle 764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49" name="Rectangle 764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0" name="Rectangle 764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1" name="Rectangle 765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2" name="Rectangle 765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3" name="Rectangle 765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4" name="Rectangle 765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5" name="Rectangle 765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6" name="Rectangle 765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7" name="Rectangle 765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8" name="Rectangle 765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59" name="Rectangle 765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0" name="Rectangle 765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1" name="Rectangle 766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62" name="Rectangle 766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1" name="Groupe 742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611" name="Rectangle 761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2" name="Rectangle 761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3" name="Rectangle 761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4" name="Rectangle 761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5" name="Rectangle 761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6" name="Rectangle 761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7" name="Rectangle 761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8" name="Rectangle 761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9" name="Rectangle 761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0" name="Rectangle 761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1" name="Rectangle 762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2" name="Rectangle 762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3" name="Rectangle 762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4" name="Rectangle 762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5" name="Rectangle 762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6" name="Rectangle 762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7" name="Rectangle 762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8" name="Rectangle 762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29" name="Rectangle 762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0" name="Rectangle 762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1" name="Rectangle 763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2" name="Rectangle 763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3" name="Rectangle 763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4" name="Rectangle 763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5" name="Rectangle 763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36" name="Rectangle 763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2" name="Groupe 742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585" name="Rectangle 758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6" name="Rectangle 758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7" name="Rectangle 758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8" name="Rectangle 758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9" name="Rectangle 758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0" name="Rectangle 758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1" name="Rectangle 759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2" name="Rectangle 759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3" name="Rectangle 759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4" name="Rectangle 759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5" name="Rectangle 759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6" name="Rectangle 759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7" name="Rectangle 759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8" name="Rectangle 759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99" name="Rectangle 759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0" name="Rectangle 759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1" name="Rectangle 760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2" name="Rectangle 760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3" name="Rectangle 760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4" name="Rectangle 760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5" name="Rectangle 760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6" name="Rectangle 760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7" name="Rectangle 760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8" name="Rectangle 760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09" name="Rectangle 760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610" name="Rectangle 760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3" name="Groupe 742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559" name="Rectangle 755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0" name="Rectangle 755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1" name="Rectangle 756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2" name="Rectangle 756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3" name="Rectangle 756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4" name="Rectangle 756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5" name="Rectangle 756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6" name="Rectangle 756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7" name="Rectangle 756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8" name="Rectangle 756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69" name="Rectangle 756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0" name="Rectangle 756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1" name="Rectangle 757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2" name="Rectangle 757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3" name="Rectangle 757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4" name="Rectangle 757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5" name="Rectangle 757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6" name="Rectangle 757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7" name="Rectangle 757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8" name="Rectangle 757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79" name="Rectangle 757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0" name="Rectangle 757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1" name="Rectangle 758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2" name="Rectangle 758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3" name="Rectangle 758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84" name="Rectangle 758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4" name="Groupe 742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533" name="Rectangle 753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4" name="Rectangle 753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5" name="Rectangle 753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6" name="Rectangle 753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7" name="Rectangle 753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8" name="Rectangle 753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9" name="Rectangle 753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0" name="Rectangle 753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1" name="Rectangle 754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2" name="Rectangle 754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3" name="Rectangle 754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4" name="Rectangle 754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5" name="Rectangle 754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6" name="Rectangle 754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7" name="Rectangle 754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8" name="Rectangle 754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49" name="Rectangle 754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0" name="Rectangle 754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1" name="Rectangle 755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2" name="Rectangle 755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3" name="Rectangle 755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4" name="Rectangle 755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5" name="Rectangle 755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6" name="Rectangle 755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7" name="Rectangle 755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58" name="Rectangle 755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5" name="Groupe 742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507" name="Rectangle 750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8" name="Rectangle 750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9" name="Rectangle 750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0" name="Rectangle 750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1" name="Rectangle 751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2" name="Rectangle 751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3" name="Rectangle 751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4" name="Rectangle 751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5" name="Rectangle 751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6" name="Rectangle 751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7" name="Rectangle 751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8" name="Rectangle 751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19" name="Rectangle 751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0" name="Rectangle 751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1" name="Rectangle 752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2" name="Rectangle 752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3" name="Rectangle 752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4" name="Rectangle 752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5" name="Rectangle 752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6" name="Rectangle 752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7" name="Rectangle 752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8" name="Rectangle 752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29" name="Rectangle 752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0" name="Rectangle 752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1" name="Rectangle 753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32" name="Rectangle 753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6" name="Groupe 742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481" name="Rectangle 748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2" name="Rectangle 748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3" name="Rectangle 748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4" name="Rectangle 748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5" name="Rectangle 748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6" name="Rectangle 748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7" name="Rectangle 748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8" name="Rectangle 748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9" name="Rectangle 748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0" name="Rectangle 748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1" name="Rectangle 749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2" name="Rectangle 749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3" name="Rectangle 749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4" name="Rectangle 749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5" name="Rectangle 749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6" name="Rectangle 749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7" name="Rectangle 749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8" name="Rectangle 749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99" name="Rectangle 749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0" name="Rectangle 749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1" name="Rectangle 750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2" name="Rectangle 750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3" name="Rectangle 750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4" name="Rectangle 750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5" name="Rectangle 750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506" name="Rectangle 750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7" name="Groupe 742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455" name="Rectangle 745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6" name="Rectangle 745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7" name="Rectangle 745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8" name="Rectangle 745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9" name="Rectangle 745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0" name="Rectangle 745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1" name="Rectangle 746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2" name="Rectangle 746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3" name="Rectangle 746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4" name="Rectangle 746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5" name="Rectangle 746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6" name="Rectangle 746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7" name="Rectangle 746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8" name="Rectangle 746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69" name="Rectangle 746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0" name="Rectangle 746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1" name="Rectangle 747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2" name="Rectangle 747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3" name="Rectangle 747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4" name="Rectangle 747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5" name="Rectangle 747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6" name="Rectangle 747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7" name="Rectangle 747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8" name="Rectangle 747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79" name="Rectangle 747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80" name="Rectangle 747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428" name="Groupe 742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429" name="Rectangle 742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0" name="Rectangle 742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1" name="Rectangle 743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2" name="Rectangle 743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3" name="Rectangle 743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4" name="Rectangle 743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5" name="Rectangle 743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6" name="Rectangle 743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7" name="Rectangle 743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8" name="Rectangle 743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39" name="Rectangle 743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0" name="Rectangle 743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1" name="Rectangle 744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2" name="Rectangle 744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3" name="Rectangle 744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4" name="Rectangle 744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5" name="Rectangle 744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6" name="Rectangle 744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7" name="Rectangle 744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8" name="Rectangle 744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49" name="Rectangle 744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0" name="Rectangle 744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1" name="Rectangle 745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2" name="Rectangle 745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3" name="Rectangle 745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454" name="Rectangle 745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7741" name="Groupe 7740"/>
          <p:cNvGrpSpPr/>
          <p:nvPr userDrawn="1"/>
        </p:nvGrpSpPr>
        <p:grpSpPr>
          <a:xfrm>
            <a:off x="778021" y="3877747"/>
            <a:ext cx="10793490" cy="900000"/>
            <a:chOff x="577340" y="118070"/>
            <a:chExt cx="10793490" cy="979831"/>
          </a:xfrm>
        </p:grpSpPr>
        <p:grpSp>
          <p:nvGrpSpPr>
            <p:cNvPr id="7742" name="Groupe 774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040" name="Rectangle 803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1" name="Rectangle 804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2" name="Rectangle 804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3" name="Rectangle 804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4" name="Rectangle 804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5" name="Rectangle 804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6" name="Rectangle 804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7" name="Rectangle 804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8" name="Rectangle 804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49" name="Rectangle 804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0" name="Rectangle 804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1" name="Rectangle 805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2" name="Rectangle 805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3" name="Rectangle 805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4" name="Rectangle 805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5" name="Rectangle 805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6" name="Rectangle 805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7" name="Rectangle 805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8" name="Rectangle 805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59" name="Rectangle 805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0" name="Rectangle 805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1" name="Rectangle 806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2" name="Rectangle 806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3" name="Rectangle 806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4" name="Rectangle 806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65" name="Rectangle 806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3" name="Groupe 774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014" name="Rectangle 801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5" name="Rectangle 801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6" name="Rectangle 801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7" name="Rectangle 801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8" name="Rectangle 801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9" name="Rectangle 801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0" name="Rectangle 801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1" name="Rectangle 802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2" name="Rectangle 802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3" name="Rectangle 802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4" name="Rectangle 802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5" name="Rectangle 802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6" name="Rectangle 802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7" name="Rectangle 802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8" name="Rectangle 802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29" name="Rectangle 802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0" name="Rectangle 802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1" name="Rectangle 803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2" name="Rectangle 803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3" name="Rectangle 803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4" name="Rectangle 803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5" name="Rectangle 803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6" name="Rectangle 803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7" name="Rectangle 803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8" name="Rectangle 803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39" name="Rectangle 803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4" name="Groupe 774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7988" name="Rectangle 798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9" name="Rectangle 798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0" name="Rectangle 798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1" name="Rectangle 799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2" name="Rectangle 799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3" name="Rectangle 799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4" name="Rectangle 799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5" name="Rectangle 799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6" name="Rectangle 799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7" name="Rectangle 799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8" name="Rectangle 799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99" name="Rectangle 799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0" name="Rectangle 799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1" name="Rectangle 800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2" name="Rectangle 800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3" name="Rectangle 800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4" name="Rectangle 800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5" name="Rectangle 800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6" name="Rectangle 800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7" name="Rectangle 800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8" name="Rectangle 800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09" name="Rectangle 800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0" name="Rectangle 800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1" name="Rectangle 801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2" name="Rectangle 801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13" name="Rectangle 801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5" name="Groupe 774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7962" name="Rectangle 796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3" name="Rectangle 796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4" name="Rectangle 796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5" name="Rectangle 796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6" name="Rectangle 796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7" name="Rectangle 796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8" name="Rectangle 796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9" name="Rectangle 796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0" name="Rectangle 796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1" name="Rectangle 797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2" name="Rectangle 797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3" name="Rectangle 797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4" name="Rectangle 797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5" name="Rectangle 797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6" name="Rectangle 797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7" name="Rectangle 797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8" name="Rectangle 797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79" name="Rectangle 797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0" name="Rectangle 797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1" name="Rectangle 798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2" name="Rectangle 798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3" name="Rectangle 798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4" name="Rectangle 798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5" name="Rectangle 798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6" name="Rectangle 798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87" name="Rectangle 798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6" name="Groupe 774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7936" name="Rectangle 793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7" name="Rectangle 793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8" name="Rectangle 793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9" name="Rectangle 793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0" name="Rectangle 793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1" name="Rectangle 794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2" name="Rectangle 794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3" name="Rectangle 794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4" name="Rectangle 794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5" name="Rectangle 794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6" name="Rectangle 794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7" name="Rectangle 794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8" name="Rectangle 794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49" name="Rectangle 794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0" name="Rectangle 794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1" name="Rectangle 795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2" name="Rectangle 795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3" name="Rectangle 795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4" name="Rectangle 795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5" name="Rectangle 795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6" name="Rectangle 795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7" name="Rectangle 795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8" name="Rectangle 795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59" name="Rectangle 795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0" name="Rectangle 795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61" name="Rectangle 796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7" name="Groupe 774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7910" name="Rectangle 790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1" name="Rectangle 791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2" name="Rectangle 791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3" name="Rectangle 791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4" name="Rectangle 791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5" name="Rectangle 791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6" name="Rectangle 791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7" name="Rectangle 791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8" name="Rectangle 791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19" name="Rectangle 791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0" name="Rectangle 791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1" name="Rectangle 792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2" name="Rectangle 792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3" name="Rectangle 792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4" name="Rectangle 792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5" name="Rectangle 792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6" name="Rectangle 792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7" name="Rectangle 792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8" name="Rectangle 792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29" name="Rectangle 792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0" name="Rectangle 792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1" name="Rectangle 793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2" name="Rectangle 793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3" name="Rectangle 793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4" name="Rectangle 793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35" name="Rectangle 793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8" name="Groupe 774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7884" name="Rectangle 788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5" name="Rectangle 788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6" name="Rectangle 788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7" name="Rectangle 788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8" name="Rectangle 788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9" name="Rectangle 788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0" name="Rectangle 788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1" name="Rectangle 789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2" name="Rectangle 789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3" name="Rectangle 789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4" name="Rectangle 789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5" name="Rectangle 789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6" name="Rectangle 789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7" name="Rectangle 789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8" name="Rectangle 789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99" name="Rectangle 789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0" name="Rectangle 789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1" name="Rectangle 790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2" name="Rectangle 790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3" name="Rectangle 790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4" name="Rectangle 790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5" name="Rectangle 790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6" name="Rectangle 790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7" name="Rectangle 790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8" name="Rectangle 790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909" name="Rectangle 790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49" name="Groupe 774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7858" name="Rectangle 785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9" name="Rectangle 785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0" name="Rectangle 785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1" name="Rectangle 786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2" name="Rectangle 786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3" name="Rectangle 786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4" name="Rectangle 786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5" name="Rectangle 786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6" name="Rectangle 786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7" name="Rectangle 786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8" name="Rectangle 786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69" name="Rectangle 786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0" name="Rectangle 786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1" name="Rectangle 787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2" name="Rectangle 787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3" name="Rectangle 787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4" name="Rectangle 787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5" name="Rectangle 787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6" name="Rectangle 787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7" name="Rectangle 787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8" name="Rectangle 787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79" name="Rectangle 787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0" name="Rectangle 787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1" name="Rectangle 788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2" name="Rectangle 788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83" name="Rectangle 788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0" name="Groupe 774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7832" name="Rectangle 783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3" name="Rectangle 783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4" name="Rectangle 783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5" name="Rectangle 783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6" name="Rectangle 783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7" name="Rectangle 783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8" name="Rectangle 783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9" name="Rectangle 783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0" name="Rectangle 783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1" name="Rectangle 784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2" name="Rectangle 784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3" name="Rectangle 784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4" name="Rectangle 784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5" name="Rectangle 784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6" name="Rectangle 784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7" name="Rectangle 784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8" name="Rectangle 784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49" name="Rectangle 784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0" name="Rectangle 784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1" name="Rectangle 785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2" name="Rectangle 785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3" name="Rectangle 785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4" name="Rectangle 785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5" name="Rectangle 785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6" name="Rectangle 785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57" name="Rectangle 785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1" name="Groupe 775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7806" name="Rectangle 780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7" name="Rectangle 780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8" name="Rectangle 780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9" name="Rectangle 780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0" name="Rectangle 780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1" name="Rectangle 781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2" name="Rectangle 781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3" name="Rectangle 781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4" name="Rectangle 781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5" name="Rectangle 781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6" name="Rectangle 781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7" name="Rectangle 781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8" name="Rectangle 781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19" name="Rectangle 781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0" name="Rectangle 781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1" name="Rectangle 782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2" name="Rectangle 782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3" name="Rectangle 782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4" name="Rectangle 782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5" name="Rectangle 782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6" name="Rectangle 782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7" name="Rectangle 782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8" name="Rectangle 782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29" name="Rectangle 782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0" name="Rectangle 782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31" name="Rectangle 783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2" name="Groupe 775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7780" name="Rectangle 777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1" name="Rectangle 778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2" name="Rectangle 778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3" name="Rectangle 778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4" name="Rectangle 778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5" name="Rectangle 778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6" name="Rectangle 778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7" name="Rectangle 778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8" name="Rectangle 778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89" name="Rectangle 778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0" name="Rectangle 778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1" name="Rectangle 779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2" name="Rectangle 779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3" name="Rectangle 779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4" name="Rectangle 779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5" name="Rectangle 779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6" name="Rectangle 779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7" name="Rectangle 779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8" name="Rectangle 779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99" name="Rectangle 779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0" name="Rectangle 779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1" name="Rectangle 780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2" name="Rectangle 780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3" name="Rectangle 780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4" name="Rectangle 780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805" name="Rectangle 780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7753" name="Groupe 775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7754" name="Rectangle 775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5" name="Rectangle 775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6" name="Rectangle 775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7" name="Rectangle 775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8" name="Rectangle 775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59" name="Rectangle 775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0" name="Rectangle 775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1" name="Rectangle 776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2" name="Rectangle 776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3" name="Rectangle 776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4" name="Rectangle 776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5" name="Rectangle 776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6" name="Rectangle 776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7" name="Rectangle 776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8" name="Rectangle 776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69" name="Rectangle 776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0" name="Rectangle 776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1" name="Rectangle 777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2" name="Rectangle 777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3" name="Rectangle 777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4" name="Rectangle 777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5" name="Rectangle 777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6" name="Rectangle 777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7" name="Rectangle 777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8" name="Rectangle 777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7779" name="Rectangle 777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066" name="Groupe 8065"/>
          <p:cNvGrpSpPr/>
          <p:nvPr userDrawn="1"/>
        </p:nvGrpSpPr>
        <p:grpSpPr>
          <a:xfrm>
            <a:off x="778021" y="4777746"/>
            <a:ext cx="10793490" cy="900000"/>
            <a:chOff x="577340" y="118070"/>
            <a:chExt cx="10793490" cy="979831"/>
          </a:xfrm>
        </p:grpSpPr>
        <p:grpSp>
          <p:nvGrpSpPr>
            <p:cNvPr id="8067" name="Groupe 8066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365" name="Rectangle 836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6" name="Rectangle 836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7" name="Rectangle 836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8" name="Rectangle 836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9" name="Rectangle 836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0" name="Rectangle 836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1" name="Rectangle 837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2" name="Rectangle 837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3" name="Rectangle 837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4" name="Rectangle 837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5" name="Rectangle 837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6" name="Rectangle 837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7" name="Rectangle 837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8" name="Rectangle 837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79" name="Rectangle 837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0" name="Rectangle 837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1" name="Rectangle 838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2" name="Rectangle 838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3" name="Rectangle 838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4" name="Rectangle 838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5" name="Rectangle 838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6" name="Rectangle 838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7" name="Rectangle 838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8" name="Rectangle 838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89" name="Rectangle 838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90" name="Rectangle 838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8" name="Groupe 8067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339" name="Rectangle 833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0" name="Rectangle 833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1" name="Rectangle 834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2" name="Rectangle 834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3" name="Rectangle 834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4" name="Rectangle 834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5" name="Rectangle 834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6" name="Rectangle 834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7" name="Rectangle 834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8" name="Rectangle 834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49" name="Rectangle 834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0" name="Rectangle 834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1" name="Rectangle 835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2" name="Rectangle 835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3" name="Rectangle 835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4" name="Rectangle 835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5" name="Rectangle 835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6" name="Rectangle 835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7" name="Rectangle 835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8" name="Rectangle 835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59" name="Rectangle 835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0" name="Rectangle 835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1" name="Rectangle 836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2" name="Rectangle 836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3" name="Rectangle 836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64" name="Rectangle 836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69" name="Groupe 8068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313" name="Rectangle 831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4" name="Rectangle 831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5" name="Rectangle 831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6" name="Rectangle 831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7" name="Rectangle 831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8" name="Rectangle 831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9" name="Rectangle 831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0" name="Rectangle 831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1" name="Rectangle 832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2" name="Rectangle 832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3" name="Rectangle 832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4" name="Rectangle 832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5" name="Rectangle 832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6" name="Rectangle 832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7" name="Rectangle 832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8" name="Rectangle 832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29" name="Rectangle 832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0" name="Rectangle 832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1" name="Rectangle 833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2" name="Rectangle 833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3" name="Rectangle 833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4" name="Rectangle 833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5" name="Rectangle 833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6" name="Rectangle 833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7" name="Rectangle 833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38" name="Rectangle 833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0" name="Groupe 8069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287" name="Rectangle 828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8" name="Rectangle 828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9" name="Rectangle 828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0" name="Rectangle 828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1" name="Rectangle 829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2" name="Rectangle 829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3" name="Rectangle 829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4" name="Rectangle 829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5" name="Rectangle 829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6" name="Rectangle 829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7" name="Rectangle 829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8" name="Rectangle 829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99" name="Rectangle 829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0" name="Rectangle 829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1" name="Rectangle 830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2" name="Rectangle 830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3" name="Rectangle 830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4" name="Rectangle 830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5" name="Rectangle 830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6" name="Rectangle 830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7" name="Rectangle 830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8" name="Rectangle 830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09" name="Rectangle 830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0" name="Rectangle 830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1" name="Rectangle 831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312" name="Rectangle 831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1" name="Groupe 8070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261" name="Rectangle 826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2" name="Rectangle 826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3" name="Rectangle 826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4" name="Rectangle 826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5" name="Rectangle 826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6" name="Rectangle 826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7" name="Rectangle 826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8" name="Rectangle 826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9" name="Rectangle 826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0" name="Rectangle 826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1" name="Rectangle 827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2" name="Rectangle 827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3" name="Rectangle 827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4" name="Rectangle 827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5" name="Rectangle 827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6" name="Rectangle 827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7" name="Rectangle 827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8" name="Rectangle 827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79" name="Rectangle 827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0" name="Rectangle 827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1" name="Rectangle 828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2" name="Rectangle 828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3" name="Rectangle 828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4" name="Rectangle 828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5" name="Rectangle 828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86" name="Rectangle 828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2" name="Groupe 8071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235" name="Rectangle 823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6" name="Rectangle 823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7" name="Rectangle 823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8" name="Rectangle 823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9" name="Rectangle 823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0" name="Rectangle 823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1" name="Rectangle 824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2" name="Rectangle 824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3" name="Rectangle 824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4" name="Rectangle 824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5" name="Rectangle 824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6" name="Rectangle 824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7" name="Rectangle 824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8" name="Rectangle 824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49" name="Rectangle 824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0" name="Rectangle 824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1" name="Rectangle 825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2" name="Rectangle 825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3" name="Rectangle 825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4" name="Rectangle 825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5" name="Rectangle 825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6" name="Rectangle 825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7" name="Rectangle 825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8" name="Rectangle 825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59" name="Rectangle 825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60" name="Rectangle 825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3" name="Groupe 8072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209" name="Rectangle 820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0" name="Rectangle 820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1" name="Rectangle 821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2" name="Rectangle 821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3" name="Rectangle 821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4" name="Rectangle 821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5" name="Rectangle 821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6" name="Rectangle 821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7" name="Rectangle 821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8" name="Rectangle 821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19" name="Rectangle 821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0" name="Rectangle 821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1" name="Rectangle 822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2" name="Rectangle 822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3" name="Rectangle 822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4" name="Rectangle 822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5" name="Rectangle 822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6" name="Rectangle 822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7" name="Rectangle 822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8" name="Rectangle 822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29" name="Rectangle 822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0" name="Rectangle 822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1" name="Rectangle 823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2" name="Rectangle 823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3" name="Rectangle 823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34" name="Rectangle 823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4" name="Groupe 8073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183" name="Rectangle 8182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4" name="Rectangle 8183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5" name="Rectangle 8184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6" name="Rectangle 8185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7" name="Rectangle 8186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8" name="Rectangle 8187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9" name="Rectangle 8188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0" name="Rectangle 8189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1" name="Rectangle 8190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2" name="Rectangle 8191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3" name="Rectangle 8192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4" name="Rectangle 8193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5" name="Rectangle 8194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6" name="Rectangle 8195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7" name="Rectangle 8196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8" name="Rectangle 8197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99" name="Rectangle 8198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0" name="Rectangle 8199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1" name="Rectangle 8200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2" name="Rectangle 8201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3" name="Rectangle 8202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4" name="Rectangle 8203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5" name="Rectangle 8204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6" name="Rectangle 8205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7" name="Rectangle 8206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208" name="Rectangle 8207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5" name="Groupe 8074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157" name="Rectangle 8156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8" name="Rectangle 8157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9" name="Rectangle 8158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0" name="Rectangle 8159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1" name="Rectangle 8160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2" name="Rectangle 8161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3" name="Rectangle 8162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4" name="Rectangle 8163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5" name="Rectangle 8164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6" name="Rectangle 8165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7" name="Rectangle 8166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8" name="Rectangle 8167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69" name="Rectangle 8168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0" name="Rectangle 8169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1" name="Rectangle 8170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2" name="Rectangle 8171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3" name="Rectangle 8172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4" name="Rectangle 8173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5" name="Rectangle 8174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6" name="Rectangle 8175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7" name="Rectangle 8176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8" name="Rectangle 8177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79" name="Rectangle 8178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0" name="Rectangle 8179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1" name="Rectangle 8180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82" name="Rectangle 8181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6" name="Groupe 8075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131" name="Rectangle 8130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2" name="Rectangle 8131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3" name="Rectangle 8132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4" name="Rectangle 8133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5" name="Rectangle 8134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6" name="Rectangle 8135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7" name="Rectangle 8136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8" name="Rectangle 8137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9" name="Rectangle 8138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0" name="Rectangle 8139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1" name="Rectangle 8140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2" name="Rectangle 8141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3" name="Rectangle 8142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4" name="Rectangle 8143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5" name="Rectangle 8144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6" name="Rectangle 8145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7" name="Rectangle 8146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8" name="Rectangle 8147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49" name="Rectangle 8148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0" name="Rectangle 8149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1" name="Rectangle 8150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2" name="Rectangle 8151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3" name="Rectangle 8152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4" name="Rectangle 8153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5" name="Rectangle 8154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56" name="Rectangle 8155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7" name="Groupe 8076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105" name="Rectangle 8104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6" name="Rectangle 8105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7" name="Rectangle 8106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8" name="Rectangle 8107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9" name="Rectangle 8108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0" name="Rectangle 8109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1" name="Rectangle 8110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2" name="Rectangle 8111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3" name="Rectangle 8112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4" name="Rectangle 8113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5" name="Rectangle 8114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6" name="Rectangle 8115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7" name="Rectangle 8116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8" name="Rectangle 8117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19" name="Rectangle 8118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0" name="Rectangle 8119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1" name="Rectangle 8120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2" name="Rectangle 8121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3" name="Rectangle 8122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4" name="Rectangle 8123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5" name="Rectangle 8124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6" name="Rectangle 8125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7" name="Rectangle 8126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8" name="Rectangle 8127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29" name="Rectangle 8128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30" name="Rectangle 8129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078" name="Groupe 8077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079" name="Rectangle 8078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0" name="Rectangle 8079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1" name="Rectangle 8080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2" name="Rectangle 8081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3" name="Rectangle 8082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4" name="Rectangle 8083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5" name="Rectangle 8084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6" name="Rectangle 8085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7" name="Rectangle 8086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8" name="Rectangle 8087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89" name="Rectangle 8088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0" name="Rectangle 8089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1" name="Rectangle 8090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2" name="Rectangle 8091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3" name="Rectangle 8092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4" name="Rectangle 8093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5" name="Rectangle 8094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6" name="Rectangle 8095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7" name="Rectangle 8096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8" name="Rectangle 8097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099" name="Rectangle 8098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0" name="Rectangle 8099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1" name="Rectangle 8100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2" name="Rectangle 8101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3" name="Rectangle 8102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104" name="Rectangle 8103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grpSp>
        <p:nvGrpSpPr>
          <p:cNvPr id="8391" name="Groupe 8390"/>
          <p:cNvGrpSpPr/>
          <p:nvPr userDrawn="1"/>
        </p:nvGrpSpPr>
        <p:grpSpPr>
          <a:xfrm>
            <a:off x="778021" y="5671551"/>
            <a:ext cx="10793490" cy="900000"/>
            <a:chOff x="577340" y="118070"/>
            <a:chExt cx="10793490" cy="979831"/>
          </a:xfrm>
        </p:grpSpPr>
        <p:grpSp>
          <p:nvGrpSpPr>
            <p:cNvPr id="8392" name="Groupe 8391"/>
            <p:cNvGrpSpPr/>
            <p:nvPr userDrawn="1"/>
          </p:nvGrpSpPr>
          <p:grpSpPr>
            <a:xfrm>
              <a:off x="577340" y="122885"/>
              <a:ext cx="900000" cy="975016"/>
              <a:chOff x="577340" y="166428"/>
              <a:chExt cx="900000" cy="975016"/>
            </a:xfrm>
          </p:grpSpPr>
          <p:sp>
            <p:nvSpPr>
              <p:cNvPr id="8690" name="Rectangle 868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1" name="Rectangle 869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2" name="Rectangle 869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3" name="Rectangle 869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4" name="Rectangle 869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5" name="Rectangle 869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6" name="Rectangle 869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7" name="Rectangle 869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8" name="Rectangle 869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99" name="Rectangle 869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0" name="Rectangle 869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1" name="Rectangle 870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2" name="Rectangle 870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3" name="Rectangle 870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4" name="Rectangle 870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5" name="Rectangle 870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6" name="Rectangle 870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7" name="Rectangle 870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8" name="Rectangle 870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09" name="Rectangle 870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0" name="Rectangle 870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1" name="Rectangle 871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2" name="Rectangle 871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3" name="Rectangle 871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4" name="Rectangle 871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715" name="Rectangle 871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3" name="Groupe 8392"/>
            <p:cNvGrpSpPr/>
            <p:nvPr userDrawn="1"/>
          </p:nvGrpSpPr>
          <p:grpSpPr>
            <a:xfrm>
              <a:off x="1476794" y="121922"/>
              <a:ext cx="900000" cy="975016"/>
              <a:chOff x="577340" y="166428"/>
              <a:chExt cx="900000" cy="975016"/>
            </a:xfrm>
          </p:grpSpPr>
          <p:sp>
            <p:nvSpPr>
              <p:cNvPr id="8664" name="Rectangle 866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5" name="Rectangle 866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6" name="Rectangle 866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7" name="Rectangle 866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8" name="Rectangle 866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9" name="Rectangle 866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0" name="Rectangle 866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1" name="Rectangle 867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2" name="Rectangle 867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3" name="Rectangle 867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4" name="Rectangle 867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5" name="Rectangle 867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6" name="Rectangle 867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7" name="Rectangle 867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8" name="Rectangle 867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79" name="Rectangle 867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0" name="Rectangle 867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1" name="Rectangle 868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2" name="Rectangle 868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3" name="Rectangle 868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4" name="Rectangle 868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5" name="Rectangle 868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6" name="Rectangle 868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7" name="Rectangle 868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8" name="Rectangle 868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89" name="Rectangle 868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4" name="Groupe 8393"/>
            <p:cNvGrpSpPr/>
            <p:nvPr userDrawn="1"/>
          </p:nvGrpSpPr>
          <p:grpSpPr>
            <a:xfrm>
              <a:off x="2376164" y="121922"/>
              <a:ext cx="900000" cy="975016"/>
              <a:chOff x="577340" y="166428"/>
              <a:chExt cx="900000" cy="975016"/>
            </a:xfrm>
          </p:grpSpPr>
          <p:sp>
            <p:nvSpPr>
              <p:cNvPr id="8638" name="Rectangle 863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9" name="Rectangle 863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0" name="Rectangle 863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1" name="Rectangle 864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2" name="Rectangle 864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3" name="Rectangle 864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4" name="Rectangle 864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5" name="Rectangle 864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6" name="Rectangle 864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7" name="Rectangle 864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8" name="Rectangle 864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49" name="Rectangle 864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0" name="Rectangle 864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1" name="Rectangle 865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2" name="Rectangle 865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3" name="Rectangle 865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4" name="Rectangle 865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5" name="Rectangle 865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6" name="Rectangle 865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7" name="Rectangle 865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8" name="Rectangle 865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59" name="Rectangle 865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0" name="Rectangle 865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1" name="Rectangle 866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2" name="Rectangle 866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63" name="Rectangle 866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5" name="Groupe 8394"/>
            <p:cNvGrpSpPr/>
            <p:nvPr userDrawn="1"/>
          </p:nvGrpSpPr>
          <p:grpSpPr>
            <a:xfrm>
              <a:off x="3275618" y="120959"/>
              <a:ext cx="900000" cy="975016"/>
              <a:chOff x="577340" y="166428"/>
              <a:chExt cx="900000" cy="975016"/>
            </a:xfrm>
          </p:grpSpPr>
          <p:sp>
            <p:nvSpPr>
              <p:cNvPr id="8612" name="Rectangle 861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3" name="Rectangle 861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4" name="Rectangle 861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5" name="Rectangle 861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6" name="Rectangle 861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7" name="Rectangle 861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8" name="Rectangle 861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9" name="Rectangle 861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0" name="Rectangle 861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1" name="Rectangle 862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2" name="Rectangle 862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3" name="Rectangle 862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4" name="Rectangle 862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5" name="Rectangle 862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6" name="Rectangle 862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7" name="Rectangle 862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8" name="Rectangle 862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29" name="Rectangle 862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0" name="Rectangle 862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1" name="Rectangle 863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2" name="Rectangle 863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3" name="Rectangle 863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4" name="Rectangle 863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5" name="Rectangle 863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6" name="Rectangle 863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37" name="Rectangle 863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6" name="Groupe 8395"/>
            <p:cNvGrpSpPr/>
            <p:nvPr userDrawn="1"/>
          </p:nvGrpSpPr>
          <p:grpSpPr>
            <a:xfrm>
              <a:off x="4175198" y="121922"/>
              <a:ext cx="900000" cy="975016"/>
              <a:chOff x="577340" y="166428"/>
              <a:chExt cx="900000" cy="975016"/>
            </a:xfrm>
          </p:grpSpPr>
          <p:sp>
            <p:nvSpPr>
              <p:cNvPr id="8586" name="Rectangle 858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7" name="Rectangle 858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8" name="Rectangle 858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9" name="Rectangle 858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0" name="Rectangle 858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1" name="Rectangle 859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2" name="Rectangle 859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3" name="Rectangle 859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4" name="Rectangle 859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5" name="Rectangle 859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6" name="Rectangle 859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7" name="Rectangle 859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8" name="Rectangle 859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99" name="Rectangle 859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0" name="Rectangle 859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1" name="Rectangle 860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2" name="Rectangle 860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3" name="Rectangle 860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4" name="Rectangle 860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5" name="Rectangle 860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6" name="Rectangle 860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7" name="Rectangle 860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8" name="Rectangle 860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09" name="Rectangle 860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0" name="Rectangle 860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611" name="Rectangle 861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7" name="Groupe 8396"/>
            <p:cNvGrpSpPr/>
            <p:nvPr userDrawn="1"/>
          </p:nvGrpSpPr>
          <p:grpSpPr>
            <a:xfrm>
              <a:off x="5074652" y="120959"/>
              <a:ext cx="900000" cy="975016"/>
              <a:chOff x="577340" y="166428"/>
              <a:chExt cx="900000" cy="975016"/>
            </a:xfrm>
          </p:grpSpPr>
          <p:sp>
            <p:nvSpPr>
              <p:cNvPr id="8560" name="Rectangle 855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1" name="Rectangle 856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2" name="Rectangle 856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3" name="Rectangle 856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4" name="Rectangle 856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5" name="Rectangle 856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6" name="Rectangle 856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7" name="Rectangle 856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8" name="Rectangle 856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69" name="Rectangle 856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0" name="Rectangle 856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1" name="Rectangle 857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2" name="Rectangle 857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3" name="Rectangle 857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4" name="Rectangle 857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5" name="Rectangle 857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6" name="Rectangle 857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7" name="Rectangle 857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8" name="Rectangle 857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79" name="Rectangle 857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0" name="Rectangle 857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1" name="Rectangle 858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2" name="Rectangle 858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3" name="Rectangle 858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4" name="Rectangle 858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85" name="Rectangle 858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8" name="Groupe 8397"/>
            <p:cNvGrpSpPr/>
            <p:nvPr userDrawn="1"/>
          </p:nvGrpSpPr>
          <p:grpSpPr>
            <a:xfrm>
              <a:off x="5974022" y="120959"/>
              <a:ext cx="900000" cy="975016"/>
              <a:chOff x="577340" y="166428"/>
              <a:chExt cx="900000" cy="975016"/>
            </a:xfrm>
          </p:grpSpPr>
          <p:sp>
            <p:nvSpPr>
              <p:cNvPr id="8534" name="Rectangle 853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5" name="Rectangle 853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6" name="Rectangle 853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7" name="Rectangle 853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8" name="Rectangle 853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9" name="Rectangle 853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0" name="Rectangle 853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1" name="Rectangle 854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2" name="Rectangle 854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3" name="Rectangle 854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4" name="Rectangle 854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5" name="Rectangle 854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6" name="Rectangle 854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7" name="Rectangle 854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8" name="Rectangle 854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49" name="Rectangle 854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0" name="Rectangle 854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1" name="Rectangle 855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2" name="Rectangle 855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3" name="Rectangle 855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4" name="Rectangle 855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5" name="Rectangle 855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6" name="Rectangle 855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7" name="Rectangle 855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8" name="Rectangle 855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59" name="Rectangle 855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399" name="Groupe 8398"/>
            <p:cNvGrpSpPr/>
            <p:nvPr userDrawn="1"/>
          </p:nvGrpSpPr>
          <p:grpSpPr>
            <a:xfrm>
              <a:off x="6873476" y="119996"/>
              <a:ext cx="900000" cy="975016"/>
              <a:chOff x="577340" y="166428"/>
              <a:chExt cx="900000" cy="975016"/>
            </a:xfrm>
          </p:grpSpPr>
          <p:sp>
            <p:nvSpPr>
              <p:cNvPr id="8508" name="Rectangle 8507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9" name="Rectangle 8508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0" name="Rectangle 8509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1" name="Rectangle 8510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2" name="Rectangle 8511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3" name="Rectangle 8512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4" name="Rectangle 8513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5" name="Rectangle 8514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6" name="Rectangle 8515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7" name="Rectangle 8516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8" name="Rectangle 8517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19" name="Rectangle 8518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0" name="Rectangle 8519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1" name="Rectangle 8520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2" name="Rectangle 8521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3" name="Rectangle 8522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4" name="Rectangle 8523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5" name="Rectangle 8524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6" name="Rectangle 8525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7" name="Rectangle 8526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8" name="Rectangle 8527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29" name="Rectangle 8528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0" name="Rectangle 8529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1" name="Rectangle 8530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2" name="Rectangle 8531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33" name="Rectangle 8532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0" name="Groupe 8399"/>
            <p:cNvGrpSpPr/>
            <p:nvPr userDrawn="1"/>
          </p:nvGrpSpPr>
          <p:grpSpPr>
            <a:xfrm>
              <a:off x="7772552" y="119996"/>
              <a:ext cx="900000" cy="975016"/>
              <a:chOff x="577340" y="166428"/>
              <a:chExt cx="900000" cy="975016"/>
            </a:xfrm>
          </p:grpSpPr>
          <p:sp>
            <p:nvSpPr>
              <p:cNvPr id="8482" name="Rectangle 8481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3" name="Rectangle 8482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4" name="Rectangle 8483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5" name="Rectangle 8484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6" name="Rectangle 8485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7" name="Rectangle 8486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8" name="Rectangle 8487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9" name="Rectangle 8488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0" name="Rectangle 8489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1" name="Rectangle 8490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2" name="Rectangle 8491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3" name="Rectangle 8492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4" name="Rectangle 8493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5" name="Rectangle 8494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6" name="Rectangle 8495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7" name="Rectangle 8496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8" name="Rectangle 8497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99" name="Rectangle 8498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0" name="Rectangle 8499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1" name="Rectangle 8500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2" name="Rectangle 8501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3" name="Rectangle 8502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4" name="Rectangle 8503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5" name="Rectangle 8504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6" name="Rectangle 8505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507" name="Rectangle 8506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1" name="Groupe 8400"/>
            <p:cNvGrpSpPr/>
            <p:nvPr userDrawn="1"/>
          </p:nvGrpSpPr>
          <p:grpSpPr>
            <a:xfrm>
              <a:off x="8672006" y="119033"/>
              <a:ext cx="900000" cy="975016"/>
              <a:chOff x="577340" y="166428"/>
              <a:chExt cx="900000" cy="975016"/>
            </a:xfrm>
          </p:grpSpPr>
          <p:sp>
            <p:nvSpPr>
              <p:cNvPr id="8456" name="Rectangle 8455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7" name="Rectangle 8456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8" name="Rectangle 8457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9" name="Rectangle 8458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0" name="Rectangle 8459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1" name="Rectangle 8460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2" name="Rectangle 8461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3" name="Rectangle 8462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4" name="Rectangle 8463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5" name="Rectangle 8464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6" name="Rectangle 8465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7" name="Rectangle 8466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8" name="Rectangle 8467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69" name="Rectangle 8468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0" name="Rectangle 8469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1" name="Rectangle 8470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2" name="Rectangle 8471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3" name="Rectangle 8472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4" name="Rectangle 8473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5" name="Rectangle 8474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6" name="Rectangle 8475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7" name="Rectangle 8476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8" name="Rectangle 8477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79" name="Rectangle 8478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0" name="Rectangle 8479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81" name="Rectangle 8480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2" name="Groupe 8401"/>
            <p:cNvGrpSpPr/>
            <p:nvPr userDrawn="1"/>
          </p:nvGrpSpPr>
          <p:grpSpPr>
            <a:xfrm>
              <a:off x="9571376" y="119033"/>
              <a:ext cx="900000" cy="975016"/>
              <a:chOff x="577340" y="166428"/>
              <a:chExt cx="900000" cy="975016"/>
            </a:xfrm>
          </p:grpSpPr>
          <p:sp>
            <p:nvSpPr>
              <p:cNvPr id="8430" name="Rectangle 8429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1" name="Rectangle 8430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2" name="Rectangle 8431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3" name="Rectangle 8432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4" name="Rectangle 8433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5" name="Rectangle 8434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6" name="Rectangle 8435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7" name="Rectangle 8436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8" name="Rectangle 8437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39" name="Rectangle 8438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0" name="Rectangle 8439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1" name="Rectangle 8440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2" name="Rectangle 8441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3" name="Rectangle 8442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4" name="Rectangle 8443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5" name="Rectangle 8444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6" name="Rectangle 8445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7" name="Rectangle 8446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8" name="Rectangle 8447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49" name="Rectangle 8448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0" name="Rectangle 8449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1" name="Rectangle 8450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2" name="Rectangle 8451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3" name="Rectangle 8452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4" name="Rectangle 8453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55" name="Rectangle 8454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  <p:grpSp>
          <p:nvGrpSpPr>
            <p:cNvPr id="8403" name="Groupe 8402"/>
            <p:cNvGrpSpPr/>
            <p:nvPr userDrawn="1"/>
          </p:nvGrpSpPr>
          <p:grpSpPr>
            <a:xfrm>
              <a:off x="10470830" y="118070"/>
              <a:ext cx="900000" cy="975016"/>
              <a:chOff x="577340" y="166428"/>
              <a:chExt cx="900000" cy="975016"/>
            </a:xfrm>
          </p:grpSpPr>
          <p:sp>
            <p:nvSpPr>
              <p:cNvPr id="8404" name="Rectangle 8403">
                <a:extLst>
                  <a:ext uri="{FF2B5EF4-FFF2-40B4-BE49-F238E27FC236}">
                    <a16:creationId xmlns:a16="http://schemas.microsoft.com/office/drawing/2014/main" id="{2072BB47-84CB-47FD-8A25-43491CA83C8F}"/>
                  </a:ext>
                </a:extLst>
              </p:cNvPr>
              <p:cNvSpPr/>
              <p:nvPr/>
            </p:nvSpPr>
            <p:spPr>
              <a:xfrm>
                <a:off x="757550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5" name="Rectangle 8404">
                <a:extLst>
                  <a:ext uri="{FF2B5EF4-FFF2-40B4-BE49-F238E27FC236}">
                    <a16:creationId xmlns:a16="http://schemas.microsoft.com/office/drawing/2014/main" id="{FD392A82-503D-4B66-9AF9-9E65B8C12603}"/>
                  </a:ext>
                </a:extLst>
              </p:cNvPr>
              <p:cNvSpPr/>
              <p:nvPr/>
            </p:nvSpPr>
            <p:spPr>
              <a:xfrm>
                <a:off x="57763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6" name="Rectangle 8405">
                <a:extLst>
                  <a:ext uri="{FF2B5EF4-FFF2-40B4-BE49-F238E27FC236}">
                    <a16:creationId xmlns:a16="http://schemas.microsoft.com/office/drawing/2014/main" id="{E8131C02-69AB-405B-82D1-978E3C621405}"/>
                  </a:ext>
                </a:extLst>
              </p:cNvPr>
              <p:cNvSpPr/>
              <p:nvPr/>
            </p:nvSpPr>
            <p:spPr>
              <a:xfrm>
                <a:off x="937466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7" name="Rectangle 8406">
                <a:extLst>
                  <a:ext uri="{FF2B5EF4-FFF2-40B4-BE49-F238E27FC236}">
                    <a16:creationId xmlns:a16="http://schemas.microsoft.com/office/drawing/2014/main" id="{F369E73F-6F1E-4CCA-9F58-1EF6C7EB008B}"/>
                  </a:ext>
                </a:extLst>
              </p:cNvPr>
              <p:cNvSpPr/>
              <p:nvPr/>
            </p:nvSpPr>
            <p:spPr>
              <a:xfrm>
                <a:off x="1117298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8" name="Rectangle 8407">
                <a:extLst>
                  <a:ext uri="{FF2B5EF4-FFF2-40B4-BE49-F238E27FC236}">
                    <a16:creationId xmlns:a16="http://schemas.microsoft.com/office/drawing/2014/main" id="{E4D8B003-AF02-4D34-8F85-57B55CDD3871}"/>
                  </a:ext>
                </a:extLst>
              </p:cNvPr>
              <p:cNvSpPr/>
              <p:nvPr/>
            </p:nvSpPr>
            <p:spPr>
              <a:xfrm>
                <a:off x="1297214" y="16642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09" name="Rectangle 8408">
                <a:extLst>
                  <a:ext uri="{FF2B5EF4-FFF2-40B4-BE49-F238E27FC236}">
                    <a16:creationId xmlns:a16="http://schemas.microsoft.com/office/drawing/2014/main" id="{14BBDF8A-4682-45D3-ABAD-64B00A4ED731}"/>
                  </a:ext>
                </a:extLst>
              </p:cNvPr>
              <p:cNvSpPr/>
              <p:nvPr/>
            </p:nvSpPr>
            <p:spPr>
              <a:xfrm>
                <a:off x="757466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0" name="Rectangle 8409">
                <a:extLst>
                  <a:ext uri="{FF2B5EF4-FFF2-40B4-BE49-F238E27FC236}">
                    <a16:creationId xmlns:a16="http://schemas.microsoft.com/office/drawing/2014/main" id="{C13E0C4B-1D4F-471E-A5AD-E4BC58BB3024}"/>
                  </a:ext>
                </a:extLst>
              </p:cNvPr>
              <p:cNvSpPr/>
              <p:nvPr/>
            </p:nvSpPr>
            <p:spPr>
              <a:xfrm>
                <a:off x="57755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1" name="Rectangle 8410">
                <a:extLst>
                  <a:ext uri="{FF2B5EF4-FFF2-40B4-BE49-F238E27FC236}">
                    <a16:creationId xmlns:a16="http://schemas.microsoft.com/office/drawing/2014/main" id="{1E8CE2AB-2430-43FD-88E9-634F132AAB31}"/>
                  </a:ext>
                </a:extLst>
              </p:cNvPr>
              <p:cNvSpPr/>
              <p:nvPr/>
            </p:nvSpPr>
            <p:spPr>
              <a:xfrm>
                <a:off x="937382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2" name="Rectangle 8411">
                <a:extLst>
                  <a:ext uri="{FF2B5EF4-FFF2-40B4-BE49-F238E27FC236}">
                    <a16:creationId xmlns:a16="http://schemas.microsoft.com/office/drawing/2014/main" id="{9E64BB36-121D-45B5-AE9E-04F22BB2C216}"/>
                  </a:ext>
                </a:extLst>
              </p:cNvPr>
              <p:cNvSpPr/>
              <p:nvPr/>
            </p:nvSpPr>
            <p:spPr>
              <a:xfrm>
                <a:off x="1117214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3" name="Rectangle 8412">
                <a:extLst>
                  <a:ext uri="{FF2B5EF4-FFF2-40B4-BE49-F238E27FC236}">
                    <a16:creationId xmlns:a16="http://schemas.microsoft.com/office/drawing/2014/main" id="{13321878-5F07-4A14-B23A-57FA538E97B3}"/>
                  </a:ext>
                </a:extLst>
              </p:cNvPr>
              <p:cNvSpPr/>
              <p:nvPr/>
            </p:nvSpPr>
            <p:spPr>
              <a:xfrm>
                <a:off x="1297130" y="36123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4" name="Rectangle 8413">
                <a:extLst>
                  <a:ext uri="{FF2B5EF4-FFF2-40B4-BE49-F238E27FC236}">
                    <a16:creationId xmlns:a16="http://schemas.microsoft.com/office/drawing/2014/main" id="{3E8B26BB-C162-4CAF-8919-EF4839B4A043}"/>
                  </a:ext>
                </a:extLst>
              </p:cNvPr>
              <p:cNvSpPr/>
              <p:nvPr/>
            </p:nvSpPr>
            <p:spPr>
              <a:xfrm>
                <a:off x="757550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5" name="Rectangle 8414">
                <a:extLst>
                  <a:ext uri="{FF2B5EF4-FFF2-40B4-BE49-F238E27FC236}">
                    <a16:creationId xmlns:a16="http://schemas.microsoft.com/office/drawing/2014/main" id="{C8C38007-7AE0-49F4-AA4F-ED66905690A4}"/>
                  </a:ext>
                </a:extLst>
              </p:cNvPr>
              <p:cNvSpPr/>
              <p:nvPr/>
            </p:nvSpPr>
            <p:spPr>
              <a:xfrm>
                <a:off x="57763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6" name="Rectangle 8415">
                <a:extLst>
                  <a:ext uri="{FF2B5EF4-FFF2-40B4-BE49-F238E27FC236}">
                    <a16:creationId xmlns:a16="http://schemas.microsoft.com/office/drawing/2014/main" id="{5A8361CA-680F-45F3-A21C-8BEEE02F34C3}"/>
                  </a:ext>
                </a:extLst>
              </p:cNvPr>
              <p:cNvSpPr/>
              <p:nvPr/>
            </p:nvSpPr>
            <p:spPr>
              <a:xfrm>
                <a:off x="937466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7" name="Rectangle 8416">
                <a:extLst>
                  <a:ext uri="{FF2B5EF4-FFF2-40B4-BE49-F238E27FC236}">
                    <a16:creationId xmlns:a16="http://schemas.microsoft.com/office/drawing/2014/main" id="{3C722730-A2DD-4CBE-B807-91549D72388A}"/>
                  </a:ext>
                </a:extLst>
              </p:cNvPr>
              <p:cNvSpPr/>
              <p:nvPr/>
            </p:nvSpPr>
            <p:spPr>
              <a:xfrm>
                <a:off x="1117298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8" name="Rectangle 8417">
                <a:extLst>
                  <a:ext uri="{FF2B5EF4-FFF2-40B4-BE49-F238E27FC236}">
                    <a16:creationId xmlns:a16="http://schemas.microsoft.com/office/drawing/2014/main" id="{4B63B2AA-AD7D-4206-AB24-8D005AC5273B}"/>
                  </a:ext>
                </a:extLst>
              </p:cNvPr>
              <p:cNvSpPr/>
              <p:nvPr/>
            </p:nvSpPr>
            <p:spPr>
              <a:xfrm>
                <a:off x="1297214" y="556048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19" name="Rectangle 8418">
                <a:extLst>
                  <a:ext uri="{FF2B5EF4-FFF2-40B4-BE49-F238E27FC236}">
                    <a16:creationId xmlns:a16="http://schemas.microsoft.com/office/drawing/2014/main" id="{AA6F6B95-5E2C-4B16-9D85-A798791032F6}"/>
                  </a:ext>
                </a:extLst>
              </p:cNvPr>
              <p:cNvSpPr/>
              <p:nvPr/>
            </p:nvSpPr>
            <p:spPr>
              <a:xfrm>
                <a:off x="757466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0" name="Rectangle 8419">
                <a:extLst>
                  <a:ext uri="{FF2B5EF4-FFF2-40B4-BE49-F238E27FC236}">
                    <a16:creationId xmlns:a16="http://schemas.microsoft.com/office/drawing/2014/main" id="{F2D828FA-E322-4A76-B5BA-9F0DD3C3E38E}"/>
                  </a:ext>
                </a:extLst>
              </p:cNvPr>
              <p:cNvSpPr/>
              <p:nvPr/>
            </p:nvSpPr>
            <p:spPr>
              <a:xfrm>
                <a:off x="57755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1" name="Rectangle 8420">
                <a:extLst>
                  <a:ext uri="{FF2B5EF4-FFF2-40B4-BE49-F238E27FC236}">
                    <a16:creationId xmlns:a16="http://schemas.microsoft.com/office/drawing/2014/main" id="{E9E8AA24-7BE4-48CC-9651-A0C0BDCA86BB}"/>
                  </a:ext>
                </a:extLst>
              </p:cNvPr>
              <p:cNvSpPr/>
              <p:nvPr/>
            </p:nvSpPr>
            <p:spPr>
              <a:xfrm>
                <a:off x="937382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2" name="Rectangle 8421">
                <a:extLst>
                  <a:ext uri="{FF2B5EF4-FFF2-40B4-BE49-F238E27FC236}">
                    <a16:creationId xmlns:a16="http://schemas.microsoft.com/office/drawing/2014/main" id="{5AD14553-DFCB-41AC-914D-8BC53D83B4DB}"/>
                  </a:ext>
                </a:extLst>
              </p:cNvPr>
              <p:cNvSpPr/>
              <p:nvPr/>
            </p:nvSpPr>
            <p:spPr>
              <a:xfrm>
                <a:off x="1117214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3" name="Rectangle 8422">
                <a:extLst>
                  <a:ext uri="{FF2B5EF4-FFF2-40B4-BE49-F238E27FC236}">
                    <a16:creationId xmlns:a16="http://schemas.microsoft.com/office/drawing/2014/main" id="{A316032A-87F0-4502-BC7E-864A70483D67}"/>
                  </a:ext>
                </a:extLst>
              </p:cNvPr>
              <p:cNvSpPr/>
              <p:nvPr/>
            </p:nvSpPr>
            <p:spPr>
              <a:xfrm>
                <a:off x="1297130" y="75085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4" name="Rectangle 8423">
                <a:extLst>
                  <a:ext uri="{FF2B5EF4-FFF2-40B4-BE49-F238E27FC236}">
                    <a16:creationId xmlns:a16="http://schemas.microsoft.com/office/drawing/2014/main" id="{8B04A37E-8D97-4B1D-948B-D23E208A7C8F}"/>
                  </a:ext>
                </a:extLst>
              </p:cNvPr>
              <p:cNvSpPr/>
              <p:nvPr/>
            </p:nvSpPr>
            <p:spPr>
              <a:xfrm>
                <a:off x="757382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5" name="Rectangle 8424">
                <a:extLst>
                  <a:ext uri="{FF2B5EF4-FFF2-40B4-BE49-F238E27FC236}">
                    <a16:creationId xmlns:a16="http://schemas.microsoft.com/office/drawing/2014/main" id="{4E2AC16B-51E1-41D7-850D-089913FA0710}"/>
                  </a:ext>
                </a:extLst>
              </p:cNvPr>
              <p:cNvSpPr/>
              <p:nvPr/>
            </p:nvSpPr>
            <p:spPr>
              <a:xfrm>
                <a:off x="57746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6" name="Rectangle 8425">
                <a:extLst>
                  <a:ext uri="{FF2B5EF4-FFF2-40B4-BE49-F238E27FC236}">
                    <a16:creationId xmlns:a16="http://schemas.microsoft.com/office/drawing/2014/main" id="{ABD2CAC0-2F5A-43BF-9285-075F799C766E}"/>
                  </a:ext>
                </a:extLst>
              </p:cNvPr>
              <p:cNvSpPr/>
              <p:nvPr/>
            </p:nvSpPr>
            <p:spPr>
              <a:xfrm>
                <a:off x="937298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7" name="Rectangle 8426">
                <a:extLst>
                  <a:ext uri="{FF2B5EF4-FFF2-40B4-BE49-F238E27FC236}">
                    <a16:creationId xmlns:a16="http://schemas.microsoft.com/office/drawing/2014/main" id="{999CE40A-43D1-483F-B106-A1856CAA9F04}"/>
                  </a:ext>
                </a:extLst>
              </p:cNvPr>
              <p:cNvSpPr/>
              <p:nvPr/>
            </p:nvSpPr>
            <p:spPr>
              <a:xfrm>
                <a:off x="1117130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8" name="Rectangle 8427">
                <a:extLst>
                  <a:ext uri="{FF2B5EF4-FFF2-40B4-BE49-F238E27FC236}">
                    <a16:creationId xmlns:a16="http://schemas.microsoft.com/office/drawing/2014/main" id="{C0F37D39-5B1E-4FAC-B92D-81898ED4650F}"/>
                  </a:ext>
                </a:extLst>
              </p:cNvPr>
              <p:cNvSpPr/>
              <p:nvPr/>
            </p:nvSpPr>
            <p:spPr>
              <a:xfrm>
                <a:off x="1297046" y="945669"/>
                <a:ext cx="180000" cy="194810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  <p:sp>
            <p:nvSpPr>
              <p:cNvPr id="8429" name="Rectangle 8428">
                <a:extLst>
                  <a:ext uri="{FF2B5EF4-FFF2-40B4-BE49-F238E27FC236}">
                    <a16:creationId xmlns:a16="http://schemas.microsoft.com/office/drawing/2014/main" id="{9484DA9C-513E-45E5-8E6A-11E52AC4CEC4}"/>
                  </a:ext>
                </a:extLst>
              </p:cNvPr>
              <p:cNvSpPr/>
              <p:nvPr/>
            </p:nvSpPr>
            <p:spPr>
              <a:xfrm>
                <a:off x="577340" y="167393"/>
                <a:ext cx="900000" cy="974051"/>
              </a:xfrm>
              <a:prstGeom prst="rect">
                <a:avLst/>
              </a:prstGeom>
              <a:noFill/>
              <a:ln w="3175">
                <a:solidFill>
                  <a:srgbClr val="FFFFFF">
                    <a:alpha val="3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H" b="0"/>
              </a:p>
            </p:txBody>
          </p:sp>
        </p:grpSp>
      </p:grpSp>
      <p:sp>
        <p:nvSpPr>
          <p:cNvPr id="7" name="Rectangle 6"/>
          <p:cNvSpPr/>
          <p:nvPr userDrawn="1"/>
        </p:nvSpPr>
        <p:spPr>
          <a:xfrm>
            <a:off x="7970520" y="5146766"/>
            <a:ext cx="3594463" cy="1421673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716" name="Rectangle 8715"/>
          <p:cNvSpPr/>
          <p:nvPr userDrawn="1"/>
        </p:nvSpPr>
        <p:spPr>
          <a:xfrm>
            <a:off x="782320" y="294640"/>
            <a:ext cx="10782663" cy="6273799"/>
          </a:xfrm>
          <a:prstGeom prst="rect">
            <a:avLst/>
          </a:prstGeom>
          <a:noFill/>
          <a:ln w="28575"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455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E693-BCF4-48D7-A2B0-56FD0A71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6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4D9E-B983-4CE3-936E-209BE046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6F4C-A6EA-4F24-9E4F-B6ABCA7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5158-B9AF-49CA-9DE0-F889047A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5310-27A2-465A-AF54-1214D1C6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76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B80387-6204-02CB-8272-82F311815CFE}"/>
              </a:ext>
            </a:extLst>
          </p:cNvPr>
          <p:cNvSpPr/>
          <p:nvPr userDrawn="1"/>
        </p:nvSpPr>
        <p:spPr>
          <a:xfrm>
            <a:off x="0" y="-27432"/>
            <a:ext cx="5006898" cy="6721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47A5-8138-4329-B170-D7C28B3F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352" y="433486"/>
            <a:ext cx="60513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BF7F-BB80-4F7B-A52D-68EA93A70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2351" y="3429000"/>
            <a:ext cx="6051393" cy="255001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446B-E14D-42AC-AAF0-7B9558AB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9950-B733-4ACC-8A2E-7B3D9C3E1375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CDE79-9FE1-436F-A021-6A1EA84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3E64-3475-428D-8926-CDDF8C36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417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F646-A9FB-4A93-8A9B-46DFBD9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4751-BA14-45E8-BCED-91E7AF87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258A8-CC33-437B-8DCF-27B419AF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46D14-D529-4E54-9E51-16AE703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B62-8D56-4B60-80AA-0809324CF4C8}" type="datetime1">
              <a:rPr lang="fr-CH" smtClean="0"/>
              <a:t>02.02.2026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E879-7EF1-4667-B24D-6D591C30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0638-B95A-4907-9548-42F7288C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35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A655-9569-4DC1-90B1-EA5F4DFF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99532-B16E-4262-93AB-DA9591C5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E7BC-1050-43D6-AD7F-9DA4614A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90C07-1B6F-47EA-B185-9B87385C6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E861E-D731-44D6-99C1-0C29D4D8D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E5516-B71D-4777-BD7E-34367A19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E4A1-8973-4E31-912A-AE7B9002F71C}" type="datetime1">
              <a:rPr lang="fr-CH" smtClean="0"/>
              <a:t>02.02.2026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42FC4-7CCA-4987-B401-0D3E9EFB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DA39A-2D00-49C3-9E0D-81ADACA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088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6FFE-96D9-4B34-AEC1-E6E432A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8A47B-348E-4902-A87A-5EAEB9AE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360E-15A7-4124-8C47-0E1CAA663EE5}" type="datetime1">
              <a:rPr lang="fr-CH" smtClean="0"/>
              <a:t>02.02.2026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03C-BEDB-4D78-950D-026F72A3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5347-B981-4BE4-8FD5-E37C83D9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1725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548C2-6056-48FA-CA0F-1E89E3CC61AB}"/>
              </a:ext>
            </a:extLst>
          </p:cNvPr>
          <p:cNvSpPr/>
          <p:nvPr userDrawn="1"/>
        </p:nvSpPr>
        <p:spPr>
          <a:xfrm>
            <a:off x="1985847" y="769434"/>
            <a:ext cx="8220307" cy="5263376"/>
          </a:xfrm>
          <a:prstGeom prst="rect">
            <a:avLst/>
          </a:prstGeom>
          <a:solidFill>
            <a:srgbClr val="B567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7751" y="0"/>
            <a:ext cx="2743200" cy="365125"/>
          </a:xfrm>
        </p:spPr>
        <p:txBody>
          <a:bodyPr/>
          <a:lstStyle/>
          <a:p>
            <a:fld id="{56521061-0D93-4B81-83F1-CB9B8348BCE1}" type="datetime1">
              <a:rPr lang="fr-CH" smtClean="0"/>
              <a:t>02.02.2026</a:t>
            </a:fld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8BDA6-52D9-C1EB-6227-61C9369D9049}"/>
              </a:ext>
            </a:extLst>
          </p:cNvPr>
          <p:cNvSpPr/>
          <p:nvPr userDrawn="1"/>
        </p:nvSpPr>
        <p:spPr>
          <a:xfrm>
            <a:off x="1546303" y="1067649"/>
            <a:ext cx="9099395" cy="1115122"/>
          </a:xfrm>
          <a:prstGeom prst="rect">
            <a:avLst/>
          </a:prstGeom>
          <a:solidFill>
            <a:srgbClr val="D3BC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CH" sz="5600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Daytona Light" panose="020B0604020202020204" pitchFamily="34" charset="0"/>
                <a:cs typeface="Helvetica" panose="020B0604020202020204" pitchFamily="34" charset="0"/>
              </a:rPr>
              <a:t>LE PROBLÈME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21C8FD-113E-8BFB-A142-B44E3B292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29138" y="2297150"/>
            <a:ext cx="8196788" cy="3409563"/>
          </a:xfr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1E8FF-F703-137A-1F3B-552D8AD97F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6356350"/>
            <a:ext cx="4441825" cy="365125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30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D1A69-7E2E-412F-8ABF-C8274AE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6DC1A-D182-42A9-B8B5-3B898D32CB50}" type="datetime1">
              <a:rPr lang="fr-CH" smtClean="0"/>
              <a:t>02.02.2026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1DFA6-2D7D-48AB-895A-E117810E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C82F-D3B0-4913-8738-1BE63A8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25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EF89-D126-4FE9-A85E-FC417B63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461E-3D4A-4F92-997C-9E6D7D88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EF0B-176D-4351-A2A2-7CB8BACC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F0C0-4F88-4D64-93D1-95E1C15F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C7AB-CC60-49A6-B32D-7EF99A202370}" type="datetime1">
              <a:rPr lang="fr-CH" smtClean="0"/>
              <a:t>02.02.2026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75FB2-C8B7-48DC-BFAA-0D39A3DE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D880-A5FE-415B-8EA9-FD08E178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517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9679-CF50-46BE-8BDB-C7E61C30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5319-8DC7-45B1-900D-E649D1B00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3FDFC-1E7F-4BE6-BCAF-A729CD62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519E-41CD-4F53-9DD3-A6AC86B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B6F17-CB18-4F9A-8BBB-A8E031E4D57C}" type="datetime1">
              <a:rPr lang="fr-CH" smtClean="0"/>
              <a:t>02.02.2026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6A08-2B1A-43DF-ADB1-1DF388F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9EA7-AD92-4B24-88FA-6D02A7DE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456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BC7-1652-4289-8CE3-657D09F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5BAA7-152F-420A-9931-8814A393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94CC-EF76-402A-AF0B-12E65284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0C0C-7588-4082-B618-69188074804F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E598-A738-40DC-9C3D-74413241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E74F-AF89-4196-BA57-A56C3FBA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21446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77B9C-2A56-40C4-B057-6B40CD9E2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535A-CD0B-49C4-AB77-3104BF76B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1BACA-1163-4819-987F-037DDC49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6012-C93A-4CA8-B3EA-E261566241B5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EBA2-F6BE-4147-A731-8805FB3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3B0E-5F75-49E1-A6FD-DDE0093C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243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5F7FA">
                <a:alpha val="89804"/>
              </a:srgbClr>
            </a:gs>
            <a:gs pos="100000">
              <a:srgbClr val="F5F7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09ED7-AE38-4460-A0D6-A9B7118A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19C7-FBDA-4B2A-B02F-17797A3D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55C9-6EAC-4EDB-A742-619ED6F9E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356E8D19-C006-4054-B5E5-6DC5889B944F}" type="datetime1">
              <a:rPr lang="fr-CH" smtClean="0"/>
              <a:pPr/>
              <a:t>02.02.2026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B6B0-18DC-4318-94C8-083DCC61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7902-F4A4-4E29-84B2-EE8B4E9C2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D8134CE5-34C2-4E1A-BD32-3DE8831B36D6}" type="slidenum">
              <a:rPr lang="fr-CH" smtClean="0"/>
              <a:pPr/>
              <a:t>‹N°›</a:t>
            </a:fld>
            <a:r>
              <a:rPr lang="fr-CH"/>
              <a:t>/Total</a:t>
            </a:r>
          </a:p>
        </p:txBody>
      </p:sp>
      <p:sp>
        <p:nvSpPr>
          <p:cNvPr id="8" name="PB">
            <a:extLst>
              <a:ext uri="{FF2B5EF4-FFF2-40B4-BE49-F238E27FC236}">
                <a16:creationId xmlns:a16="http://schemas.microsoft.com/office/drawing/2014/main" id="{1052F75B-C0EB-567D-73FC-C1B262D76770}"/>
              </a:ext>
            </a:extLst>
          </p:cNvPr>
          <p:cNvSpPr/>
          <p:nvPr userDrawn="1"/>
        </p:nvSpPr>
        <p:spPr>
          <a:xfrm>
            <a:off x="0" y="6702552"/>
            <a:ext cx="12192000" cy="292608"/>
          </a:xfrm>
          <a:prstGeom prst="rect">
            <a:avLst/>
          </a:prstGeom>
          <a:solidFill>
            <a:schemeClr val="tx1">
              <a:alpha val="3686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3F0A1181-D7E7-B3DC-C56C-188A43C4C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80786" y="2902192"/>
            <a:ext cx="1903346" cy="4595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56A3F54-2B1D-63AD-E103-C28D42FEFD09}"/>
              </a:ext>
            </a:extLst>
          </p:cNvPr>
          <p:cNvCxnSpPr>
            <a:cxnSpLocks/>
          </p:cNvCxnSpPr>
          <p:nvPr userDrawn="1"/>
        </p:nvCxnSpPr>
        <p:spPr>
          <a:xfrm flipH="1">
            <a:off x="713361" y="365125"/>
            <a:ext cx="5195" cy="6249989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2428D2-BBF5-61C6-C54D-89D900B9B794}"/>
              </a:ext>
            </a:extLst>
          </p:cNvPr>
          <p:cNvSpPr txBox="1"/>
          <p:nvPr userDrawn="1"/>
        </p:nvSpPr>
        <p:spPr>
          <a:xfrm rot="16200000">
            <a:off x="-421424" y="704741"/>
            <a:ext cx="1771434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CH" sz="3600">
                <a:solidFill>
                  <a:schemeClr val="accent2">
                    <a:lumMod val="75000"/>
                  </a:schemeClr>
                </a:solidFill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66182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600" b="1" kern="1200">
          <a:solidFill>
            <a:srgbClr val="004595"/>
          </a:solidFill>
          <a:effectLst/>
          <a:latin typeface="Century Gothic" panose="020B0502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59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yptool.org/en/cto/openssl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jwt.io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pmjs.com/package/jsonwebtoken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Authentification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01AA-B74D-4416-BEFC-D9228B665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fr-CH" dirty="0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Séquence 2</a:t>
            </a:r>
          </a:p>
          <a:p>
            <a:endParaRPr lang="fr-CH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6B057434-1C64-9CF1-4125-1A3A4D1C0B2E}"/>
              </a:ext>
            </a:extLst>
          </p:cNvPr>
          <p:cNvSpPr/>
          <p:nvPr/>
        </p:nvSpPr>
        <p:spPr>
          <a:xfrm>
            <a:off x="0" y="6705600"/>
            <a:ext cx="18197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3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Objectifs</a:t>
            </a: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Expliquer le principe d’une session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Connaître les dangers liés à la gestion de mot de passe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Décrire le contenu d’un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</a:t>
            </a:r>
          </a:p>
          <a:p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Valider un </a:t>
            </a:r>
            <a:r>
              <a:rPr lang="fr-CH" dirty="0" err="1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token</a:t>
            </a:r>
            <a:r>
              <a:rPr lang="fr-CH" dirty="0">
                <a:effectLst/>
                <a:highlight>
                  <a:srgbClr val="FFFF00"/>
                </a:highlight>
                <a:latin typeface="Century Gothic" panose="020B0502020202020204" pitchFamily="34" charset="0"/>
              </a:rPr>
              <a:t> JWT à l’aide de jwt.io</a:t>
            </a: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>
              <a:effectLst/>
              <a:latin typeface="Century Gothic" panose="020B0502020202020204" pitchFamily="34" charset="0"/>
            </a:endParaRPr>
          </a:p>
          <a:p>
            <a:endParaRPr lang="fr-CH" dirty="0"/>
          </a:p>
          <a:p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2C14807A-4646-6AA4-F22C-0DF7E408E443}"/>
              </a:ext>
            </a:extLst>
          </p:cNvPr>
          <p:cNvSpPr/>
          <p:nvPr/>
        </p:nvSpPr>
        <p:spPr>
          <a:xfrm>
            <a:off x="0" y="6705600"/>
            <a:ext cx="36394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7915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SESSIONS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89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6987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03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6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4D7CF3-3F6B-4478-3FB0-003DF5AE59E5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0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Nom + </a:t>
            </a:r>
            <a:r>
              <a:rPr lang="fr-CH" sz="3600" err="1">
                <a:solidFill>
                  <a:schemeClr val="bg1"/>
                </a:solidFill>
              </a:rPr>
              <a:t>mdp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bg1"/>
                </a:solidFill>
              </a:rPr>
              <a:t>Database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3A0C4F-EBF9-F4C7-D0A2-F21C7FDD2045}"/>
              </a:ext>
            </a:extLst>
          </p:cNvPr>
          <p:cNvSpPr txBox="1"/>
          <p:nvPr/>
        </p:nvSpPr>
        <p:spPr>
          <a:xfrm>
            <a:off x="3973059" y="5039251"/>
            <a:ext cx="7027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Le mot de passe salé et haché correspond au contenu de la </a:t>
            </a:r>
            <a:r>
              <a:rPr lang="fr-CH" sz="3600" err="1">
                <a:solidFill>
                  <a:schemeClr val="bg1"/>
                </a:solidFill>
              </a:rPr>
              <a:t>db</a:t>
            </a:r>
            <a:r>
              <a:rPr lang="fr-CH" sz="3600">
                <a:solidFill>
                  <a:schemeClr val="bg1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42267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Comment est-ce que l’on maintient la connexion «ouverte» entre le client et le serveur ? </a:t>
            </a:r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9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169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F60-DF67-DBB8-227A-1D2D27F5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BDE6-F38E-C5E2-BF8A-5C3DD5B7D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Protection du mot de passe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C7B7DAE5-E642-9024-8843-44B514BC0A74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C690108-FE1A-05E1-37EF-2542BFB88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102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AA40-B270-0D3E-69F5-4879D568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5B4A-6371-8ED8-AEE5-E50FC80D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RISQUES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22B74-31E6-C0C2-2F2D-62167452E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Les personnes de la compagnie pourraient voir le mot de passe.</a:t>
            </a:r>
          </a:p>
          <a:p>
            <a:endParaRPr lang="fr-CH" dirty="0"/>
          </a:p>
          <a:p>
            <a:r>
              <a:rPr lang="fr-CH" dirty="0"/>
              <a:t>Un mot de passe stocké en </a:t>
            </a:r>
            <a:r>
              <a:rPr lang="fr-CH" b="1" dirty="0"/>
              <a:t>clair </a:t>
            </a:r>
            <a:r>
              <a:rPr lang="fr-CH" dirty="0"/>
              <a:t>peut être réutilisé tel quel (même site ou autre site)</a:t>
            </a:r>
          </a:p>
          <a:p>
            <a:endParaRPr lang="fr-CH" dirty="0"/>
          </a:p>
          <a:p>
            <a:r>
              <a:rPr lang="fr-CH" dirty="0"/>
              <a:t>Un mot de passe, même haché, peut être comparé à d’autres hash…</a:t>
            </a:r>
          </a:p>
          <a:p>
            <a:endParaRPr lang="fr-CH" dirty="0"/>
          </a:p>
          <a:p>
            <a:r>
              <a:rPr lang="fr-CH" dirty="0"/>
              <a:t>Un mot de passe simple peut être sensible à une attaque par force brute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8140F-67EE-2654-20F2-E8A2E5FA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C93AB4-784F-A872-ABAA-B6DEE1AB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99091B2F-F230-E759-8F6F-6457D36506C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62176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17B4-B738-F110-F8CD-3F0DDF9E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5B8-8930-606F-DECE-4D1CEEAA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MOYEN DE PRÉVENTION POUR LES UTILISATEURS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F114-95AE-97C3-9042-5352FCFA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Activer la double authentification</a:t>
            </a:r>
          </a:p>
          <a:p>
            <a:r>
              <a:rPr lang="fr-CH" dirty="0"/>
              <a:t>Choisir un mot de passe différent pour chaque site</a:t>
            </a:r>
          </a:p>
          <a:p>
            <a:r>
              <a:rPr lang="fr-CH" dirty="0"/>
              <a:t>Choisir un mot de passe complexe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7E338-C2E1-9F32-64FA-282A0354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BC6EBBE-C982-72F6-CDC4-5210C881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739867-6868-1C3F-051D-6CDC7DF8EA6D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309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7978-B949-7261-FF0F-72F2597F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A1D4-21CB-E4DB-0D41-6AD9B639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MOYENS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2C4C-3314-ADED-26C8-1713263C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Politique de mot de passe</a:t>
            </a:r>
          </a:p>
          <a:p>
            <a:r>
              <a:rPr lang="fr-CH" dirty="0"/>
              <a:t>Sel</a:t>
            </a:r>
          </a:p>
          <a:p>
            <a:r>
              <a:rPr lang="fr-CH" dirty="0"/>
              <a:t>Poivre</a:t>
            </a:r>
          </a:p>
          <a:p>
            <a:endParaRPr lang="fr-CH" dirty="0"/>
          </a:p>
          <a:p>
            <a:endParaRPr lang="fr-CH" dirty="0"/>
          </a:p>
          <a:p>
            <a:r>
              <a:rPr lang="fr-CH" dirty="0"/>
              <a:t>Ces deux derniers éléments sont ajoutés au mot de passe avant hachage afin de rendre le hash unique de tous les autres utilisateurs.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F1795-A64F-19D0-0295-9D4909BF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074E92-5982-BF17-9D8E-BF2E8C15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F4BA7A1-8CB2-45FD-FDF4-A0F165752077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070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A310-E2ED-EA01-D336-B243189E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0BD2-EC62-4740-C24A-8D3CF62C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9F2C-62D5-E8B9-3A0D-B7391E07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fr-CH" dirty="0"/>
          </a:p>
          <a:p>
            <a:r>
              <a:rPr lang="fr-CH" dirty="0"/>
              <a:t>Le sel est une chaîne de caractères aléatoires ajoutée au mot de passe avant le hash.</a:t>
            </a:r>
          </a:p>
          <a:p>
            <a:endParaRPr lang="fr-CH" dirty="0"/>
          </a:p>
          <a:p>
            <a:r>
              <a:rPr lang="fr-CH" dirty="0"/>
              <a:t>Le sel est propre à chaque utilisateur (chacun son sel)</a:t>
            </a:r>
          </a:p>
          <a:p>
            <a:endParaRPr lang="fr-CH" dirty="0"/>
          </a:p>
          <a:p>
            <a:r>
              <a:rPr lang="fr-CH" dirty="0"/>
              <a:t>Le sel est stocké en clair dans la base de donnée</a:t>
            </a:r>
          </a:p>
          <a:p>
            <a:endParaRPr lang="fr-CH" dirty="0"/>
          </a:p>
          <a:p>
            <a:r>
              <a:rPr lang="fr-CH" dirty="0"/>
              <a:t>On considère qu’il y a peu de risque si le sel fuite.</a:t>
            </a:r>
          </a:p>
          <a:p>
            <a:endParaRPr lang="fr-CH" dirty="0"/>
          </a:p>
          <a:p>
            <a:r>
              <a:rPr lang="fr-CH" dirty="0"/>
              <a:t>Le sel vise à protéger vos données contre une attaque par table précalculée (</a:t>
            </a:r>
            <a:r>
              <a:rPr lang="fr-CH" dirty="0" err="1"/>
              <a:t>rainbow</a:t>
            </a:r>
            <a:r>
              <a:rPr lang="fr-CH" dirty="0"/>
              <a:t> table)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95186-91B7-2F77-CE87-97679B21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5A41BF-F569-234F-B0BF-2D87F1DA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5D250DE-5DEB-819E-D7A8-8DC1EEC7E090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67868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8E91-9B94-FD0E-D8B2-17524E10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E896-504D-69C3-094D-39EDCEBD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POIVRE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FFF0-C6B1-A127-6D18-ED85290D0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CH"/>
          </a:p>
          <a:p>
            <a:r>
              <a:rPr lang="fr-CH"/>
              <a:t>Le sel est l’option la plus connue, mais on peut l’améliorer avec un poivre.</a:t>
            </a:r>
          </a:p>
          <a:p>
            <a:endParaRPr lang="fr-CH"/>
          </a:p>
          <a:p>
            <a:r>
              <a:rPr lang="fr-CH"/>
              <a:t>Le poivre est aussi une chaîne de caractères que l’on ajoute au mot de passe.</a:t>
            </a:r>
          </a:p>
          <a:p>
            <a:endParaRPr lang="fr-CH"/>
          </a:p>
          <a:p>
            <a:r>
              <a:rPr lang="fr-CH"/>
              <a:t>… Mais le poivre est identique pour tous les utilisateurs</a:t>
            </a:r>
          </a:p>
          <a:p>
            <a:r>
              <a:rPr lang="fr-CH"/>
              <a:t>… et le poivre n’est jamais stocké dans la base de données</a:t>
            </a:r>
          </a:p>
          <a:p>
            <a:r>
              <a:rPr lang="fr-CH"/>
              <a:t>… (le mettre dans une variable d’environnement est la bonne pratique)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2D4F6-CF74-DAA8-A95A-0C06E651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B9DDE5-F64A-DB63-487C-DFB94879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2486D2E-AFA9-72E4-0B80-14E57E27FDD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650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C49A-A6DA-4167-A888-872DE31F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9EE8-5469-753E-A820-96D0FA7E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A1E5-B4B2-3EC3-ABE7-6FAD7B45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avec des hash précalculés qui pourraient permettre de remonter vers le mot de passe original.</a:t>
            </a:r>
          </a:p>
          <a:p>
            <a:endParaRPr lang="fr-CH"/>
          </a:p>
          <a:p>
            <a:r>
              <a:rPr lang="fr-CH"/>
              <a:t>En général, on y retrouve les hash de toutes les combinaisons jusqu’à une certaine longueur.</a:t>
            </a:r>
          </a:p>
          <a:p>
            <a:endParaRPr lang="fr-CH"/>
          </a:p>
          <a:p>
            <a:r>
              <a:rPr lang="fr-CH"/>
              <a:t>On y retrouve aussi les hash des mots de passe les plus courants.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8445-3840-E30A-5835-041E13BF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04F55-D1D2-4780-5442-30491B65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43837239-E201-F500-DDBD-B59F2DA36758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167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6B83-5DCA-261D-5362-3AE8A0A8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DD2E-8D28-951E-3CEF-C0A47A29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RAINBOW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B137-BA73-B7E5-9492-1439BFA8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Il s’agit d’une table de hachage optimisée en taille</a:t>
            </a:r>
          </a:p>
          <a:p>
            <a:r>
              <a:rPr lang="fr-CH"/>
              <a:t>Le but est toujours de retrouver le mot de passe original en clair.</a:t>
            </a:r>
          </a:p>
          <a:p>
            <a:endParaRPr lang="fr-CH"/>
          </a:p>
          <a:p>
            <a:endParaRPr lang="fr-CH"/>
          </a:p>
          <a:p>
            <a:pPr marL="0" indent="0">
              <a:buNone/>
            </a:pPr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B043F-4069-BAA1-6477-D9BBE5DF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854F07-2A73-5061-049E-9257D6F7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13F4F4BA-B8FA-FC99-ACE6-F06F3E611E39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41353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F8FB-3514-007E-9B80-323AA19B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0EE7-A72A-6B92-5FEC-5F80A5C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PROTECTION PAR LE SEL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E683-8B83-0AEA-F135-975941D5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Si vos mots de passe ne sont pas protégés par un sel, ils sont vulnérables aux attaques par </a:t>
            </a:r>
            <a:r>
              <a:rPr lang="fr-CH" dirty="0" err="1"/>
              <a:t>rainbow</a:t>
            </a:r>
            <a:r>
              <a:rPr lang="fr-CH" dirty="0"/>
              <a:t> tables.</a:t>
            </a:r>
          </a:p>
          <a:p>
            <a:endParaRPr lang="fr-CH" dirty="0"/>
          </a:p>
          <a:p>
            <a:r>
              <a:rPr lang="fr-CH" dirty="0"/>
              <a:t>Les </a:t>
            </a:r>
            <a:r>
              <a:rPr lang="fr-CH" dirty="0" err="1"/>
              <a:t>rainbow</a:t>
            </a:r>
            <a:r>
              <a:rPr lang="fr-CH" dirty="0"/>
              <a:t> tables devraient être recalculées en y incluant le sel (et il faudrait le faire pour tous les sels)</a:t>
            </a:r>
          </a:p>
          <a:p>
            <a:endParaRPr lang="fr-CH" dirty="0"/>
          </a:p>
          <a:p>
            <a:r>
              <a:rPr lang="fr-CH" dirty="0"/>
              <a:t>Le sel rend donc la génération de </a:t>
            </a:r>
            <a:r>
              <a:rPr lang="fr-CH" dirty="0" err="1"/>
              <a:t>rainbow</a:t>
            </a:r>
            <a:r>
              <a:rPr lang="fr-CH" dirty="0"/>
              <a:t> tables beaucoup plus complexe et lent.</a:t>
            </a:r>
          </a:p>
          <a:p>
            <a:endParaRPr lang="fr-CH" dirty="0"/>
          </a:p>
          <a:p>
            <a:endParaRPr lang="fr-CH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F448-FB06-F6F0-D26A-09173AB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6C09D5-9BB4-AD26-BA0F-23FECD20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EF1FE68C-708C-3E17-C441-E9C30341971F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1307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0B044-34CE-F652-7477-15DF8C8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err="1"/>
              <a:t>Password</a:t>
            </a:r>
            <a:r>
              <a:rPr lang="fr-CH"/>
              <a:t> </a:t>
            </a:r>
            <a:r>
              <a:rPr lang="fr-CH" err="1"/>
              <a:t>Cheat</a:t>
            </a:r>
            <a:r>
              <a:rPr lang="fr-CH"/>
              <a:t> </a:t>
            </a:r>
            <a:r>
              <a:rPr lang="fr-CH" err="1"/>
              <a:t>Sheet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FD056-B39E-97F6-96A8-3803F922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https://cheatsheetseries.owasp.org/cheatsheets/Password_Storage_Cheat_Sheet.html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45E750-47C3-12B5-2507-86DDC50C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174BB0-0F5D-66AF-A0A7-A5B1EDF2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7961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3018-C963-6A4F-F449-543F94EF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C89F-F276-134B-8C14-420C361A6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rgbClr val="004595"/>
                </a:solidFill>
              </a:rPr>
              <a:t>Activité 1 : Protéger un mot de passe…</a:t>
            </a:r>
            <a:endParaRPr lang="fr-CH" b="1" dirty="0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B249D82-D5A9-762D-BA33-E9534788C02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2269B465-1226-A4B5-9993-1CE6678E3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3451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LES TOKENS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597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/>
              <a:t>Ce que l’on cherche à résoudre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Diminuer la complexité au niveau serveur</a:t>
            </a:r>
          </a:p>
          <a:p>
            <a:r>
              <a:rPr lang="fr-CH"/>
              <a:t>Approcher la sécurité de manière globale</a:t>
            </a:r>
          </a:p>
          <a:p>
            <a:r>
              <a:rPr lang="fr-CH"/>
              <a:t>Le protocole http est par nature </a:t>
            </a:r>
            <a:r>
              <a:rPr lang="fr-CH" b="1" err="1"/>
              <a:t>stateless</a:t>
            </a:r>
            <a:endParaRPr lang="fr-CH" b="1"/>
          </a:p>
          <a:p>
            <a:endParaRPr lang="fr-CH"/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85600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23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213173" y="2572696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1. Nom + </a:t>
            </a:r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mdp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19" name="Graphic 18" descr="Database outline">
            <a:extLst>
              <a:ext uri="{FF2B5EF4-FFF2-40B4-BE49-F238E27FC236}">
                <a16:creationId xmlns:a16="http://schemas.microsoft.com/office/drawing/2014/main" id="{02FA75B3-B47C-60AD-1A90-0638E02A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3153" y="742421"/>
            <a:ext cx="1896533" cy="189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9757212" y="2458928"/>
            <a:ext cx="192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 err="1">
                <a:solidFill>
                  <a:schemeClr val="tx1">
                    <a:lumMod val="85000"/>
                  </a:schemeClr>
                </a:solidFill>
              </a:rPr>
              <a:t>Database</a:t>
            </a:r>
            <a:endParaRPr lang="fr-CH" sz="3600">
              <a:solidFill>
                <a:schemeClr val="tx1">
                  <a:lumMod val="8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0E85FE-3B59-C37D-29D2-96030F3337F0}"/>
              </a:ext>
            </a:extLst>
          </p:cNvPr>
          <p:cNvCxnSpPr>
            <a:cxnSpLocks/>
          </p:cNvCxnSpPr>
          <p:nvPr/>
        </p:nvCxnSpPr>
        <p:spPr>
          <a:xfrm flipV="1">
            <a:off x="8870560" y="2201333"/>
            <a:ext cx="1086240" cy="90392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3DFA1D-154F-4C80-E242-B98002FA8EBA}"/>
              </a:ext>
            </a:extLst>
          </p:cNvPr>
          <p:cNvSpPr txBox="1"/>
          <p:nvPr/>
        </p:nvSpPr>
        <p:spPr>
          <a:xfrm>
            <a:off x="7387564" y="1669457"/>
            <a:ext cx="2774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2. Vérification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0510-1C47-C323-8425-4D0653A2A7EB}"/>
              </a:ext>
            </a:extLst>
          </p:cNvPr>
          <p:cNvCxnSpPr>
            <a:cxnSpLocks/>
          </p:cNvCxnSpPr>
          <p:nvPr/>
        </p:nvCxnSpPr>
        <p:spPr>
          <a:xfrm flipH="1">
            <a:off x="9141381" y="3247760"/>
            <a:ext cx="1560486" cy="96520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E1D0B3-4C39-D52B-EAAF-6EA67F710C9D}"/>
              </a:ext>
            </a:extLst>
          </p:cNvPr>
          <p:cNvSpPr txBox="1"/>
          <p:nvPr/>
        </p:nvSpPr>
        <p:spPr>
          <a:xfrm>
            <a:off x="9417586" y="3958529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tx1">
                    <a:lumMod val="85000"/>
                  </a:schemeClr>
                </a:solidFill>
              </a:rPr>
              <a:t>3. Session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173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4. </a:t>
            </a:r>
            <a:r>
              <a:rPr lang="fr-CH" sz="3600" err="1">
                <a:solidFill>
                  <a:schemeClr val="bg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Token</a:t>
            </a:r>
            <a:endParaRPr lang="fr-CH" sz="3600">
              <a:solidFill>
                <a:schemeClr val="bg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7C97B21D-69A2-05DC-75CF-845E25BBB2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88459" y="31781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5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 principe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24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0534" y="2782094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487040" y="4355461"/>
            <a:ext cx="1383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/>
          <p:nvPr/>
        </p:nvCxnSpPr>
        <p:spPr>
          <a:xfrm>
            <a:off x="3581400" y="3268133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2801128" y="2333004"/>
            <a:ext cx="6004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Redonne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88F62-B977-DF7B-D3CD-454CB0B44758}"/>
              </a:ext>
            </a:extLst>
          </p:cNvPr>
          <p:cNvSpPr txBox="1"/>
          <p:nvPr/>
        </p:nvSpPr>
        <p:spPr>
          <a:xfrm>
            <a:off x="8739516" y="3274175"/>
            <a:ext cx="345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4212960"/>
            <a:ext cx="3649134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111573" y="363536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3. Réponse</a:t>
            </a:r>
          </a:p>
        </p:txBody>
      </p:sp>
    </p:spTree>
    <p:extLst>
      <p:ext uri="{BB962C8B-B14F-4D97-AF65-F5344CB8AC3E}">
        <p14:creationId xmlns:p14="http://schemas.microsoft.com/office/powerpoint/2010/main" val="7729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25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 flipV="1">
            <a:off x="3581400" y="1945119"/>
            <a:ext cx="4504267" cy="1323014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106334" y="1646943"/>
            <a:ext cx="3643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>
            <a:off x="3581400" y="2895862"/>
            <a:ext cx="4648200" cy="131709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4971397" y="3700353"/>
            <a:ext cx="2249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242049" y="898820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92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Les avantages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26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Content Placeholder 9" descr="Server outline">
            <a:extLst>
              <a:ext uri="{FF2B5EF4-FFF2-40B4-BE49-F238E27FC236}">
                <a16:creationId xmlns:a16="http://schemas.microsoft.com/office/drawing/2014/main" id="{2B413ED0-7207-202C-384D-8346A782B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596885"/>
            <a:ext cx="1896533" cy="189653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B6BDC-1EBF-0E26-1C59-7A4282939769}"/>
              </a:ext>
            </a:extLst>
          </p:cNvPr>
          <p:cNvSpPr txBox="1"/>
          <p:nvPr/>
        </p:nvSpPr>
        <p:spPr>
          <a:xfrm>
            <a:off x="7918840" y="2176858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1</a:t>
            </a: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2B68DE75-A599-06C0-15C8-448D3F443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133" y="2895862"/>
            <a:ext cx="1896533" cy="1896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41E375-18D9-5E61-9D12-28F729232A14}"/>
              </a:ext>
            </a:extLst>
          </p:cNvPr>
          <p:cNvSpPr txBox="1"/>
          <p:nvPr/>
        </p:nvSpPr>
        <p:spPr>
          <a:xfrm>
            <a:off x="1806399" y="4316832"/>
            <a:ext cx="1264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7AA75-3A8F-5886-211A-95FF3553432D}"/>
              </a:ext>
            </a:extLst>
          </p:cNvPr>
          <p:cNvCxnSpPr>
            <a:cxnSpLocks/>
          </p:cNvCxnSpPr>
          <p:nvPr/>
        </p:nvCxnSpPr>
        <p:spPr>
          <a:xfrm>
            <a:off x="3581400" y="3268133"/>
            <a:ext cx="4125246" cy="9448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1DFF62-590E-C851-6280-B9F6E8FFF9CB}"/>
              </a:ext>
            </a:extLst>
          </p:cNvPr>
          <p:cNvSpPr txBox="1"/>
          <p:nvPr/>
        </p:nvSpPr>
        <p:spPr>
          <a:xfrm>
            <a:off x="4027628" y="2801189"/>
            <a:ext cx="367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1.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r>
              <a:rPr lang="fr-CH" sz="3600">
                <a:solidFill>
                  <a:schemeClr val="bg1"/>
                </a:solidFill>
              </a:rPr>
              <a:t> + requête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010B6F-CD25-371D-F06F-499741F54858}"/>
              </a:ext>
            </a:extLst>
          </p:cNvPr>
          <p:cNvCxnSpPr>
            <a:cxnSpLocks/>
          </p:cNvCxnSpPr>
          <p:nvPr/>
        </p:nvCxnSpPr>
        <p:spPr>
          <a:xfrm flipH="1" flipV="1">
            <a:off x="3581400" y="4212960"/>
            <a:ext cx="3989269" cy="968191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C95303-F3E0-7401-912A-0797EE5C401C}"/>
              </a:ext>
            </a:extLst>
          </p:cNvPr>
          <p:cNvSpPr txBox="1"/>
          <p:nvPr/>
        </p:nvSpPr>
        <p:spPr>
          <a:xfrm>
            <a:off x="3070399" y="5168724"/>
            <a:ext cx="6635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Réponse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3150E-C630-3AE7-C467-81C4220AEB2C}"/>
              </a:ext>
            </a:extLst>
          </p:cNvPr>
          <p:cNvSpPr txBox="1"/>
          <p:nvPr/>
        </p:nvSpPr>
        <p:spPr>
          <a:xfrm>
            <a:off x="9603179" y="3980822"/>
            <a:ext cx="1953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2. Vérifie </a:t>
            </a:r>
          </a:p>
          <a:p>
            <a:r>
              <a:rPr lang="fr-CH" sz="3600">
                <a:solidFill>
                  <a:schemeClr val="bg1"/>
                </a:solidFill>
              </a:rPr>
              <a:t>le </a:t>
            </a:r>
            <a:r>
              <a:rPr lang="fr-CH" sz="3600" err="1">
                <a:solidFill>
                  <a:schemeClr val="bg1"/>
                </a:solidFill>
              </a:rPr>
              <a:t>token</a:t>
            </a:r>
            <a:endParaRPr lang="fr-CH" sz="3600">
              <a:solidFill>
                <a:schemeClr val="bg1"/>
              </a:solidFill>
            </a:endParaRPr>
          </a:p>
        </p:txBody>
      </p:sp>
      <p:pic>
        <p:nvPicPr>
          <p:cNvPr id="3" name="Content Placeholder 9" descr="Server outline">
            <a:extLst>
              <a:ext uri="{FF2B5EF4-FFF2-40B4-BE49-F238E27FC236}">
                <a16:creationId xmlns:a16="http://schemas.microsoft.com/office/drawing/2014/main" id="{88BF0F0A-B645-D567-C352-9487A58FC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6646" y="3691730"/>
            <a:ext cx="1896533" cy="18965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54DA40-D7A7-C37D-37F4-D3F87B24C0DD}"/>
              </a:ext>
            </a:extLst>
          </p:cNvPr>
          <p:cNvSpPr txBox="1"/>
          <p:nvPr/>
        </p:nvSpPr>
        <p:spPr>
          <a:xfrm>
            <a:off x="7785352" y="5223849"/>
            <a:ext cx="195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3600">
                <a:solidFill>
                  <a:schemeClr val="bg1"/>
                </a:solidFill>
              </a:rPr>
              <a:t>Server 2</a:t>
            </a:r>
          </a:p>
        </p:txBody>
      </p:sp>
    </p:spTree>
    <p:extLst>
      <p:ext uri="{BB962C8B-B14F-4D97-AF65-F5344CB8AC3E}">
        <p14:creationId xmlns:p14="http://schemas.microsoft.com/office/powerpoint/2010/main" val="307085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Pourquoi utiliser un jeton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Réduire la charge sur le serveur</a:t>
            </a:r>
          </a:p>
          <a:p>
            <a:r>
              <a:rPr lang="fr-CH"/>
              <a:t>Simplifier la gestion des sessions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27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5042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Contenu du jeton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Header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Type de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(JWT)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Algorithme de chiffrement</a:t>
            </a:r>
          </a:p>
          <a:p>
            <a:pPr lvl="1"/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 err="1">
                <a:effectLst/>
                <a:latin typeface="Century Gothic" panose="020B0502020202020204" pitchFamily="34" charset="0"/>
              </a:rPr>
              <a:t>Payload</a:t>
            </a:r>
            <a:endParaRPr lang="fr-CH" b="1">
              <a:effectLst/>
              <a:latin typeface="Century Gothic" panose="020B0502020202020204" pitchFamily="34" charset="0"/>
            </a:endParaRP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Les données en claires</a:t>
            </a:r>
          </a:p>
          <a:p>
            <a:pPr marL="457200" lvl="1" indent="0">
              <a:buNone/>
            </a:pPr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 b="1">
                <a:effectLst/>
                <a:latin typeface="Century Gothic" panose="020B0502020202020204" pitchFamily="34" charset="0"/>
              </a:rPr>
              <a:t>Signature</a:t>
            </a:r>
          </a:p>
          <a:p>
            <a:pPr lvl="1"/>
            <a:r>
              <a:rPr lang="fr-CH">
                <a:effectLst/>
                <a:latin typeface="Century Gothic" panose="020B0502020202020204" pitchFamily="34" charset="0"/>
              </a:rPr>
              <a:t>Permet au serveur de vérifier que le </a:t>
            </a:r>
            <a:r>
              <a:rPr lang="fr-CH" err="1">
                <a:effectLst/>
                <a:latin typeface="Century Gothic" panose="020B0502020202020204" pitchFamily="34" charset="0"/>
              </a:rPr>
              <a:t>token</a:t>
            </a:r>
            <a:r>
              <a:rPr lang="fr-CH">
                <a:effectLst/>
                <a:latin typeface="Century Gothic" panose="020B0502020202020204" pitchFamily="34" charset="0"/>
              </a:rPr>
              <a:t> est valide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28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566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1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E-183-ALL-JWT-TOKEN.docx</a:t>
            </a:r>
          </a:p>
        </p:txBody>
      </p:sp>
    </p:spTree>
    <p:extLst>
      <p:ext uri="{BB962C8B-B14F-4D97-AF65-F5344CB8AC3E}">
        <p14:creationId xmlns:p14="http://schemas.microsoft.com/office/powerpoint/2010/main" val="483106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b="1">
                <a:solidFill>
                  <a:srgbClr val="00459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LES SHA</a:t>
            </a: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1922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31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78400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A6F-8E02-FE92-06B2-FCE42EDD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Définition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8913-80D5-66C0-DE37-D654360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Secure Hash</a:t>
            </a: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r>
              <a:rPr lang="fr-CH">
                <a:effectLst/>
                <a:latin typeface="Century Gothic" panose="020B0502020202020204" pitchFamily="34" charset="0"/>
              </a:rPr>
              <a:t>SHA-0 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SHA-1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SHA-2</a:t>
            </a:r>
          </a:p>
          <a:p>
            <a:r>
              <a:rPr lang="fr-CH">
                <a:effectLst/>
                <a:latin typeface="Century Gothic" panose="020B0502020202020204" pitchFamily="34" charset="0"/>
              </a:rPr>
              <a:t>SHA-3</a:t>
            </a:r>
          </a:p>
          <a:p>
            <a:endParaRPr lang="fr-CH">
              <a:effectLst/>
              <a:highlight>
                <a:srgbClr val="FFFF00"/>
              </a:highlight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>
              <a:effectLst/>
              <a:latin typeface="Century Gothic" panose="020B0502020202020204" pitchFamily="34" charset="0"/>
            </a:endParaRPr>
          </a:p>
          <a:p>
            <a:endParaRPr lang="fr-CH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2C6C7-2C4A-2F24-2DFB-2FC9404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32</a:t>
            </a:fld>
            <a:endParaRPr lang="fr-CH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24F2F-6580-0D9B-3548-1038F1ED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148B0-E0A0-48F5-997C-8DB230C5AA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C0613BE4-6D79-F4CF-9259-D0D040667A24}"/>
              </a:ext>
            </a:extLst>
          </p:cNvPr>
          <p:cNvSpPr/>
          <p:nvPr/>
        </p:nvSpPr>
        <p:spPr>
          <a:xfrm>
            <a:off x="0" y="6705600"/>
            <a:ext cx="90985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16424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Générer une paire de clé publique et privée (RSA)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5359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Ce dont on a besoin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CH"/>
          </a:p>
          <a:p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34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0173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Quelques commandes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Génération de la clé privée :</a:t>
            </a:r>
          </a:p>
          <a:p>
            <a:pPr lvl="1"/>
            <a:r>
              <a:rPr lang="fr-CH" dirty="0"/>
              <a:t>RSA: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genpkey</a:t>
            </a:r>
            <a:r>
              <a:rPr lang="fr-CH" dirty="0"/>
              <a:t> -</a:t>
            </a:r>
            <a:r>
              <a:rPr lang="fr-CH" dirty="0" err="1"/>
              <a:t>algorithm</a:t>
            </a:r>
            <a:r>
              <a:rPr lang="fr-CH" dirty="0"/>
              <a:t> RSA -out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pkeyopt</a:t>
            </a:r>
            <a:r>
              <a:rPr lang="fr-CH" dirty="0"/>
              <a:t> rsa_keygen_bits:4096</a:t>
            </a:r>
          </a:p>
          <a:p>
            <a:pPr lvl="1"/>
            <a:r>
              <a:rPr lang="fr-CH" dirty="0"/>
              <a:t>ECDSA: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genpkey</a:t>
            </a:r>
            <a:r>
              <a:rPr lang="fr-CH" dirty="0"/>
              <a:t> -</a:t>
            </a:r>
            <a:r>
              <a:rPr lang="fr-CH" dirty="0" err="1"/>
              <a:t>algorithm</a:t>
            </a:r>
            <a:r>
              <a:rPr lang="fr-CH" dirty="0"/>
              <a:t> EC -out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pkeyopt</a:t>
            </a:r>
            <a:r>
              <a:rPr lang="fr-CH" dirty="0"/>
              <a:t> ec_paramgen_curve:P-256</a:t>
            </a:r>
          </a:p>
          <a:p>
            <a:r>
              <a:rPr lang="fr-CH" dirty="0"/>
              <a:t>Conversion</a:t>
            </a:r>
          </a:p>
          <a:p>
            <a:pPr lvl="1"/>
            <a:r>
              <a:rPr lang="fr-CH" dirty="0"/>
              <a:t>PEM: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pkey</a:t>
            </a:r>
            <a:r>
              <a:rPr lang="fr-CH" dirty="0"/>
              <a:t> -in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pubout</a:t>
            </a:r>
            <a:r>
              <a:rPr lang="fr-CH" dirty="0"/>
              <a:t> -out </a:t>
            </a:r>
            <a:r>
              <a:rPr lang="fr-CH" dirty="0" err="1"/>
              <a:t>public.pem</a:t>
            </a:r>
            <a:endParaRPr lang="fr-CH" dirty="0"/>
          </a:p>
          <a:p>
            <a:pPr lvl="1"/>
            <a:r>
              <a:rPr lang="fr-CH" dirty="0"/>
              <a:t>DER: </a:t>
            </a:r>
            <a:r>
              <a:rPr lang="fr-CH" dirty="0" err="1"/>
              <a:t>openssl</a:t>
            </a:r>
            <a:r>
              <a:rPr lang="fr-CH" dirty="0"/>
              <a:t> </a:t>
            </a:r>
            <a:r>
              <a:rPr lang="fr-CH" dirty="0" err="1"/>
              <a:t>pkey</a:t>
            </a:r>
            <a:r>
              <a:rPr lang="fr-CH" dirty="0"/>
              <a:t> -in </a:t>
            </a:r>
            <a:r>
              <a:rPr lang="fr-CH" dirty="0" err="1"/>
              <a:t>server.key</a:t>
            </a:r>
            <a:r>
              <a:rPr lang="fr-CH" dirty="0"/>
              <a:t> -</a:t>
            </a:r>
            <a:r>
              <a:rPr lang="fr-CH" dirty="0" err="1"/>
              <a:t>outform</a:t>
            </a:r>
            <a:r>
              <a:rPr lang="fr-CH" dirty="0"/>
              <a:t> DER -</a:t>
            </a:r>
            <a:r>
              <a:rPr lang="fr-CH" dirty="0" err="1"/>
              <a:t>pubout</a:t>
            </a:r>
            <a:r>
              <a:rPr lang="fr-CH" dirty="0"/>
              <a:t> -out </a:t>
            </a:r>
            <a:r>
              <a:rPr lang="fr-CH" dirty="0" err="1"/>
              <a:t>public.der</a:t>
            </a:r>
            <a:endParaRPr lang="fr-CH" dirty="0"/>
          </a:p>
          <a:p>
            <a:r>
              <a:rPr lang="fr-CH" dirty="0"/>
              <a:t>Alternative</a:t>
            </a:r>
          </a:p>
          <a:p>
            <a:pPr lvl="1"/>
            <a:r>
              <a:rPr lang="fr-CH" dirty="0" err="1"/>
              <a:t>ssh</a:t>
            </a:r>
            <a:r>
              <a:rPr lang="fr-CH" dirty="0"/>
              <a:t>-keygen -e -m PEM -f id_rsa.pub </a:t>
            </a:r>
            <a:r>
              <a:rPr lang="fr-CH" dirty="0">
                <a:effectLst/>
              </a:rPr>
              <a:t>&gt;</a:t>
            </a:r>
            <a:r>
              <a:rPr lang="fr-CH" dirty="0"/>
              <a:t> </a:t>
            </a:r>
            <a:r>
              <a:rPr lang="fr-CH" dirty="0" err="1"/>
              <a:t>public.pem</a:t>
            </a:r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35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2968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Ressources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>
                <a:hlinkClick r:id="rId2"/>
              </a:rPr>
              <a:t>https://www.cryptool.org/en/cto/openssl</a:t>
            </a:r>
            <a:endParaRPr lang="fr-CH" dirty="0"/>
          </a:p>
          <a:p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36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76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RS256 vs HS256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358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HS256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HMAC with SHA-256</a:t>
            </a:r>
          </a:p>
          <a:p>
            <a:endParaRPr lang="fr-CH"/>
          </a:p>
          <a:p>
            <a:r>
              <a:rPr lang="fr-FR"/>
              <a:t>HMAC (</a:t>
            </a:r>
            <a:r>
              <a:rPr lang="fr-FR" b="1"/>
              <a:t>Hash-</a:t>
            </a:r>
            <a:r>
              <a:rPr lang="fr-FR" b="1" err="1"/>
              <a:t>Based</a:t>
            </a:r>
            <a:r>
              <a:rPr lang="fr-FR" b="1"/>
              <a:t> Message </a:t>
            </a:r>
            <a:r>
              <a:rPr lang="fr-FR" b="1" err="1"/>
              <a:t>Authentication</a:t>
            </a:r>
            <a:r>
              <a:rPr lang="fr-FR" b="1"/>
              <a:t> Code</a:t>
            </a:r>
            <a:r>
              <a:rPr lang="fr-FR"/>
              <a:t>)</a:t>
            </a:r>
            <a:endParaRPr lang="fr-CH"/>
          </a:p>
          <a:p>
            <a:pPr lvl="1"/>
            <a:endParaRPr lang="fr-CH"/>
          </a:p>
          <a:p>
            <a:r>
              <a:rPr lang="fr-CH"/>
              <a:t>Algorithme de chiffrement symétrique</a:t>
            </a:r>
          </a:p>
          <a:p>
            <a:r>
              <a:rPr lang="fr-CH"/>
              <a:t>Une clé unique génère et valide la signature</a:t>
            </a:r>
          </a:p>
          <a:p>
            <a:r>
              <a:rPr lang="fr-CH"/>
              <a:t>Seul le serveur émetteur du jeton est capable de prouver que le jeton n’a pas été forgé.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38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53314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RS256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RSA Signature </a:t>
            </a:r>
            <a:r>
              <a:rPr lang="fr-CH" err="1"/>
              <a:t>with</a:t>
            </a:r>
            <a:r>
              <a:rPr lang="fr-CH"/>
              <a:t> SHA-256</a:t>
            </a:r>
          </a:p>
          <a:p>
            <a:r>
              <a:rPr lang="fr-CH"/>
              <a:t>Algorithme de chiffrement asymétrique</a:t>
            </a:r>
          </a:p>
          <a:p>
            <a:r>
              <a:rPr lang="fr-CH"/>
              <a:t>Une paire de clé privée / publique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39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106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Activité 2 : Les jetons JWT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45566181-C81A-2DF8-F4F6-9FC4768C947A}"/>
              </a:ext>
            </a:extLst>
          </p:cNvPr>
          <p:cNvSpPr/>
          <p:nvPr/>
        </p:nvSpPr>
        <p:spPr>
          <a:xfrm>
            <a:off x="0" y="6705600"/>
            <a:ext cx="1637731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445263-FEBF-14B5-1980-D96F3C15D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/>
              <a:t>E-183-ALL-JWT-TOKEN-Pratique.docx</a:t>
            </a:r>
          </a:p>
        </p:txBody>
      </p:sp>
    </p:spTree>
    <p:extLst>
      <p:ext uri="{BB962C8B-B14F-4D97-AF65-F5344CB8AC3E}">
        <p14:creationId xmlns:p14="http://schemas.microsoft.com/office/powerpoint/2010/main" val="3588282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Sites utiles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>
                <a:hlinkClick r:id="rId3"/>
              </a:rPr>
              <a:t>https://jwt.io</a:t>
            </a:r>
            <a:endParaRPr lang="fr-CH"/>
          </a:p>
          <a:p>
            <a:r>
              <a:rPr lang="fr-CH">
                <a:hlinkClick r:id="rId4"/>
              </a:rPr>
              <a:t>https://www.npmjs.com/package/jsonwebtoken</a:t>
            </a:r>
            <a:endParaRPr lang="fr-CH"/>
          </a:p>
          <a:p>
            <a:r>
              <a:rPr lang="fr-CH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41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7380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1AC1-7757-84E9-A4B6-A3DAC987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Par quoi je commence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22A4-A7C2-811E-10FB-FA0F6AF67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/>
              <a:t>Démarrer le serveur</a:t>
            </a:r>
          </a:p>
          <a:p>
            <a:r>
              <a:rPr lang="fr-CH"/>
              <a:t>Tester les URLs avec un client HTTP </a:t>
            </a:r>
          </a:p>
          <a:p>
            <a:r>
              <a:rPr lang="fr-CH"/>
              <a:t>Dans le code</a:t>
            </a:r>
          </a:p>
          <a:p>
            <a:pPr lvl="1"/>
            <a:r>
              <a:rPr lang="fr-CH"/>
              <a:t>Passer en revue les fichiers et comprendre leur fonction</a:t>
            </a:r>
          </a:p>
          <a:p>
            <a:pPr lvl="1"/>
            <a:r>
              <a:rPr lang="fr-CH"/>
              <a:t>Identifier les fichiers que vous devez modifier</a:t>
            </a:r>
          </a:p>
          <a:p>
            <a:pPr lvl="1"/>
            <a:endParaRPr lang="fr-CH"/>
          </a:p>
          <a:p>
            <a:pPr lvl="2"/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654B-867E-C048-8759-A2B9BAB8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A277-4ABD-4FFC-841D-26DA6ECA2313}" type="datetime1">
              <a:rPr lang="fr-CH" smtClean="0"/>
              <a:t>02.02.2026</a:t>
            </a:fld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1B3E8-8DD8-C96E-262D-84E8D960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4CE5-34C2-4E1A-BD32-3DE8831B36D6}" type="slidenum">
              <a:rPr lang="fr-CH" smtClean="0"/>
              <a:t>42</a:t>
            </a:fld>
            <a:endParaRPr lang="fr-CH"/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F0E144FB-8A22-A958-FF46-A2112B05E965}"/>
              </a:ext>
            </a:extLst>
          </p:cNvPr>
          <p:cNvSpPr/>
          <p:nvPr/>
        </p:nvSpPr>
        <p:spPr>
          <a:xfrm>
            <a:off x="0" y="6705600"/>
            <a:ext cx="4185314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891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A417-48A2-4EC1-BB6A-E88DDE96D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>
                <a:solidFill>
                  <a:srgbClr val="004595"/>
                </a:solidFill>
              </a:rPr>
              <a:t>Conclusion</a:t>
            </a:r>
            <a:endParaRPr lang="fr-CH" b="1">
              <a:solidFill>
                <a:srgbClr val="00459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PB">
            <a:extLst>
              <a:ext uri="{FF2B5EF4-FFF2-40B4-BE49-F238E27FC236}">
                <a16:creationId xmlns:a16="http://schemas.microsoft.com/office/drawing/2014/main" id="{F8056EA6-4727-00D0-2A94-D655FD058B18}"/>
              </a:ext>
            </a:extLst>
          </p:cNvPr>
          <p:cNvSpPr/>
          <p:nvPr/>
        </p:nvSpPr>
        <p:spPr>
          <a:xfrm>
            <a:off x="0" y="6705600"/>
            <a:ext cx="12010030" cy="152400"/>
          </a:xfrm>
          <a:prstGeom prst="rect">
            <a:avLst/>
          </a:prstGeom>
          <a:solidFill>
            <a:srgbClr val="FFA726"/>
          </a:solidFill>
          <a:ln>
            <a:solidFill>
              <a:srgbClr val="FFA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5D5900-BBD6-42DC-CCB5-147BADB52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6499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-module-ALL-sujet.potm" id="{0E4AA291-A3BA-417D-9DDD-704EF9C4C7DF}" vid="{88192150-CEE7-4362-8C4B-420880CAD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69c7e1234aa399a5294368cedfc9727e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5906f2b711226ab16b0d1a2f44589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Props1.xml><?xml version="1.0" encoding="utf-8"?>
<ds:datastoreItem xmlns:ds="http://schemas.openxmlformats.org/officeDocument/2006/customXml" ds:itemID="{3E31C3D5-5B46-4E1A-855D-CCA00E784B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033AA-1143-4191-BFFB-DC195C4458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b4dc0-5538-4988-a426-1e3bf3687743"/>
    <ds:schemaRef ds:uri="26488081-7094-48e3-a435-bbb366c570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D8083C-3C1C-4888-AB7E-D3C6C1B1DE2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eb2b4dc0-5538-4988-a426-1e3bf3687743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26488081-7094-48e3-a435-bbb366c5709a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S-module-ALL-sujet</Template>
  <TotalTime>1107</TotalTime>
  <Words>1412</Words>
  <Application>Microsoft Office PowerPoint</Application>
  <PresentationFormat>Grand écran</PresentationFormat>
  <Paragraphs>372</Paragraphs>
  <Slides>43</Slides>
  <Notes>36</Notes>
  <HiddenSlides>7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9" baseType="lpstr">
      <vt:lpstr>Daytona Light</vt:lpstr>
      <vt:lpstr>Arial</vt:lpstr>
      <vt:lpstr>Calibri</vt:lpstr>
      <vt:lpstr>Helvetica</vt:lpstr>
      <vt:lpstr>Century Gothic</vt:lpstr>
      <vt:lpstr>Office Theme</vt:lpstr>
      <vt:lpstr>Authentification</vt:lpstr>
      <vt:lpstr>Les objectifs</vt:lpstr>
      <vt:lpstr>LES SESSIONS</vt:lpstr>
      <vt:lpstr>Le principe</vt:lpstr>
      <vt:lpstr>Le principe</vt:lpstr>
      <vt:lpstr>Le principe</vt:lpstr>
      <vt:lpstr>Le principe</vt:lpstr>
      <vt:lpstr>Le principe</vt:lpstr>
      <vt:lpstr>BRAINSTORM</vt:lpstr>
      <vt:lpstr>Protection du mot de passe</vt:lpstr>
      <vt:lpstr>RISQUES</vt:lpstr>
      <vt:lpstr>MOYEN DE PRÉVENTION POUR LES UTILISATEURS</vt:lpstr>
      <vt:lpstr>MOYENS TECHNIQUES</vt:lpstr>
      <vt:lpstr>LE SEL</vt:lpstr>
      <vt:lpstr>LE POIVRE</vt:lpstr>
      <vt:lpstr>HASH TABLE</vt:lpstr>
      <vt:lpstr>RAINBOW TABLE</vt:lpstr>
      <vt:lpstr>PROTECTION PAR LE SEL</vt:lpstr>
      <vt:lpstr>Password Cheat Sheet</vt:lpstr>
      <vt:lpstr>Activité 1 : Protéger un mot de passe…</vt:lpstr>
      <vt:lpstr>LES TOKENS</vt:lpstr>
      <vt:lpstr>Ce que l’on cherche à résoudre</vt:lpstr>
      <vt:lpstr>Le principe</vt:lpstr>
      <vt:lpstr>Le principe</vt:lpstr>
      <vt:lpstr>Les avantages</vt:lpstr>
      <vt:lpstr>Les avantages</vt:lpstr>
      <vt:lpstr>Pourquoi utiliser un jeton ?</vt:lpstr>
      <vt:lpstr>Contenu du jeton</vt:lpstr>
      <vt:lpstr>Activité 1 : Les jetons JWT</vt:lpstr>
      <vt:lpstr>LES SHA</vt:lpstr>
      <vt:lpstr>Définition</vt:lpstr>
      <vt:lpstr>Définition</vt:lpstr>
      <vt:lpstr>Générer une paire de clé publique et privée (RSA)</vt:lpstr>
      <vt:lpstr>Ce dont on a besoin</vt:lpstr>
      <vt:lpstr>Quelques commandes</vt:lpstr>
      <vt:lpstr>Ressources utiles</vt:lpstr>
      <vt:lpstr>RS256 vs HS256</vt:lpstr>
      <vt:lpstr>HS256</vt:lpstr>
      <vt:lpstr>RS256</vt:lpstr>
      <vt:lpstr>Activité 2 : Les jetons JWT</vt:lpstr>
      <vt:lpstr>Sites utiles</vt:lpstr>
      <vt:lpstr>Par quoi je commence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S-306-GIT</dc:title>
  <dc:creator>Cédric Schaffter</dc:creator>
  <cp:lastModifiedBy>Romain Rosay</cp:lastModifiedBy>
  <cp:revision>11</cp:revision>
  <dcterms:created xsi:type="dcterms:W3CDTF">2023-07-10T11:31:25Z</dcterms:created>
  <dcterms:modified xsi:type="dcterms:W3CDTF">2026-02-02T08:57:32Z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0x010100BD12CA962D3BC343BA4881942FCA9ABD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